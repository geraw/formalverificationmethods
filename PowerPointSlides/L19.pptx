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52"/>
  </p:notesMasterIdLst>
  <p:handoutMasterIdLst>
    <p:handoutMasterId r:id="rId53"/>
  </p:handoutMasterIdLst>
  <p:sldIdLst>
    <p:sldId id="256" r:id="rId2"/>
    <p:sldId id="307" r:id="rId3"/>
    <p:sldId id="257" r:id="rId4"/>
    <p:sldId id="384" r:id="rId5"/>
    <p:sldId id="315" r:id="rId6"/>
    <p:sldId id="316" r:id="rId7"/>
    <p:sldId id="385" r:id="rId8"/>
    <p:sldId id="341" r:id="rId9"/>
    <p:sldId id="380" r:id="rId10"/>
    <p:sldId id="342" r:id="rId11"/>
    <p:sldId id="343" r:id="rId12"/>
    <p:sldId id="386" r:id="rId13"/>
    <p:sldId id="387" r:id="rId14"/>
    <p:sldId id="344" r:id="rId15"/>
    <p:sldId id="388" r:id="rId16"/>
    <p:sldId id="345" r:id="rId17"/>
    <p:sldId id="346" r:id="rId18"/>
    <p:sldId id="347" r:id="rId19"/>
    <p:sldId id="367" r:id="rId20"/>
    <p:sldId id="373" r:id="rId21"/>
    <p:sldId id="349" r:id="rId22"/>
    <p:sldId id="351" r:id="rId23"/>
    <p:sldId id="390" r:id="rId24"/>
    <p:sldId id="398" r:id="rId25"/>
    <p:sldId id="381" r:id="rId26"/>
    <p:sldId id="368" r:id="rId27"/>
    <p:sldId id="369" r:id="rId28"/>
    <p:sldId id="397" r:id="rId29"/>
    <p:sldId id="370" r:id="rId30"/>
    <p:sldId id="379" r:id="rId31"/>
    <p:sldId id="354" r:id="rId32"/>
    <p:sldId id="355" r:id="rId33"/>
    <p:sldId id="374" r:id="rId34"/>
    <p:sldId id="356" r:id="rId35"/>
    <p:sldId id="372" r:id="rId36"/>
    <p:sldId id="399" r:id="rId37"/>
    <p:sldId id="357" r:id="rId38"/>
    <p:sldId id="395" r:id="rId39"/>
    <p:sldId id="358" r:id="rId40"/>
    <p:sldId id="391" r:id="rId41"/>
    <p:sldId id="396" r:id="rId42"/>
    <p:sldId id="359" r:id="rId43"/>
    <p:sldId id="361" r:id="rId44"/>
    <p:sldId id="393" r:id="rId45"/>
    <p:sldId id="363" r:id="rId46"/>
    <p:sldId id="364" r:id="rId47"/>
    <p:sldId id="371" r:id="rId48"/>
    <p:sldId id="375" r:id="rId49"/>
    <p:sldId id="376" r:id="rId50"/>
    <p:sldId id="365" r:id="rId51"/>
  </p:sldIdLst>
  <p:sldSz cx="9144000" cy="6858000" type="screen4x3"/>
  <p:notesSz cx="6858000" cy="9144000"/>
  <p:custDataLst>
    <p:tags r:id="rId54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1FB"/>
    <a:srgbClr val="0000FF"/>
    <a:srgbClr val="003399"/>
    <a:srgbClr val="F1DEC8"/>
    <a:srgbClr val="FFFF99"/>
    <a:srgbClr val="1F9D25"/>
    <a:srgbClr val="FF9900"/>
    <a:srgbClr val="0033CC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AAC21-8D5F-4A8A-BCAD-9DCF7D33D61D}" v="469" dt="2025-05-21T08:49:53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>
        <p:scale>
          <a:sx n="100" d="100"/>
          <a:sy n="100" d="100"/>
        </p:scale>
        <p:origin x="11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S::geraw@bgu.ac.il::f0aa0173-552d-4808-9782-d425e6aaf8d9" providerId="AD" clId="Web-{2414DD46-710C-C8DA-BF8A-07A2DE5B79D0}"/>
    <pc:docChg chg="modSld">
      <pc:chgData name="Gera Weiss" userId="S::geraw@bgu.ac.il::f0aa0173-552d-4808-9782-d425e6aaf8d9" providerId="AD" clId="Web-{2414DD46-710C-C8DA-BF8A-07A2DE5B79D0}" dt="2022-12-13T22:07:09.542" v="2"/>
      <pc:docMkLst>
        <pc:docMk/>
      </pc:docMkLst>
      <pc:sldChg chg="modSp">
        <pc:chgData name="Gera Weiss" userId="S::geraw@bgu.ac.il::f0aa0173-552d-4808-9782-d425e6aaf8d9" providerId="AD" clId="Web-{2414DD46-710C-C8DA-BF8A-07A2DE5B79D0}" dt="2022-12-13T22:07:09.542" v="2"/>
        <pc:sldMkLst>
          <pc:docMk/>
          <pc:sldMk cId="0" sldId="307"/>
        </pc:sldMkLst>
      </pc:sldChg>
    </pc:docChg>
  </pc:docChgLst>
  <pc:docChgLst>
    <pc:chgData name="Gera Weiss" userId="f0aa0173-552d-4808-9782-d425e6aaf8d9" providerId="ADAL" clId="{3794A7BE-279B-4CB5-ABEF-88A55FC5811D}"/>
    <pc:docChg chg="modSld">
      <pc:chgData name="Gera Weiss" userId="f0aa0173-552d-4808-9782-d425e6aaf8d9" providerId="ADAL" clId="{3794A7BE-279B-4CB5-ABEF-88A55FC5811D}" dt="2024-06-22T21:04:42.644" v="5" actId="20577"/>
      <pc:docMkLst>
        <pc:docMk/>
      </pc:docMkLst>
      <pc:sldChg chg="mod modShow">
        <pc:chgData name="Gera Weiss" userId="f0aa0173-552d-4808-9782-d425e6aaf8d9" providerId="ADAL" clId="{3794A7BE-279B-4CB5-ABEF-88A55FC5811D}" dt="2024-06-22T21:03:51.414" v="1" actId="729"/>
        <pc:sldMkLst>
          <pc:docMk/>
          <pc:sldMk cId="0" sldId="345"/>
        </pc:sldMkLst>
      </pc:sldChg>
      <pc:sldChg chg="modSp">
        <pc:chgData name="Gera Weiss" userId="f0aa0173-552d-4808-9782-d425e6aaf8d9" providerId="ADAL" clId="{3794A7BE-279B-4CB5-ABEF-88A55FC5811D}" dt="2024-06-22T21:04:42.644" v="5" actId="20577"/>
        <pc:sldMkLst>
          <pc:docMk/>
          <pc:sldMk cId="0" sldId="347"/>
        </pc:sldMkLst>
      </pc:sldChg>
      <pc:sldChg chg="mod modShow">
        <pc:chgData name="Gera Weiss" userId="f0aa0173-552d-4808-9782-d425e6aaf8d9" providerId="ADAL" clId="{3794A7BE-279B-4CB5-ABEF-88A55FC5811D}" dt="2024-06-22T21:03:31.041" v="0" actId="729"/>
        <pc:sldMkLst>
          <pc:docMk/>
          <pc:sldMk cId="1684083654" sldId="394"/>
        </pc:sldMkLst>
      </pc:sldChg>
    </pc:docChg>
  </pc:docChgLst>
  <pc:docChgLst>
    <pc:chgData name="גרא וייס" userId="f0aa0173-552d-4808-9782-d425e6aaf8d9" providerId="ADAL" clId="{99614075-57E5-4B2E-BC7D-7B1A6EF76095}"/>
    <pc:docChg chg="custSel modSld">
      <pc:chgData name="גרא וייס" userId="f0aa0173-552d-4808-9782-d425e6aaf8d9" providerId="ADAL" clId="{99614075-57E5-4B2E-BC7D-7B1A6EF76095}" dt="2023-02-18T13:07:52.537" v="17"/>
      <pc:docMkLst>
        <pc:docMk/>
      </pc:docMkLst>
      <pc:sldChg chg="addSp delSp modSp mod">
        <pc:chgData name="גרא וייס" userId="f0aa0173-552d-4808-9782-d425e6aaf8d9" providerId="ADAL" clId="{99614075-57E5-4B2E-BC7D-7B1A6EF76095}" dt="2023-02-18T13:07:52.537" v="17"/>
        <pc:sldMkLst>
          <pc:docMk/>
          <pc:sldMk cId="0" sldId="351"/>
        </pc:sldMkLst>
      </pc:sldChg>
    </pc:docChg>
  </pc:docChgLst>
  <pc:docChgLst>
    <pc:chgData name="Gera Weiss" userId="f0aa0173-552d-4808-9782-d425e6aaf8d9" providerId="ADAL" clId="{7AEAAC21-8D5F-4A8A-BCAD-9DCF7D33D61D}"/>
    <pc:docChg chg="undo redo custSel addSld delSld modSld sldOrd">
      <pc:chgData name="Gera Weiss" userId="f0aa0173-552d-4808-9782-d425e6aaf8d9" providerId="ADAL" clId="{7AEAAC21-8D5F-4A8A-BCAD-9DCF7D33D61D}" dt="2025-05-26T08:30:40.440" v="1084"/>
      <pc:docMkLst>
        <pc:docMk/>
      </pc:docMkLst>
      <pc:sldChg chg="addSp modSp">
        <pc:chgData name="Gera Weiss" userId="f0aa0173-552d-4808-9782-d425e6aaf8d9" providerId="ADAL" clId="{7AEAAC21-8D5F-4A8A-BCAD-9DCF7D33D61D}" dt="2025-05-14T08:07:11.094" v="0"/>
        <pc:sldMkLst>
          <pc:docMk/>
          <pc:sldMk cId="0" sldId="256"/>
        </pc:sldMkLst>
        <pc:spChg chg="add mod">
          <ac:chgData name="Gera Weiss" userId="f0aa0173-552d-4808-9782-d425e6aaf8d9" providerId="ADAL" clId="{7AEAAC21-8D5F-4A8A-BCAD-9DCF7D33D61D}" dt="2025-05-14T08:07:11.094" v="0"/>
          <ac:spMkLst>
            <pc:docMk/>
            <pc:sldMk cId="0" sldId="256"/>
            <ac:spMk id="5" creationId="{319E6D62-4DE2-325C-8769-4031B9BAAFCE}"/>
          </ac:spMkLst>
        </pc:spChg>
        <pc:picChg chg="add mod">
          <ac:chgData name="Gera Weiss" userId="f0aa0173-552d-4808-9782-d425e6aaf8d9" providerId="ADAL" clId="{7AEAAC21-8D5F-4A8A-BCAD-9DCF7D33D61D}" dt="2025-05-14T08:07:11.094" v="0"/>
          <ac:picMkLst>
            <pc:docMk/>
            <pc:sldMk cId="0" sldId="256"/>
            <ac:picMk id="6" creationId="{05687AF7-A29E-F3BC-5126-465C1AE29A4C}"/>
          </ac:picMkLst>
        </pc:picChg>
      </pc:sldChg>
      <pc:sldChg chg="modSp">
        <pc:chgData name="Gera Weiss" userId="f0aa0173-552d-4808-9782-d425e6aaf8d9" providerId="ADAL" clId="{7AEAAC21-8D5F-4A8A-BCAD-9DCF7D33D61D}" dt="2025-05-19T08:17:55.823" v="18"/>
        <pc:sldMkLst>
          <pc:docMk/>
          <pc:sldMk cId="0" sldId="257"/>
        </pc:sldMkLst>
        <pc:graphicFrameChg chg="mod">
          <ac:chgData name="Gera Weiss" userId="f0aa0173-552d-4808-9782-d425e6aaf8d9" providerId="ADAL" clId="{7AEAAC21-8D5F-4A8A-BCAD-9DCF7D33D61D}" dt="2025-05-19T08:17:55.823" v="18"/>
          <ac:graphicFrameMkLst>
            <pc:docMk/>
            <pc:sldMk cId="0" sldId="257"/>
            <ac:graphicFrameMk id="6" creationId="{00000000-0000-0000-0000-000000000000}"/>
          </ac:graphicFrameMkLst>
        </pc:graphicFrameChg>
      </pc:sldChg>
      <pc:sldChg chg="modSp mod">
        <pc:chgData name="Gera Weiss" userId="f0aa0173-552d-4808-9782-d425e6aaf8d9" providerId="ADAL" clId="{7AEAAC21-8D5F-4A8A-BCAD-9DCF7D33D61D}" dt="2025-05-19T08:19:42.152" v="21"/>
        <pc:sldMkLst>
          <pc:docMk/>
          <pc:sldMk cId="0" sldId="316"/>
        </pc:sldMkLst>
        <pc:spChg chg="mod">
          <ac:chgData name="Gera Weiss" userId="f0aa0173-552d-4808-9782-d425e6aaf8d9" providerId="ADAL" clId="{7AEAAC21-8D5F-4A8A-BCAD-9DCF7D33D61D}" dt="2025-05-19T08:19:42.152" v="21"/>
          <ac:spMkLst>
            <pc:docMk/>
            <pc:sldMk cId="0" sldId="316"/>
            <ac:spMk id="25" creationId="{00000000-0000-0000-0000-000000000000}"/>
          </ac:spMkLst>
        </pc:spChg>
      </pc:sldChg>
      <pc:sldChg chg="modSp mod">
        <pc:chgData name="Gera Weiss" userId="f0aa0173-552d-4808-9782-d425e6aaf8d9" providerId="ADAL" clId="{7AEAAC21-8D5F-4A8A-BCAD-9DCF7D33D61D}" dt="2025-05-19T08:24:50.806" v="63" actId="20577"/>
        <pc:sldMkLst>
          <pc:docMk/>
          <pc:sldMk cId="0" sldId="342"/>
        </pc:sldMkLst>
        <pc:spChg chg="mod">
          <ac:chgData name="Gera Weiss" userId="f0aa0173-552d-4808-9782-d425e6aaf8d9" providerId="ADAL" clId="{7AEAAC21-8D5F-4A8A-BCAD-9DCF7D33D61D}" dt="2025-05-19T08:23:53.734" v="58" actId="20577"/>
          <ac:spMkLst>
            <pc:docMk/>
            <pc:sldMk cId="0" sldId="342"/>
            <ac:spMk id="2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19T08:24:50.806" v="63" actId="20577"/>
          <ac:spMkLst>
            <pc:docMk/>
            <pc:sldMk cId="0" sldId="342"/>
            <ac:spMk id="5" creationId="{00000000-0000-0000-0000-000000000000}"/>
          </ac:spMkLst>
        </pc:spChg>
      </pc:sldChg>
      <pc:sldChg chg="modSp mod">
        <pc:chgData name="Gera Weiss" userId="f0aa0173-552d-4808-9782-d425e6aaf8d9" providerId="ADAL" clId="{7AEAAC21-8D5F-4A8A-BCAD-9DCF7D33D61D}" dt="2025-05-19T08:26:28.108" v="77" actId="948"/>
        <pc:sldMkLst>
          <pc:docMk/>
          <pc:sldMk cId="0" sldId="344"/>
        </pc:sldMkLst>
        <pc:spChg chg="mod">
          <ac:chgData name="Gera Weiss" userId="f0aa0173-552d-4808-9782-d425e6aaf8d9" providerId="ADAL" clId="{7AEAAC21-8D5F-4A8A-BCAD-9DCF7D33D61D}" dt="2025-05-19T08:26:08.391" v="69" actId="20577"/>
          <ac:spMkLst>
            <pc:docMk/>
            <pc:sldMk cId="0" sldId="344"/>
            <ac:spMk id="5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19T08:26:28.108" v="77" actId="948"/>
          <ac:spMkLst>
            <pc:docMk/>
            <pc:sldMk cId="0" sldId="344"/>
            <ac:spMk id="7" creationId="{00000000-0000-0000-0000-000000000000}"/>
          </ac:spMkLst>
        </pc:spChg>
      </pc:sldChg>
      <pc:sldChg chg="mod modShow">
        <pc:chgData name="Gera Weiss" userId="f0aa0173-552d-4808-9782-d425e6aaf8d9" providerId="ADAL" clId="{7AEAAC21-8D5F-4A8A-BCAD-9DCF7D33D61D}" dt="2025-05-19T08:27:48.855" v="79" actId="729"/>
        <pc:sldMkLst>
          <pc:docMk/>
          <pc:sldMk cId="0" sldId="345"/>
        </pc:sldMkLst>
      </pc:sldChg>
      <pc:sldChg chg="modSp mod">
        <pc:chgData name="Gera Weiss" userId="f0aa0173-552d-4808-9782-d425e6aaf8d9" providerId="ADAL" clId="{7AEAAC21-8D5F-4A8A-BCAD-9DCF7D33D61D}" dt="2025-05-19T08:48:24.224" v="106" actId="1076"/>
        <pc:sldMkLst>
          <pc:docMk/>
          <pc:sldMk cId="0" sldId="347"/>
        </pc:sldMkLst>
        <pc:spChg chg="mod">
          <ac:chgData name="Gera Weiss" userId="f0aa0173-552d-4808-9782-d425e6aaf8d9" providerId="ADAL" clId="{7AEAAC21-8D5F-4A8A-BCAD-9DCF7D33D61D}" dt="2025-05-19T08:48:17.861" v="104" actId="20577"/>
          <ac:spMkLst>
            <pc:docMk/>
            <pc:sldMk cId="0" sldId="347"/>
            <ac:spMk id="5" creationId="{00000000-0000-0000-0000-000000000000}"/>
          </ac:spMkLst>
        </pc:spChg>
        <pc:picChg chg="mod">
          <ac:chgData name="Gera Weiss" userId="f0aa0173-552d-4808-9782-d425e6aaf8d9" providerId="ADAL" clId="{7AEAAC21-8D5F-4A8A-BCAD-9DCF7D33D61D}" dt="2025-05-19T08:48:24.224" v="106" actId="1076"/>
          <ac:picMkLst>
            <pc:docMk/>
            <pc:sldMk cId="0" sldId="347"/>
            <ac:picMk id="3074" creationId="{00000000-0000-0000-0000-000000000000}"/>
          </ac:picMkLst>
        </pc:picChg>
      </pc:sldChg>
      <pc:sldChg chg="addSp delSp modSp mod">
        <pc:chgData name="Gera Weiss" userId="f0aa0173-552d-4808-9782-d425e6aaf8d9" providerId="ADAL" clId="{7AEAAC21-8D5F-4A8A-BCAD-9DCF7D33D61D}" dt="2025-05-21T05:43:36.320" v="195" actId="1076"/>
        <pc:sldMkLst>
          <pc:docMk/>
          <pc:sldMk cId="0" sldId="351"/>
        </pc:sldMkLst>
        <pc:spChg chg="add">
          <ac:chgData name="Gera Weiss" userId="f0aa0173-552d-4808-9782-d425e6aaf8d9" providerId="ADAL" clId="{7AEAAC21-8D5F-4A8A-BCAD-9DCF7D33D61D}" dt="2025-05-19T08:55:16.596" v="131"/>
          <ac:spMkLst>
            <pc:docMk/>
            <pc:sldMk cId="0" sldId="351"/>
            <ac:spMk id="9" creationId="{7D0D3998-D902-6DC7-7F42-31E95CA5B3E4}"/>
          </ac:spMkLst>
        </pc:spChg>
        <pc:spChg chg="add mod">
          <ac:chgData name="Gera Weiss" userId="f0aa0173-552d-4808-9782-d425e6aaf8d9" providerId="ADAL" clId="{7AEAAC21-8D5F-4A8A-BCAD-9DCF7D33D61D}" dt="2025-05-21T05:43:36.320" v="195" actId="1076"/>
          <ac:spMkLst>
            <pc:docMk/>
            <pc:sldMk cId="0" sldId="351"/>
            <ac:spMk id="10" creationId="{560E9141-8ADD-95DA-1572-15493BFCEE22}"/>
          </ac:spMkLst>
        </pc:spChg>
        <pc:picChg chg="add mod">
          <ac:chgData name="Gera Weiss" userId="f0aa0173-552d-4808-9782-d425e6aaf8d9" providerId="ADAL" clId="{7AEAAC21-8D5F-4A8A-BCAD-9DCF7D33D61D}" dt="2025-05-19T08:56:34.286" v="148" actId="1076"/>
          <ac:picMkLst>
            <pc:docMk/>
            <pc:sldMk cId="0" sldId="351"/>
            <ac:picMk id="2054" creationId="{D76F6BED-5376-C259-47DE-7792218D01EE}"/>
          </ac:picMkLst>
        </pc:picChg>
      </pc:sldChg>
      <pc:sldChg chg="delSp modSp mod">
        <pc:chgData name="Gera Weiss" userId="f0aa0173-552d-4808-9782-d425e6aaf8d9" providerId="ADAL" clId="{7AEAAC21-8D5F-4A8A-BCAD-9DCF7D33D61D}" dt="2025-05-21T07:23:41.231" v="380" actId="207"/>
        <pc:sldMkLst>
          <pc:docMk/>
          <pc:sldMk cId="0" sldId="354"/>
        </pc:sldMkLst>
        <pc:spChg chg="mod">
          <ac:chgData name="Gera Weiss" userId="f0aa0173-552d-4808-9782-d425e6aaf8d9" providerId="ADAL" clId="{7AEAAC21-8D5F-4A8A-BCAD-9DCF7D33D61D}" dt="2025-05-21T07:23:41.231" v="380" actId="207"/>
          <ac:spMkLst>
            <pc:docMk/>
            <pc:sldMk cId="0" sldId="354"/>
            <ac:spMk id="2" creationId="{00000000-0000-0000-0000-000000000000}"/>
          </ac:spMkLst>
        </pc:spChg>
      </pc:sldChg>
      <pc:sldChg chg="delSp mod">
        <pc:chgData name="Gera Weiss" userId="f0aa0173-552d-4808-9782-d425e6aaf8d9" providerId="ADAL" clId="{7AEAAC21-8D5F-4A8A-BCAD-9DCF7D33D61D}" dt="2025-05-21T07:24:26.352" v="381" actId="478"/>
        <pc:sldMkLst>
          <pc:docMk/>
          <pc:sldMk cId="0" sldId="355"/>
        </pc:sldMkLst>
      </pc:sldChg>
      <pc:sldChg chg="addSp delSp modSp mod">
        <pc:chgData name="Gera Weiss" userId="f0aa0173-552d-4808-9782-d425e6aaf8d9" providerId="ADAL" clId="{7AEAAC21-8D5F-4A8A-BCAD-9DCF7D33D61D}" dt="2025-05-21T07:32:19.764" v="395" actId="1076"/>
        <pc:sldMkLst>
          <pc:docMk/>
          <pc:sldMk cId="0" sldId="356"/>
        </pc:sldMkLst>
        <pc:picChg chg="add mod">
          <ac:chgData name="Gera Weiss" userId="f0aa0173-552d-4808-9782-d425e6aaf8d9" providerId="ADAL" clId="{7AEAAC21-8D5F-4A8A-BCAD-9DCF7D33D61D}" dt="2025-05-21T07:32:19.764" v="395" actId="1076"/>
          <ac:picMkLst>
            <pc:docMk/>
            <pc:sldMk cId="0" sldId="356"/>
            <ac:picMk id="1028" creationId="{C22431D1-BE4C-01E3-DC9D-726293CEDA82}"/>
          </ac:picMkLst>
        </pc:picChg>
      </pc:sldChg>
      <pc:sldChg chg="addSp delSp modSp mod">
        <pc:chgData name="Gera Weiss" userId="f0aa0173-552d-4808-9782-d425e6aaf8d9" providerId="ADAL" clId="{7AEAAC21-8D5F-4A8A-BCAD-9DCF7D33D61D}" dt="2025-05-21T08:47:18.713" v="1074" actId="1035"/>
        <pc:sldMkLst>
          <pc:docMk/>
          <pc:sldMk cId="0" sldId="357"/>
        </pc:sldMkLst>
        <pc:spChg chg="mod">
          <ac:chgData name="Gera Weiss" userId="f0aa0173-552d-4808-9782-d425e6aaf8d9" providerId="ADAL" clId="{7AEAAC21-8D5F-4A8A-BCAD-9DCF7D33D61D}" dt="2025-05-21T08:47:11.793" v="1058" actId="1076"/>
          <ac:spMkLst>
            <pc:docMk/>
            <pc:sldMk cId="0" sldId="357"/>
            <ac:spMk id="5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47:18.713" v="1074" actId="1035"/>
          <ac:spMkLst>
            <pc:docMk/>
            <pc:sldMk cId="0" sldId="357"/>
            <ac:spMk id="6" creationId="{00000000-0000-0000-0000-000000000000}"/>
          </ac:spMkLst>
        </pc:spChg>
        <pc:spChg chg="add">
          <ac:chgData name="Gera Weiss" userId="f0aa0173-552d-4808-9782-d425e6aaf8d9" providerId="ADAL" clId="{7AEAAC21-8D5F-4A8A-BCAD-9DCF7D33D61D}" dt="2025-05-21T08:44:03.534" v="1029"/>
          <ac:spMkLst>
            <pc:docMk/>
            <pc:sldMk cId="0" sldId="357"/>
            <ac:spMk id="7" creationId="{52F6F02E-2629-2FD9-D908-345928B7E890}"/>
          </ac:spMkLst>
        </pc:spChg>
        <pc:spChg chg="add mod">
          <ac:chgData name="Gera Weiss" userId="f0aa0173-552d-4808-9782-d425e6aaf8d9" providerId="ADAL" clId="{7AEAAC21-8D5F-4A8A-BCAD-9DCF7D33D61D}" dt="2025-05-21T08:45:17.900" v="1036"/>
          <ac:spMkLst>
            <pc:docMk/>
            <pc:sldMk cId="0" sldId="357"/>
            <ac:spMk id="10" creationId="{3920CB77-A0BC-D09B-798A-BEB1833BF3BA}"/>
          </ac:spMkLst>
        </pc:spChg>
        <pc:picChg chg="add mod modCrop">
          <ac:chgData name="Gera Weiss" userId="f0aa0173-552d-4808-9782-d425e6aaf8d9" providerId="ADAL" clId="{7AEAAC21-8D5F-4A8A-BCAD-9DCF7D33D61D}" dt="2025-05-21T08:46:06.619" v="1044" actId="1076"/>
          <ac:picMkLst>
            <pc:docMk/>
            <pc:sldMk cId="0" sldId="357"/>
            <ac:picMk id="11" creationId="{26B964B9-05BD-5490-5976-86EA2E3048EF}"/>
          </ac:picMkLst>
        </pc:picChg>
      </pc:sldChg>
      <pc:sldChg chg="modSp mod">
        <pc:chgData name="Gera Weiss" userId="f0aa0173-552d-4808-9782-d425e6aaf8d9" providerId="ADAL" clId="{7AEAAC21-8D5F-4A8A-BCAD-9DCF7D33D61D}" dt="2025-05-21T08:49:53.558" v="1082" actId="20577"/>
        <pc:sldMkLst>
          <pc:docMk/>
          <pc:sldMk cId="0" sldId="359"/>
        </pc:sldMkLst>
        <pc:spChg chg="mod">
          <ac:chgData name="Gera Weiss" userId="f0aa0173-552d-4808-9782-d425e6aaf8d9" providerId="ADAL" clId="{7AEAAC21-8D5F-4A8A-BCAD-9DCF7D33D61D}" dt="2025-05-21T08:49:53.558" v="1082" actId="20577"/>
          <ac:spMkLst>
            <pc:docMk/>
            <pc:sldMk cId="0" sldId="359"/>
            <ac:spMk id="5" creationId="{00000000-0000-0000-0000-000000000000}"/>
          </ac:spMkLst>
        </pc:spChg>
      </pc:sldChg>
      <pc:sldChg chg="del">
        <pc:chgData name="Gera Weiss" userId="f0aa0173-552d-4808-9782-d425e6aaf8d9" providerId="ADAL" clId="{7AEAAC21-8D5F-4A8A-BCAD-9DCF7D33D61D}" dt="2025-05-21T08:40:43.229" v="1028" actId="47"/>
        <pc:sldMkLst>
          <pc:docMk/>
          <pc:sldMk cId="0" sldId="362"/>
        </pc:sldMkLst>
      </pc:sldChg>
      <pc:sldChg chg="ord">
        <pc:chgData name="Gera Weiss" userId="f0aa0173-552d-4808-9782-d425e6aaf8d9" providerId="ADAL" clId="{7AEAAC21-8D5F-4A8A-BCAD-9DCF7D33D61D}" dt="2025-05-26T08:30:40.440" v="1084"/>
        <pc:sldMkLst>
          <pc:docMk/>
          <pc:sldMk cId="0" sldId="365"/>
        </pc:sldMkLst>
      </pc:sldChg>
      <pc:sldChg chg="addSp delSp modSp mod">
        <pc:chgData name="Gera Weiss" userId="f0aa0173-552d-4808-9782-d425e6aaf8d9" providerId="ADAL" clId="{7AEAAC21-8D5F-4A8A-BCAD-9DCF7D33D61D}" dt="2025-05-21T07:10:32.440" v="376" actId="1076"/>
        <pc:sldMkLst>
          <pc:docMk/>
          <pc:sldMk cId="0" sldId="368"/>
        </pc:sldMkLst>
        <pc:spChg chg="mod">
          <ac:chgData name="Gera Weiss" userId="f0aa0173-552d-4808-9782-d425e6aaf8d9" providerId="ADAL" clId="{7AEAAC21-8D5F-4A8A-BCAD-9DCF7D33D61D}" dt="2025-05-21T07:10:32.440" v="376" actId="1076"/>
          <ac:spMkLst>
            <pc:docMk/>
            <pc:sldMk cId="0" sldId="368"/>
            <ac:spMk id="18" creationId="{00000000-0000-0000-0000-000000000000}"/>
          </ac:spMkLst>
        </pc:spChg>
      </pc:sldChg>
      <pc:sldChg chg="addSp delSp modSp mod">
        <pc:chgData name="Gera Weiss" userId="f0aa0173-552d-4808-9782-d425e6aaf8d9" providerId="ADAL" clId="{7AEAAC21-8D5F-4A8A-BCAD-9DCF7D33D61D}" dt="2025-05-21T06:42:38.431" v="257" actId="478"/>
        <pc:sldMkLst>
          <pc:docMk/>
          <pc:sldMk cId="0" sldId="369"/>
        </pc:sldMkLst>
        <pc:spChg chg="mod">
          <ac:chgData name="Gera Weiss" userId="f0aa0173-552d-4808-9782-d425e6aaf8d9" providerId="ADAL" clId="{7AEAAC21-8D5F-4A8A-BCAD-9DCF7D33D61D}" dt="2025-05-21T06:38:18.669" v="210" actId="1076"/>
          <ac:spMkLst>
            <pc:docMk/>
            <pc:sldMk cId="0" sldId="369"/>
            <ac:spMk id="6" creationId="{00000000-0000-0000-0000-000000000000}"/>
          </ac:spMkLst>
        </pc:spChg>
        <pc:picChg chg="add mod">
          <ac:chgData name="Gera Weiss" userId="f0aa0173-552d-4808-9782-d425e6aaf8d9" providerId="ADAL" clId="{7AEAAC21-8D5F-4A8A-BCAD-9DCF7D33D61D}" dt="2025-05-21T06:37:44.014" v="209"/>
          <ac:picMkLst>
            <pc:docMk/>
            <pc:sldMk cId="0" sldId="369"/>
            <ac:picMk id="9" creationId="{CD57D3B2-5C36-C300-2B0E-5B8E1E3C91D0}"/>
          </ac:picMkLst>
        </pc:picChg>
      </pc:sldChg>
      <pc:sldChg chg="ord">
        <pc:chgData name="Gera Weiss" userId="f0aa0173-552d-4808-9782-d425e6aaf8d9" providerId="ADAL" clId="{7AEAAC21-8D5F-4A8A-BCAD-9DCF7D33D61D}" dt="2025-05-21T07:40:37.248" v="397"/>
        <pc:sldMkLst>
          <pc:docMk/>
          <pc:sldMk cId="0" sldId="372"/>
        </pc:sldMkLst>
      </pc:sldChg>
      <pc:sldChg chg="ord">
        <pc:chgData name="Gera Weiss" userId="f0aa0173-552d-4808-9782-d425e6aaf8d9" providerId="ADAL" clId="{7AEAAC21-8D5F-4A8A-BCAD-9DCF7D33D61D}" dt="2025-05-19T08:50:06.556" v="108"/>
        <pc:sldMkLst>
          <pc:docMk/>
          <pc:sldMk cId="0" sldId="373"/>
        </pc:sldMkLst>
      </pc:sldChg>
      <pc:sldChg chg="addSp modSp mod">
        <pc:chgData name="Gera Weiss" userId="f0aa0173-552d-4808-9782-d425e6aaf8d9" providerId="ADAL" clId="{7AEAAC21-8D5F-4A8A-BCAD-9DCF7D33D61D}" dt="2025-05-19T09:00:12.215" v="185" actId="14100"/>
        <pc:sldMkLst>
          <pc:docMk/>
          <pc:sldMk cId="1187743485" sldId="379"/>
        </pc:sldMkLst>
        <pc:spChg chg="add mod">
          <ac:chgData name="Gera Weiss" userId="f0aa0173-552d-4808-9782-d425e6aaf8d9" providerId="ADAL" clId="{7AEAAC21-8D5F-4A8A-BCAD-9DCF7D33D61D}" dt="2025-05-19T09:00:12.215" v="185" actId="14100"/>
          <ac:spMkLst>
            <pc:docMk/>
            <pc:sldMk cId="1187743485" sldId="379"/>
            <ac:spMk id="7" creationId="{BD6FE865-0B6D-F3D4-71CD-989AB2392735}"/>
          </ac:spMkLst>
        </pc:spChg>
        <pc:picChg chg="add mod">
          <ac:chgData name="Gera Weiss" userId="f0aa0173-552d-4808-9782-d425e6aaf8d9" providerId="ADAL" clId="{7AEAAC21-8D5F-4A8A-BCAD-9DCF7D33D61D}" dt="2025-05-19T08:59:57.995" v="184" actId="1076"/>
          <ac:picMkLst>
            <pc:docMk/>
            <pc:sldMk cId="1187743485" sldId="379"/>
            <ac:picMk id="4" creationId="{54346FDB-E816-CF0F-0DCF-A2E2EBF7C0DF}"/>
          </ac:picMkLst>
        </pc:picChg>
      </pc:sldChg>
      <pc:sldChg chg="modSp mod">
        <pc:chgData name="Gera Weiss" userId="f0aa0173-552d-4808-9782-d425e6aaf8d9" providerId="ADAL" clId="{7AEAAC21-8D5F-4A8A-BCAD-9DCF7D33D61D}" dt="2025-05-19T08:22:32.235" v="47" actId="1076"/>
        <pc:sldMkLst>
          <pc:docMk/>
          <pc:sldMk cId="3765053176" sldId="380"/>
        </pc:sldMkLst>
        <pc:spChg chg="mod">
          <ac:chgData name="Gera Weiss" userId="f0aa0173-552d-4808-9782-d425e6aaf8d9" providerId="ADAL" clId="{7AEAAC21-8D5F-4A8A-BCAD-9DCF7D33D61D}" dt="2025-05-19T08:21:40.414" v="42" actId="207"/>
          <ac:spMkLst>
            <pc:docMk/>
            <pc:sldMk cId="3765053176" sldId="380"/>
            <ac:spMk id="5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19T08:22:32.235" v="47" actId="1076"/>
          <ac:spMkLst>
            <pc:docMk/>
            <pc:sldMk cId="3765053176" sldId="380"/>
            <ac:spMk id="6" creationId="{00000000-0000-0000-0000-000000000000}"/>
          </ac:spMkLst>
        </pc:spChg>
      </pc:sldChg>
      <pc:sldChg chg="delSp modSp del mod modShow">
        <pc:chgData name="Gera Weiss" userId="f0aa0173-552d-4808-9782-d425e6aaf8d9" providerId="ADAL" clId="{7AEAAC21-8D5F-4A8A-BCAD-9DCF7D33D61D}" dt="2025-05-21T08:46:48.654" v="1056" actId="2696"/>
        <pc:sldMkLst>
          <pc:docMk/>
          <pc:sldMk cId="1690705148" sldId="382"/>
        </pc:sldMkLst>
      </pc:sldChg>
      <pc:sldChg chg="addSp delSp modSp mod modAnim">
        <pc:chgData name="Gera Weiss" userId="f0aa0173-552d-4808-9782-d425e6aaf8d9" providerId="ADAL" clId="{7AEAAC21-8D5F-4A8A-BCAD-9DCF7D33D61D}" dt="2025-05-21T07:09:43.555" v="373" actId="14100"/>
        <pc:sldMkLst>
          <pc:docMk/>
          <pc:sldMk cId="827519917" sldId="390"/>
        </pc:sldMkLst>
        <pc:picChg chg="add mod">
          <ac:chgData name="Gera Weiss" userId="f0aa0173-552d-4808-9782-d425e6aaf8d9" providerId="ADAL" clId="{7AEAAC21-8D5F-4A8A-BCAD-9DCF7D33D61D}" dt="2025-05-21T07:09:43.555" v="373" actId="14100"/>
          <ac:picMkLst>
            <pc:docMk/>
            <pc:sldMk cId="827519917" sldId="390"/>
            <ac:picMk id="4" creationId="{5605C82A-9EB7-6801-0A06-CA4AA54D56D6}"/>
          </ac:picMkLst>
        </pc:picChg>
        <pc:picChg chg="add mod">
          <ac:chgData name="Gera Weiss" userId="f0aa0173-552d-4808-9782-d425e6aaf8d9" providerId="ADAL" clId="{7AEAAC21-8D5F-4A8A-BCAD-9DCF7D33D61D}" dt="2025-05-21T07:04:35.418" v="359" actId="1076"/>
          <ac:picMkLst>
            <pc:docMk/>
            <pc:sldMk cId="827519917" sldId="390"/>
            <ac:picMk id="52" creationId="{84CF3989-2291-F01E-FA93-31301357BFD5}"/>
          </ac:picMkLst>
        </pc:picChg>
      </pc:sldChg>
      <pc:sldChg chg="modSp">
        <pc:chgData name="Gera Weiss" userId="f0aa0173-552d-4808-9782-d425e6aaf8d9" providerId="ADAL" clId="{7AEAAC21-8D5F-4A8A-BCAD-9DCF7D33D61D}" dt="2025-05-21T08:39:14.982" v="1027"/>
        <pc:sldMkLst>
          <pc:docMk/>
          <pc:sldMk cId="3330781240" sldId="391"/>
        </pc:sldMkLst>
        <pc:spChg chg="mod">
          <ac:chgData name="Gera Weiss" userId="f0aa0173-552d-4808-9782-d425e6aaf8d9" providerId="ADAL" clId="{7AEAAC21-8D5F-4A8A-BCAD-9DCF7D33D61D}" dt="2025-05-21T08:38:58.682" v="1026"/>
          <ac:spMkLst>
            <pc:docMk/>
            <pc:sldMk cId="3330781240" sldId="391"/>
            <ac:spMk id="5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8:58.682" v="1026"/>
          <ac:spMkLst>
            <pc:docMk/>
            <pc:sldMk cId="3330781240" sldId="391"/>
            <ac:spMk id="12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8:58.682" v="1026"/>
          <ac:spMkLst>
            <pc:docMk/>
            <pc:sldMk cId="3330781240" sldId="391"/>
            <ac:spMk id="29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8:58.682" v="1026"/>
          <ac:spMkLst>
            <pc:docMk/>
            <pc:sldMk cId="3330781240" sldId="391"/>
            <ac:spMk id="30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9:14.982" v="1027"/>
          <ac:spMkLst>
            <pc:docMk/>
            <pc:sldMk cId="3330781240" sldId="391"/>
            <ac:spMk id="38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8:44.819" v="1023"/>
          <ac:spMkLst>
            <pc:docMk/>
            <pc:sldMk cId="3330781240" sldId="391"/>
            <ac:spMk id="81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8:44.819" v="1023"/>
          <ac:spMkLst>
            <pc:docMk/>
            <pc:sldMk cId="3330781240" sldId="391"/>
            <ac:spMk id="82" creationId="{00000000-0000-0000-0000-000000000000}"/>
          </ac:spMkLst>
        </pc:spChg>
        <pc:spChg chg="mod">
          <ac:chgData name="Gera Weiss" userId="f0aa0173-552d-4808-9782-d425e6aaf8d9" providerId="ADAL" clId="{7AEAAC21-8D5F-4A8A-BCAD-9DCF7D33D61D}" dt="2025-05-21T08:39:14.982" v="1027"/>
          <ac:spMkLst>
            <pc:docMk/>
            <pc:sldMk cId="3330781240" sldId="391"/>
            <ac:spMk id="88" creationId="{00000000-0000-0000-0000-000000000000}"/>
          </ac:spMkLst>
        </pc:spChg>
      </pc:sldChg>
      <pc:sldChg chg="del">
        <pc:chgData name="Gera Weiss" userId="f0aa0173-552d-4808-9782-d425e6aaf8d9" providerId="ADAL" clId="{7AEAAC21-8D5F-4A8A-BCAD-9DCF7D33D61D}" dt="2025-05-21T08:40:43.229" v="1028" actId="47"/>
        <pc:sldMkLst>
          <pc:docMk/>
          <pc:sldMk cId="1655000273" sldId="392"/>
        </pc:sldMkLst>
      </pc:sldChg>
      <pc:sldChg chg="del">
        <pc:chgData name="Gera Weiss" userId="f0aa0173-552d-4808-9782-d425e6aaf8d9" providerId="ADAL" clId="{7AEAAC21-8D5F-4A8A-BCAD-9DCF7D33D61D}" dt="2025-05-19T08:27:00.507" v="78" actId="47"/>
        <pc:sldMkLst>
          <pc:docMk/>
          <pc:sldMk cId="1684083654" sldId="394"/>
        </pc:sldMkLst>
      </pc:sldChg>
      <pc:sldChg chg="addSp delSp modSp mod">
        <pc:chgData name="Gera Weiss" userId="f0aa0173-552d-4808-9782-d425e6aaf8d9" providerId="ADAL" clId="{7AEAAC21-8D5F-4A8A-BCAD-9DCF7D33D61D}" dt="2025-05-21T08:37:49.094" v="1018"/>
        <pc:sldMkLst>
          <pc:docMk/>
          <pc:sldMk cId="2803100937" sldId="395"/>
        </pc:sldMkLst>
        <pc:picChg chg="add mod">
          <ac:chgData name="Gera Weiss" userId="f0aa0173-552d-4808-9782-d425e6aaf8d9" providerId="ADAL" clId="{7AEAAC21-8D5F-4A8A-BCAD-9DCF7D33D61D}" dt="2025-05-21T08:37:49.094" v="1018"/>
          <ac:picMkLst>
            <pc:docMk/>
            <pc:sldMk cId="2803100937" sldId="395"/>
            <ac:picMk id="14" creationId="{C960B9E3-5091-A87C-D1FB-0E23296D63DE}"/>
          </ac:picMkLst>
        </pc:picChg>
        <pc:picChg chg="mod">
          <ac:chgData name="Gera Weiss" userId="f0aa0173-552d-4808-9782-d425e6aaf8d9" providerId="ADAL" clId="{7AEAAC21-8D5F-4A8A-BCAD-9DCF7D33D61D}" dt="2025-05-21T08:36:15.626" v="1011" actId="1076"/>
          <ac:picMkLst>
            <pc:docMk/>
            <pc:sldMk cId="2803100937" sldId="395"/>
            <ac:picMk id="20" creationId="{00000000-0000-0000-0000-000000000000}"/>
          </ac:picMkLst>
        </pc:picChg>
      </pc:sldChg>
      <pc:sldChg chg="addSp delSp modSp add mod delAnim modAnim">
        <pc:chgData name="Gera Weiss" userId="f0aa0173-552d-4808-9782-d425e6aaf8d9" providerId="ADAL" clId="{7AEAAC21-8D5F-4A8A-BCAD-9DCF7D33D61D}" dt="2025-05-21T07:16:39.999" v="377"/>
        <pc:sldMkLst>
          <pc:docMk/>
          <pc:sldMk cId="3137547568" sldId="397"/>
        </pc:sldMkLst>
        <pc:spChg chg="mod">
          <ac:chgData name="Gera Weiss" userId="f0aa0173-552d-4808-9782-d425e6aaf8d9" providerId="ADAL" clId="{7AEAAC21-8D5F-4A8A-BCAD-9DCF7D33D61D}" dt="2025-05-21T06:47:07.289" v="306" actId="108"/>
          <ac:spMkLst>
            <pc:docMk/>
            <pc:sldMk cId="3137547568" sldId="397"/>
            <ac:spMk id="5" creationId="{1ED1DC1A-7130-C7A4-ED0C-B09D13250478}"/>
          </ac:spMkLst>
        </pc:spChg>
        <pc:spChg chg="mod">
          <ac:chgData name="Gera Weiss" userId="f0aa0173-552d-4808-9782-d425e6aaf8d9" providerId="ADAL" clId="{7AEAAC21-8D5F-4A8A-BCAD-9DCF7D33D61D}" dt="2025-05-21T06:42:49.550" v="259" actId="1076"/>
          <ac:spMkLst>
            <pc:docMk/>
            <pc:sldMk cId="3137547568" sldId="397"/>
            <ac:spMk id="10" creationId="{5CE24986-8D86-19C4-9B43-9823F11E55FF}"/>
          </ac:spMkLst>
        </pc:spChg>
        <pc:spChg chg="mod topLvl">
          <ac:chgData name="Gera Weiss" userId="f0aa0173-552d-4808-9782-d425e6aaf8d9" providerId="ADAL" clId="{7AEAAC21-8D5F-4A8A-BCAD-9DCF7D33D61D}" dt="2025-05-21T06:49:48.200" v="337" actId="165"/>
          <ac:spMkLst>
            <pc:docMk/>
            <pc:sldMk cId="3137547568" sldId="397"/>
            <ac:spMk id="11" creationId="{5FC5DF4A-866A-BFE5-D9E2-EF8751620255}"/>
          </ac:spMkLst>
        </pc:spChg>
        <pc:spChg chg="mod topLvl">
          <ac:chgData name="Gera Weiss" userId="f0aa0173-552d-4808-9782-d425e6aaf8d9" providerId="ADAL" clId="{7AEAAC21-8D5F-4A8A-BCAD-9DCF7D33D61D}" dt="2025-05-21T06:50:25.740" v="344" actId="108"/>
          <ac:spMkLst>
            <pc:docMk/>
            <pc:sldMk cId="3137547568" sldId="397"/>
            <ac:spMk id="12" creationId="{5484A5C7-9721-9A19-C598-9ED682084AA9}"/>
          </ac:spMkLst>
        </pc:spChg>
        <pc:spChg chg="add mod topLvl">
          <ac:chgData name="Gera Weiss" userId="f0aa0173-552d-4808-9782-d425e6aaf8d9" providerId="ADAL" clId="{7AEAAC21-8D5F-4A8A-BCAD-9DCF7D33D61D}" dt="2025-05-21T06:49:48.200" v="337" actId="165"/>
          <ac:spMkLst>
            <pc:docMk/>
            <pc:sldMk cId="3137547568" sldId="397"/>
            <ac:spMk id="14" creationId="{34883475-9866-61D9-B754-21E2727207DD}"/>
          </ac:spMkLst>
        </pc:spChg>
        <pc:spChg chg="add mod">
          <ac:chgData name="Gera Weiss" userId="f0aa0173-552d-4808-9782-d425e6aaf8d9" providerId="ADAL" clId="{7AEAAC21-8D5F-4A8A-BCAD-9DCF7D33D61D}" dt="2025-05-21T06:44:41.038" v="278" actId="206"/>
          <ac:spMkLst>
            <pc:docMk/>
            <pc:sldMk cId="3137547568" sldId="397"/>
            <ac:spMk id="19" creationId="{73C02F54-3C4A-0C4B-AE78-E3E5CF61F8D4}"/>
          </ac:spMkLst>
        </pc:spChg>
        <pc:spChg chg="mod topLvl">
          <ac:chgData name="Gera Weiss" userId="f0aa0173-552d-4808-9782-d425e6aaf8d9" providerId="ADAL" clId="{7AEAAC21-8D5F-4A8A-BCAD-9DCF7D33D61D}" dt="2025-05-21T06:49:48.200" v="337" actId="165"/>
          <ac:spMkLst>
            <pc:docMk/>
            <pc:sldMk cId="3137547568" sldId="397"/>
            <ac:spMk id="20" creationId="{5DA18370-819A-05ED-DA7D-ADEEC71983C9}"/>
          </ac:spMkLst>
        </pc:spChg>
        <pc:spChg chg="add mod">
          <ac:chgData name="Gera Weiss" userId="f0aa0173-552d-4808-9782-d425e6aaf8d9" providerId="ADAL" clId="{7AEAAC21-8D5F-4A8A-BCAD-9DCF7D33D61D}" dt="2025-05-21T06:47:08.126" v="307" actId="108"/>
          <ac:spMkLst>
            <pc:docMk/>
            <pc:sldMk cId="3137547568" sldId="397"/>
            <ac:spMk id="26" creationId="{A7E4EE29-F817-9DEB-FD74-7209A194C436}"/>
          </ac:spMkLst>
        </pc:spChg>
        <pc:spChg chg="add mod">
          <ac:chgData name="Gera Weiss" userId="f0aa0173-552d-4808-9782-d425e6aaf8d9" providerId="ADAL" clId="{7AEAAC21-8D5F-4A8A-BCAD-9DCF7D33D61D}" dt="2025-05-21T06:47:04.616" v="304" actId="108"/>
          <ac:spMkLst>
            <pc:docMk/>
            <pc:sldMk cId="3137547568" sldId="397"/>
            <ac:spMk id="31" creationId="{28C25EED-40CB-97EC-B17C-22C227DB7658}"/>
          </ac:spMkLst>
        </pc:spChg>
        <pc:spChg chg="add mod topLvl">
          <ac:chgData name="Gera Weiss" userId="f0aa0173-552d-4808-9782-d425e6aaf8d9" providerId="ADAL" clId="{7AEAAC21-8D5F-4A8A-BCAD-9DCF7D33D61D}" dt="2025-05-21T06:49:48.200" v="337" actId="165"/>
          <ac:spMkLst>
            <pc:docMk/>
            <pc:sldMk cId="3137547568" sldId="397"/>
            <ac:spMk id="32" creationId="{D4791DD7-70C2-0F54-B23E-1ED63276EF02}"/>
          </ac:spMkLst>
        </pc:spChg>
        <pc:spChg chg="add mod">
          <ac:chgData name="Gera Weiss" userId="f0aa0173-552d-4808-9782-d425e6aaf8d9" providerId="ADAL" clId="{7AEAAC21-8D5F-4A8A-BCAD-9DCF7D33D61D}" dt="2025-05-21T06:50:43.232" v="345" actId="1076"/>
          <ac:spMkLst>
            <pc:docMk/>
            <pc:sldMk cId="3137547568" sldId="397"/>
            <ac:spMk id="33" creationId="{BD1CEFA0-400D-B808-ECFF-B39F78149FF6}"/>
          </ac:spMkLst>
        </pc:spChg>
        <pc:spChg chg="add mod">
          <ac:chgData name="Gera Weiss" userId="f0aa0173-552d-4808-9782-d425e6aaf8d9" providerId="ADAL" clId="{7AEAAC21-8D5F-4A8A-BCAD-9DCF7D33D61D}" dt="2025-05-21T06:48:17.468" v="323" actId="108"/>
          <ac:spMkLst>
            <pc:docMk/>
            <pc:sldMk cId="3137547568" sldId="397"/>
            <ac:spMk id="34" creationId="{BA45C302-734B-62B4-55C3-27A0FFD22589}"/>
          </ac:spMkLst>
        </pc:spChg>
        <pc:spChg chg="add mod">
          <ac:chgData name="Gera Weiss" userId="f0aa0173-552d-4808-9782-d425e6aaf8d9" providerId="ADAL" clId="{7AEAAC21-8D5F-4A8A-BCAD-9DCF7D33D61D}" dt="2025-05-21T06:52:55.055" v="347" actId="1076"/>
          <ac:spMkLst>
            <pc:docMk/>
            <pc:sldMk cId="3137547568" sldId="397"/>
            <ac:spMk id="35" creationId="{9C4766AA-D5EE-A430-B5A2-5B46A47EE60A}"/>
          </ac:spMkLst>
        </pc:spChg>
        <pc:spChg chg="add mod topLvl">
          <ac:chgData name="Gera Weiss" userId="f0aa0173-552d-4808-9782-d425e6aaf8d9" providerId="ADAL" clId="{7AEAAC21-8D5F-4A8A-BCAD-9DCF7D33D61D}" dt="2025-05-21T06:49:48.200" v="337" actId="165"/>
          <ac:spMkLst>
            <pc:docMk/>
            <pc:sldMk cId="3137547568" sldId="397"/>
            <ac:spMk id="48" creationId="{EC6F753E-5353-0FFD-2854-7B5E60E413D2}"/>
          </ac:spMkLst>
        </pc:spChg>
        <pc:spChg chg="add mod">
          <ac:chgData name="Gera Weiss" userId="f0aa0173-552d-4808-9782-d425e6aaf8d9" providerId="ADAL" clId="{7AEAAC21-8D5F-4A8A-BCAD-9DCF7D33D61D}" dt="2025-05-21T06:49:51.144" v="338" actId="1076"/>
          <ac:spMkLst>
            <pc:docMk/>
            <pc:sldMk cId="3137547568" sldId="397"/>
            <ac:spMk id="49" creationId="{62B74A88-BBD2-1849-749F-BF388093BA1C}"/>
          </ac:spMkLst>
        </pc:spChg>
        <pc:spChg chg="add mod">
          <ac:chgData name="Gera Weiss" userId="f0aa0173-552d-4808-9782-d425e6aaf8d9" providerId="ADAL" clId="{7AEAAC21-8D5F-4A8A-BCAD-9DCF7D33D61D}" dt="2025-05-21T06:50:19.031" v="343" actId="1076"/>
          <ac:spMkLst>
            <pc:docMk/>
            <pc:sldMk cId="3137547568" sldId="397"/>
            <ac:spMk id="51" creationId="{9CBD14E0-2A06-B698-26F3-D6D9EBB1EBD6}"/>
          </ac:spMkLst>
        </pc:spChg>
        <pc:picChg chg="mod">
          <ac:chgData name="Gera Weiss" userId="f0aa0173-552d-4808-9782-d425e6aaf8d9" providerId="ADAL" clId="{7AEAAC21-8D5F-4A8A-BCAD-9DCF7D33D61D}" dt="2025-05-21T07:16:39.999" v="377"/>
          <ac:picMkLst>
            <pc:docMk/>
            <pc:sldMk cId="3137547568" sldId="397"/>
            <ac:picMk id="9" creationId="{DF85C2E6-2F58-3C2D-2D7F-32EBE00573F3}"/>
          </ac:picMkLst>
        </pc:picChg>
        <pc:cxnChg chg="mod topLvl">
          <ac:chgData name="Gera Weiss" userId="f0aa0173-552d-4808-9782-d425e6aaf8d9" providerId="ADAL" clId="{7AEAAC21-8D5F-4A8A-BCAD-9DCF7D33D61D}" dt="2025-05-21T06:49:48.200" v="337" actId="165"/>
          <ac:cxnSpMkLst>
            <pc:docMk/>
            <pc:sldMk cId="3137547568" sldId="397"/>
            <ac:cxnSpMk id="15" creationId="{60653943-15CC-942B-8B7D-2E58A3ADFAD1}"/>
          </ac:cxnSpMkLst>
        </pc:cxnChg>
        <pc:cxnChg chg="mod topLvl">
          <ac:chgData name="Gera Weiss" userId="f0aa0173-552d-4808-9782-d425e6aaf8d9" providerId="ADAL" clId="{7AEAAC21-8D5F-4A8A-BCAD-9DCF7D33D61D}" dt="2025-05-21T06:49:48.200" v="337" actId="165"/>
          <ac:cxnSpMkLst>
            <pc:docMk/>
            <pc:sldMk cId="3137547568" sldId="397"/>
            <ac:cxnSpMk id="16" creationId="{9DEBC587-AB12-83B9-51BA-29B3AC0CCC11}"/>
          </ac:cxnSpMkLst>
        </pc:cxnChg>
        <pc:cxnChg chg="mod">
          <ac:chgData name="Gera Weiss" userId="f0aa0173-552d-4808-9782-d425e6aaf8d9" providerId="ADAL" clId="{7AEAAC21-8D5F-4A8A-BCAD-9DCF7D33D61D}" dt="2025-05-21T06:50:02.159" v="339" actId="14100"/>
          <ac:cxnSpMkLst>
            <pc:docMk/>
            <pc:sldMk cId="3137547568" sldId="397"/>
            <ac:cxnSpMk id="27" creationId="{CB72B12E-BC31-7C3E-184E-8F7F9C2CD46B}"/>
          </ac:cxnSpMkLst>
        </pc:cxnChg>
      </pc:sldChg>
      <pc:sldChg chg="add del">
        <pc:chgData name="Gera Weiss" userId="f0aa0173-552d-4808-9782-d425e6aaf8d9" providerId="ADAL" clId="{7AEAAC21-8D5F-4A8A-BCAD-9DCF7D33D61D}" dt="2025-05-19T08:59:15.382" v="177"/>
        <pc:sldMkLst>
          <pc:docMk/>
          <pc:sldMk cId="4084168294" sldId="397"/>
        </pc:sldMkLst>
      </pc:sldChg>
      <pc:sldChg chg="addSp delSp modSp add del mod modShow">
        <pc:chgData name="Gera Weiss" userId="f0aa0173-552d-4808-9782-d425e6aaf8d9" providerId="ADAL" clId="{7AEAAC21-8D5F-4A8A-BCAD-9DCF7D33D61D}" dt="2025-05-19T08:20:49.784" v="22" actId="47"/>
        <pc:sldMkLst>
          <pc:docMk/>
          <pc:sldMk cId="4189602696" sldId="397"/>
        </pc:sldMkLst>
      </pc:sldChg>
      <pc:sldChg chg="add modTransition">
        <pc:chgData name="Gera Weiss" userId="f0aa0173-552d-4808-9782-d425e6aaf8d9" providerId="ADAL" clId="{7AEAAC21-8D5F-4A8A-BCAD-9DCF7D33D61D}" dt="2025-05-21T07:10:07.343" v="375"/>
        <pc:sldMkLst>
          <pc:docMk/>
          <pc:sldMk cId="2306015241" sldId="398"/>
        </pc:sldMkLst>
      </pc:sldChg>
      <pc:sldChg chg="addSp modSp add mod ord">
        <pc:chgData name="Gera Weiss" userId="f0aa0173-552d-4808-9782-d425e6aaf8d9" providerId="ADAL" clId="{7AEAAC21-8D5F-4A8A-BCAD-9DCF7D33D61D}" dt="2025-05-21T08:24:29.459" v="1008" actId="20577"/>
        <pc:sldMkLst>
          <pc:docMk/>
          <pc:sldMk cId="1398689433" sldId="399"/>
        </pc:sldMkLst>
        <pc:spChg chg="add mod">
          <ac:chgData name="Gera Weiss" userId="f0aa0173-552d-4808-9782-d425e6aaf8d9" providerId="ADAL" clId="{7AEAAC21-8D5F-4A8A-BCAD-9DCF7D33D61D}" dt="2025-05-21T08:24:29.459" v="1008" actId="20577"/>
          <ac:spMkLst>
            <pc:docMk/>
            <pc:sldMk cId="1398689433" sldId="399"/>
            <ac:spMk id="3" creationId="{D78928D6-D482-5E3D-B76E-C15D40AFE03D}"/>
          </ac:spMkLst>
        </pc:spChg>
        <pc:spChg chg="mod">
          <ac:chgData name="Gera Weiss" userId="f0aa0173-552d-4808-9782-d425e6aaf8d9" providerId="ADAL" clId="{7AEAAC21-8D5F-4A8A-BCAD-9DCF7D33D61D}" dt="2025-05-21T08:05:46.083" v="628" actId="14100"/>
          <ac:spMkLst>
            <pc:docMk/>
            <pc:sldMk cId="1398689433" sldId="399"/>
            <ac:spMk id="5" creationId="{E0CBBD3A-604E-DFA5-B572-B999F9F299D4}"/>
          </ac:spMkLst>
        </pc:spChg>
        <pc:spChg chg="add mod">
          <ac:chgData name="Gera Weiss" userId="f0aa0173-552d-4808-9782-d425e6aaf8d9" providerId="ADAL" clId="{7AEAAC21-8D5F-4A8A-BCAD-9DCF7D33D61D}" dt="2025-05-21T08:20:01.180" v="997" actId="1076"/>
          <ac:spMkLst>
            <pc:docMk/>
            <pc:sldMk cId="1398689433" sldId="399"/>
            <ac:spMk id="6" creationId="{1DAB7F3B-6588-C3A9-173C-42FB1676DC9A}"/>
          </ac:spMkLst>
        </pc:spChg>
        <pc:spChg chg="mod">
          <ac:chgData name="Gera Weiss" userId="f0aa0173-552d-4808-9782-d425e6aaf8d9" providerId="ADAL" clId="{7AEAAC21-8D5F-4A8A-BCAD-9DCF7D33D61D}" dt="2025-05-21T08:02:21.084" v="466" actId="1076"/>
          <ac:spMkLst>
            <pc:docMk/>
            <pc:sldMk cId="1398689433" sldId="399"/>
            <ac:spMk id="7" creationId="{6B48CEBE-7CCD-EF9C-A68B-0DAC8C8A40B3}"/>
          </ac:spMkLst>
        </pc:spChg>
        <pc:spChg chg="mod">
          <ac:chgData name="Gera Weiss" userId="f0aa0173-552d-4808-9782-d425e6aaf8d9" providerId="ADAL" clId="{7AEAAC21-8D5F-4A8A-BCAD-9DCF7D33D61D}" dt="2025-05-21T08:20:11.694" v="1001" actId="14100"/>
          <ac:spMkLst>
            <pc:docMk/>
            <pc:sldMk cId="1398689433" sldId="399"/>
            <ac:spMk id="8" creationId="{5F0D6499-FF1E-E60C-F8F9-669740EBCF7F}"/>
          </ac:spMkLst>
        </pc:spChg>
        <pc:spChg chg="mod">
          <ac:chgData name="Gera Weiss" userId="f0aa0173-552d-4808-9782-d425e6aaf8d9" providerId="ADAL" clId="{7AEAAC21-8D5F-4A8A-BCAD-9DCF7D33D61D}" dt="2025-05-21T08:18:14.204" v="894" actId="14100"/>
          <ac:spMkLst>
            <pc:docMk/>
            <pc:sldMk cId="1398689433" sldId="399"/>
            <ac:spMk id="9" creationId="{DBEDF88F-7E59-09C6-D209-75BF98486385}"/>
          </ac:spMkLst>
        </pc:spChg>
        <pc:spChg chg="add mod">
          <ac:chgData name="Gera Weiss" userId="f0aa0173-552d-4808-9782-d425e6aaf8d9" providerId="ADAL" clId="{7AEAAC21-8D5F-4A8A-BCAD-9DCF7D33D61D}" dt="2025-05-21T08:20:23.661" v="1004" actId="1076"/>
          <ac:spMkLst>
            <pc:docMk/>
            <pc:sldMk cId="1398689433" sldId="399"/>
            <ac:spMk id="12" creationId="{53181C07-1CDE-D9B6-1D81-A4D1E4425FE5}"/>
          </ac:spMkLst>
        </pc:spChg>
      </pc:sldChg>
    </pc:docChg>
  </pc:docChgLst>
  <pc:docChgLst>
    <pc:chgData name="Gera Weiss" userId="f0aa0173-552d-4808-9782-d425e6aaf8d9" providerId="ADAL" clId="{F6BA636C-42F8-44B4-BE61-6A5164C30C7E}"/>
    <pc:docChg chg="undo custSel addSld delSld modSld sldOrd modMainMaster">
      <pc:chgData name="Gera Weiss" userId="f0aa0173-552d-4808-9782-d425e6aaf8d9" providerId="ADAL" clId="{F6BA636C-42F8-44B4-BE61-6A5164C30C7E}" dt="2024-06-23T06:55:29.090" v="950" actId="729"/>
      <pc:docMkLst>
        <pc:docMk/>
      </pc:docMkLst>
      <pc:sldChg chg="addSp delSp modSp mod modShow">
        <pc:chgData name="Gera Weiss" userId="f0aa0173-552d-4808-9782-d425e6aaf8d9" providerId="ADAL" clId="{F6BA636C-42F8-44B4-BE61-6A5164C30C7E}" dt="2024-06-23T06:08:08.152" v="401"/>
        <pc:sldMkLst>
          <pc:docMk/>
          <pc:sldMk cId="0" sldId="307"/>
        </pc:sldMkLst>
      </pc:sldChg>
      <pc:sldChg chg="addSp delSp modSp mod">
        <pc:chgData name="Gera Weiss" userId="f0aa0173-552d-4808-9782-d425e6aaf8d9" providerId="ADAL" clId="{F6BA636C-42F8-44B4-BE61-6A5164C30C7E}" dt="2024-06-23T06:07:56.632" v="395"/>
        <pc:sldMkLst>
          <pc:docMk/>
          <pc:sldMk cId="0" sldId="315"/>
        </pc:sldMkLst>
      </pc:sldChg>
      <pc:sldChg chg="addSp delSp modSp mod">
        <pc:chgData name="Gera Weiss" userId="f0aa0173-552d-4808-9782-d425e6aaf8d9" providerId="ADAL" clId="{F6BA636C-42F8-44B4-BE61-6A5164C30C7E}" dt="2024-06-23T06:07:59.370" v="397"/>
        <pc:sldMkLst>
          <pc:docMk/>
          <pc:sldMk cId="0" sldId="316"/>
        </pc:sldMkLst>
      </pc:sldChg>
      <pc:sldChg chg="addSp delSp modSp mod modShow">
        <pc:chgData name="Gera Weiss" userId="f0aa0173-552d-4808-9782-d425e6aaf8d9" providerId="ADAL" clId="{F6BA636C-42F8-44B4-BE61-6A5164C30C7E}" dt="2024-06-23T06:07:46.519" v="393"/>
        <pc:sldMkLst>
          <pc:docMk/>
          <pc:sldMk cId="0" sldId="343"/>
        </pc:sldMkLst>
      </pc:sldChg>
      <pc:sldChg chg="mod ord modShow">
        <pc:chgData name="Gera Weiss" userId="f0aa0173-552d-4808-9782-d425e6aaf8d9" providerId="ADAL" clId="{F6BA636C-42F8-44B4-BE61-6A5164C30C7E}" dt="2024-06-23T05:35:05.296" v="24"/>
        <pc:sldMkLst>
          <pc:docMk/>
          <pc:sldMk cId="0" sldId="345"/>
        </pc:sldMkLst>
      </pc:sldChg>
      <pc:sldChg chg="addSp delSp modSp mod ord">
        <pc:chgData name="Gera Weiss" userId="f0aa0173-552d-4808-9782-d425e6aaf8d9" providerId="ADAL" clId="{F6BA636C-42F8-44B4-BE61-6A5164C30C7E}" dt="2024-06-23T06:07:27.225" v="387"/>
        <pc:sldMkLst>
          <pc:docMk/>
          <pc:sldMk cId="0" sldId="346"/>
        </pc:sldMkLst>
      </pc:sldChg>
      <pc:sldChg chg="addSp delSp modSp mod modShow">
        <pc:chgData name="Gera Weiss" userId="f0aa0173-552d-4808-9782-d425e6aaf8d9" providerId="ADAL" clId="{F6BA636C-42F8-44B4-BE61-6A5164C30C7E}" dt="2024-06-23T06:07:17.027" v="383"/>
        <pc:sldMkLst>
          <pc:docMk/>
          <pc:sldMk cId="0" sldId="349"/>
        </pc:sldMkLst>
      </pc:sldChg>
      <pc:sldChg chg="addSp delSp modSp mod">
        <pc:chgData name="Gera Weiss" userId="f0aa0173-552d-4808-9782-d425e6aaf8d9" providerId="ADAL" clId="{F6BA636C-42F8-44B4-BE61-6A5164C30C7E}" dt="2024-06-23T05:50:02.255" v="108" actId="1076"/>
        <pc:sldMkLst>
          <pc:docMk/>
          <pc:sldMk cId="0" sldId="351"/>
        </pc:sldMkLst>
      </pc:sldChg>
      <pc:sldChg chg="ord">
        <pc:chgData name="Gera Weiss" userId="f0aa0173-552d-4808-9782-d425e6aaf8d9" providerId="ADAL" clId="{F6BA636C-42F8-44B4-BE61-6A5164C30C7E}" dt="2024-06-23T06:05:59.446" v="372"/>
        <pc:sldMkLst>
          <pc:docMk/>
          <pc:sldMk cId="0" sldId="354"/>
        </pc:sldMkLst>
      </pc:sldChg>
      <pc:sldChg chg="addSp delSp modSp del mod">
        <pc:chgData name="Gera Weiss" userId="f0aa0173-552d-4808-9782-d425e6aaf8d9" providerId="ADAL" clId="{F6BA636C-42F8-44B4-BE61-6A5164C30C7E}" dt="2024-06-23T06:40:28.928" v="833" actId="47"/>
        <pc:sldMkLst>
          <pc:docMk/>
          <pc:sldMk cId="0" sldId="360"/>
        </pc:sldMkLst>
      </pc:sldChg>
      <pc:sldChg chg="addSp delSp modSp mod modShow">
        <pc:chgData name="Gera Weiss" userId="f0aa0173-552d-4808-9782-d425e6aaf8d9" providerId="ADAL" clId="{F6BA636C-42F8-44B4-BE61-6A5164C30C7E}" dt="2024-06-23T06:48:13.115" v="886" actId="729"/>
        <pc:sldMkLst>
          <pc:docMk/>
          <pc:sldMk cId="0" sldId="361"/>
        </pc:sldMkLst>
      </pc:sldChg>
      <pc:sldChg chg="mod modShow">
        <pc:chgData name="Gera Weiss" userId="f0aa0173-552d-4808-9782-d425e6aaf8d9" providerId="ADAL" clId="{F6BA636C-42F8-44B4-BE61-6A5164C30C7E}" dt="2024-06-23T06:42:35.725" v="834" actId="729"/>
        <pc:sldMkLst>
          <pc:docMk/>
          <pc:sldMk cId="0" sldId="362"/>
        </pc:sldMkLst>
      </pc:sldChg>
      <pc:sldChg chg="addSp delSp modSp mod">
        <pc:chgData name="Gera Weiss" userId="f0aa0173-552d-4808-9782-d425e6aaf8d9" providerId="ADAL" clId="{F6BA636C-42F8-44B4-BE61-6A5164C30C7E}" dt="2024-06-23T06:51:41.435" v="895" actId="478"/>
        <pc:sldMkLst>
          <pc:docMk/>
          <pc:sldMk cId="0" sldId="363"/>
        </pc:sldMkLst>
      </pc:sldChg>
      <pc:sldChg chg="modSp mod">
        <pc:chgData name="Gera Weiss" userId="f0aa0173-552d-4808-9782-d425e6aaf8d9" providerId="ADAL" clId="{F6BA636C-42F8-44B4-BE61-6A5164C30C7E}" dt="2024-06-20T06:59:14.229" v="7" actId="20577"/>
        <pc:sldMkLst>
          <pc:docMk/>
          <pc:sldMk cId="0" sldId="367"/>
        </pc:sldMkLst>
      </pc:sldChg>
      <pc:sldChg chg="addSp delSp modSp mod">
        <pc:chgData name="Gera Weiss" userId="f0aa0173-552d-4808-9782-d425e6aaf8d9" providerId="ADAL" clId="{F6BA636C-42F8-44B4-BE61-6A5164C30C7E}" dt="2024-06-23T06:07:02.984" v="377"/>
        <pc:sldMkLst>
          <pc:docMk/>
          <pc:sldMk cId="0" sldId="369"/>
        </pc:sldMkLst>
      </pc:sldChg>
      <pc:sldChg chg="addSp delSp modSp mod">
        <pc:chgData name="Gera Weiss" userId="f0aa0173-552d-4808-9782-d425e6aaf8d9" providerId="ADAL" clId="{F6BA636C-42F8-44B4-BE61-6A5164C30C7E}" dt="2024-06-23T06:04:41.640" v="370" actId="1036"/>
        <pc:sldMkLst>
          <pc:docMk/>
          <pc:sldMk cId="0" sldId="370"/>
        </pc:sldMkLst>
      </pc:sldChg>
      <pc:sldChg chg="delSp modSp mod">
        <pc:chgData name="Gera Weiss" userId="f0aa0173-552d-4808-9782-d425e6aaf8d9" providerId="ADAL" clId="{F6BA636C-42F8-44B4-BE61-6A5164C30C7E}" dt="2024-06-23T06:54:30.291" v="949" actId="1037"/>
        <pc:sldMkLst>
          <pc:docMk/>
          <pc:sldMk cId="0" sldId="371"/>
        </pc:sldMkLst>
      </pc:sldChg>
      <pc:sldChg chg="addSp modSp mod">
        <pc:chgData name="Gera Weiss" userId="f0aa0173-552d-4808-9782-d425e6aaf8d9" providerId="ADAL" clId="{F6BA636C-42F8-44B4-BE61-6A5164C30C7E}" dt="2024-06-23T06:26:08.425" v="525" actId="408"/>
        <pc:sldMkLst>
          <pc:docMk/>
          <pc:sldMk cId="0" sldId="372"/>
        </pc:sldMkLst>
      </pc:sldChg>
      <pc:sldChg chg="addSp delSp modSp mod">
        <pc:chgData name="Gera Weiss" userId="f0aa0173-552d-4808-9782-d425e6aaf8d9" providerId="ADAL" clId="{F6BA636C-42F8-44B4-BE61-6A5164C30C7E}" dt="2024-06-23T06:07:20.063" v="385"/>
        <pc:sldMkLst>
          <pc:docMk/>
          <pc:sldMk cId="0" sldId="373"/>
        </pc:sldMkLst>
      </pc:sldChg>
      <pc:sldChg chg="modSp mod">
        <pc:chgData name="Gera Weiss" userId="f0aa0173-552d-4808-9782-d425e6aaf8d9" providerId="ADAL" clId="{F6BA636C-42F8-44B4-BE61-6A5164C30C7E}" dt="2024-06-23T06:06:41.265" v="373" actId="2711"/>
        <pc:sldMkLst>
          <pc:docMk/>
          <pc:sldMk cId="0" sldId="374"/>
        </pc:sldMkLst>
      </pc:sldChg>
      <pc:sldChg chg="mod modShow">
        <pc:chgData name="Gera Weiss" userId="f0aa0173-552d-4808-9782-d425e6aaf8d9" providerId="ADAL" clId="{F6BA636C-42F8-44B4-BE61-6A5164C30C7E}" dt="2024-06-23T06:55:29.090" v="950" actId="729"/>
        <pc:sldMkLst>
          <pc:docMk/>
          <pc:sldMk cId="0" sldId="376"/>
        </pc:sldMkLst>
      </pc:sldChg>
      <pc:sldChg chg="addSp delSp modSp mod">
        <pc:chgData name="Gera Weiss" userId="f0aa0173-552d-4808-9782-d425e6aaf8d9" providerId="ADAL" clId="{F6BA636C-42F8-44B4-BE61-6A5164C30C7E}" dt="2024-06-23T06:06:56.003" v="375"/>
        <pc:sldMkLst>
          <pc:docMk/>
          <pc:sldMk cId="1187743485" sldId="379"/>
        </pc:sldMkLst>
      </pc:sldChg>
      <pc:sldChg chg="addSp delSp modSp mod">
        <pc:chgData name="Gera Weiss" userId="f0aa0173-552d-4808-9782-d425e6aaf8d9" providerId="ADAL" clId="{F6BA636C-42F8-44B4-BE61-6A5164C30C7E}" dt="2024-06-23T06:08:15.711" v="403"/>
        <pc:sldMkLst>
          <pc:docMk/>
          <pc:sldMk cId="3765053176" sldId="380"/>
        </pc:sldMkLst>
      </pc:sldChg>
      <pc:sldChg chg="addSp delSp modSp mod">
        <pc:chgData name="Gera Weiss" userId="f0aa0173-552d-4808-9782-d425e6aaf8d9" providerId="ADAL" clId="{F6BA636C-42F8-44B4-BE61-6A5164C30C7E}" dt="2024-06-23T06:07:08.716" v="379"/>
        <pc:sldMkLst>
          <pc:docMk/>
          <pc:sldMk cId="2851377009" sldId="381"/>
        </pc:sldMkLst>
      </pc:sldChg>
      <pc:sldChg chg="addSp delSp modSp mod">
        <pc:chgData name="Gera Weiss" userId="f0aa0173-552d-4808-9782-d425e6aaf8d9" providerId="ADAL" clId="{F6BA636C-42F8-44B4-BE61-6A5164C30C7E}" dt="2024-06-23T06:08:01.560" v="399"/>
        <pc:sldMkLst>
          <pc:docMk/>
          <pc:sldMk cId="2654201467" sldId="385"/>
        </pc:sldMkLst>
      </pc:sldChg>
      <pc:sldChg chg="addSp delSp modSp mod">
        <pc:chgData name="Gera Weiss" userId="f0aa0173-552d-4808-9782-d425e6aaf8d9" providerId="ADAL" clId="{F6BA636C-42F8-44B4-BE61-6A5164C30C7E}" dt="2024-06-23T06:07:39.216" v="391"/>
        <pc:sldMkLst>
          <pc:docMk/>
          <pc:sldMk cId="1432133754" sldId="387"/>
        </pc:sldMkLst>
      </pc:sldChg>
      <pc:sldChg chg="addSp delSp modSp mod">
        <pc:chgData name="Gera Weiss" userId="f0aa0173-552d-4808-9782-d425e6aaf8d9" providerId="ADAL" clId="{F6BA636C-42F8-44B4-BE61-6A5164C30C7E}" dt="2024-06-23T06:07:34.875" v="389"/>
        <pc:sldMkLst>
          <pc:docMk/>
          <pc:sldMk cId="427619623" sldId="388"/>
        </pc:sldMkLst>
      </pc:sldChg>
      <pc:sldChg chg="addSp delSp modSp mod">
        <pc:chgData name="Gera Weiss" userId="f0aa0173-552d-4808-9782-d425e6aaf8d9" providerId="ADAL" clId="{F6BA636C-42F8-44B4-BE61-6A5164C30C7E}" dt="2024-06-23T06:07:11.976" v="381"/>
        <pc:sldMkLst>
          <pc:docMk/>
          <pc:sldMk cId="827519917" sldId="390"/>
        </pc:sldMkLst>
      </pc:sldChg>
      <pc:sldChg chg="mod modShow">
        <pc:chgData name="Gera Weiss" userId="f0aa0173-552d-4808-9782-d425e6aaf8d9" providerId="ADAL" clId="{F6BA636C-42F8-44B4-BE61-6A5164C30C7E}" dt="2024-06-23T06:42:35.725" v="834" actId="729"/>
        <pc:sldMkLst>
          <pc:docMk/>
          <pc:sldMk cId="1655000273" sldId="392"/>
        </pc:sldMkLst>
      </pc:sldChg>
      <pc:sldChg chg="addSp delSp modSp mod modShow">
        <pc:chgData name="Gera Weiss" userId="f0aa0173-552d-4808-9782-d425e6aaf8d9" providerId="ADAL" clId="{F6BA636C-42F8-44B4-BE61-6A5164C30C7E}" dt="2024-06-23T06:48:13.115" v="886" actId="729"/>
        <pc:sldMkLst>
          <pc:docMk/>
          <pc:sldMk cId="3272904494" sldId="393"/>
        </pc:sldMkLst>
      </pc:sldChg>
      <pc:sldChg chg="addSp modSp mod">
        <pc:chgData name="Gera Weiss" userId="f0aa0173-552d-4808-9782-d425e6aaf8d9" providerId="ADAL" clId="{F6BA636C-42F8-44B4-BE61-6A5164C30C7E}" dt="2024-06-23T06:32:38.948" v="702" actId="1036"/>
        <pc:sldMkLst>
          <pc:docMk/>
          <pc:sldMk cId="2803100937" sldId="395"/>
        </pc:sldMkLst>
      </pc:sldChg>
      <pc:sldChg chg="addSp delSp modSp add mod">
        <pc:chgData name="Gera Weiss" userId="f0aa0173-552d-4808-9782-d425e6aaf8d9" providerId="ADAL" clId="{F6BA636C-42F8-44B4-BE61-6A5164C30C7E}" dt="2024-06-23T06:45:34.837" v="855" actId="164"/>
        <pc:sldMkLst>
          <pc:docMk/>
          <pc:sldMk cId="33495704" sldId="396"/>
        </pc:sldMkLst>
      </pc:sldChg>
      <pc:sldMasterChg chg="modSldLayout">
        <pc:chgData name="Gera Weiss" userId="f0aa0173-552d-4808-9782-d425e6aaf8d9" providerId="ADAL" clId="{F6BA636C-42F8-44B4-BE61-6A5164C30C7E}" dt="2024-06-20T06:47:15.533" v="1"/>
        <pc:sldMasterMkLst>
          <pc:docMk/>
          <pc:sldMasterMk cId="0" sldId="2147483708"/>
        </pc:sldMasterMkLst>
        <pc:sldLayoutChg chg="addSp delSp modSp mod">
          <pc:chgData name="Gera Weiss" userId="f0aa0173-552d-4808-9782-d425e6aaf8d9" providerId="ADAL" clId="{F6BA636C-42F8-44B4-BE61-6A5164C30C7E}" dt="2024-06-20T06:47:15.533" v="1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  <pc:docChgLst>
    <pc:chgData name="Gera Weiss" userId="f0aa0173-552d-4808-9782-d425e6aaf8d9" providerId="ADAL" clId="{1923BA39-4E63-4C03-BBDF-88E769F7A0AC}"/>
    <pc:docChg chg="modSld modShowInfo">
      <pc:chgData name="Gera Weiss" userId="f0aa0173-552d-4808-9782-d425e6aaf8d9" providerId="ADAL" clId="{1923BA39-4E63-4C03-BBDF-88E769F7A0AC}" dt="2024-06-23T07:06:36.914" v="4" actId="1035"/>
      <pc:docMkLst>
        <pc:docMk/>
      </pc:docMkLst>
      <pc:sldChg chg="modSp mod">
        <pc:chgData name="Gera Weiss" userId="f0aa0173-552d-4808-9782-d425e6aaf8d9" providerId="ADAL" clId="{1923BA39-4E63-4C03-BBDF-88E769F7A0AC}" dt="2024-06-23T07:06:36.914" v="4" actId="1035"/>
        <pc:sldMkLst>
          <pc:docMk/>
          <pc:sldMk cId="0" sldId="35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/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9518BAC0-AC77-442F-8F5C-504552EDAD9A}">
      <dgm:prSet custT="1"/>
      <dgm:spPr/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gm:t>
    </dgm:pt>
    <dgm:pt modelId="{63AC6296-6608-4F12-B6BB-F7270B771993}" type="par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DDE15CD4-71DE-4BFE-BCE5-7ECF159B57DA}" type="sib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4891CBF0-58E0-4743-A889-2AB25C8F32B7}">
      <dgm:prSet phldrT="[Text]" custT="1"/>
      <dgm:spPr/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7EF6208D-0F18-498F-A4FB-E9613A12DF07}">
      <dgm:prSet phldrT="[Text]" custT="1"/>
      <dgm:spPr/>
      <dgm:t>
        <a:bodyPr/>
        <a:lstStyle/>
        <a:p>
          <a:pPr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4"/>
      <dgm:spPr/>
    </dgm:pt>
    <dgm:pt modelId="{158E2DB7-D6B0-46E7-BE6A-C62634D34FFA}" type="pres">
      <dgm:prSet presAssocID="{810C7596-5982-444A-A894-55C290CED637}" presName="img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4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4"/>
      <dgm:spPr/>
    </dgm:pt>
    <dgm:pt modelId="{E03ADDCD-18FF-44AF-84C5-7DE435534974}" type="pres">
      <dgm:prSet presAssocID="{4891CBF0-58E0-4743-A889-2AB25C8F32B7}" presName="img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4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4"/>
      <dgm:spPr/>
    </dgm:pt>
    <dgm:pt modelId="{049AD942-7533-41E4-BBA2-424C5AC17A9D}" type="pres">
      <dgm:prSet presAssocID="{7EF6208D-0F18-498F-A4FB-E9613A12DF07}" presName="img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4">
        <dgm:presLayoutVars>
          <dgm:bulletEnabled val="1"/>
        </dgm:presLayoutVars>
      </dgm:prSet>
      <dgm:spPr/>
    </dgm:pt>
    <dgm:pt modelId="{B0435D53-FB83-4212-BD69-BFB15172128F}" type="pres">
      <dgm:prSet presAssocID="{C765E09D-412F-436F-9945-F3AEF17EF6BB}" presName="spacer" presStyleCnt="0"/>
      <dgm:spPr/>
    </dgm:pt>
    <dgm:pt modelId="{26C4BDFB-C95B-4610-B28A-F876E5B47DB9}" type="pres">
      <dgm:prSet presAssocID="{9518BAC0-AC77-442F-8F5C-504552EDAD9A}" presName="comp" presStyleCnt="0"/>
      <dgm:spPr/>
    </dgm:pt>
    <dgm:pt modelId="{F421C5C8-EFBC-4E95-8C0C-FA2DB6397756}" type="pres">
      <dgm:prSet presAssocID="{9518BAC0-AC77-442F-8F5C-504552EDAD9A}" presName="box" presStyleLbl="node1" presStyleIdx="3" presStyleCnt="4"/>
      <dgm:spPr/>
    </dgm:pt>
    <dgm:pt modelId="{550C8578-02F1-4F58-BBF9-D8D10390AB53}" type="pres">
      <dgm:prSet presAssocID="{9518BAC0-AC77-442F-8F5C-504552EDAD9A}" presName="img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77BCA8CE-6E26-4922-9B7D-C52921D26AA8}" type="pres">
      <dgm:prSet presAssocID="{9518BAC0-AC77-442F-8F5C-504552EDAD9A}" presName="text" presStyleLbl="node1" presStyleIdx="3" presStyleCnt="4">
        <dgm:presLayoutVars>
          <dgm:bulletEnabled val="1"/>
        </dgm:presLayoutVars>
      </dgm:prSet>
      <dgm:spPr/>
    </dgm:pt>
  </dgm:ptLst>
  <dgm:cxnLst>
    <dgm:cxn modelId="{1BF60109-4BE7-4427-BE4D-F261F19D767B}" srcId="{268E5045-F80D-4251-9166-477E54A6FF0C}" destId="{9518BAC0-AC77-442F-8F5C-504552EDAD9A}" srcOrd="3" destOrd="0" parTransId="{63AC6296-6608-4F12-B6BB-F7270B771993}" sibTransId="{DDE15CD4-71DE-4BFE-BCE5-7ECF159B57DA}"/>
    <dgm:cxn modelId="{1574F538-24BB-428C-B9F8-7482DBCF20F5}" type="presOf" srcId="{9518BAC0-AC77-442F-8F5C-504552EDAD9A}" destId="{F421C5C8-EFBC-4E95-8C0C-FA2DB6397756}" srcOrd="0" destOrd="0" presId="urn:microsoft.com/office/officeart/2005/8/layout/vList4#1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8A793085-9A73-44C6-BF55-FF8B15293D5E}" type="presOf" srcId="{810C7596-5982-444A-A894-55C290CED637}" destId="{8E0F2305-258D-4428-9FBF-D94A5D3D3C9F}" srcOrd="0" destOrd="0" presId="urn:microsoft.com/office/officeart/2005/8/layout/vList4#1"/>
    <dgm:cxn modelId="{5DE28A8F-B30F-46FB-A53B-17F4038532C2}" type="presOf" srcId="{9518BAC0-AC77-442F-8F5C-504552EDAD9A}" destId="{77BCA8CE-6E26-4922-9B7D-C52921D26AA8}" srcOrd="1" destOrd="0" presId="urn:microsoft.com/office/officeart/2005/8/layout/vList4#1"/>
    <dgm:cxn modelId="{4E8E9896-4B17-4EB6-A98A-42F67B282A00}" type="presOf" srcId="{268E5045-F80D-4251-9166-477E54A6FF0C}" destId="{F914EBAB-9AE0-4C9C-AD59-C8AF93FB6377}" srcOrd="0" destOrd="0" presId="urn:microsoft.com/office/officeart/2005/8/layout/vList4#1"/>
    <dgm:cxn modelId="{8BE3A996-4737-48FA-B76A-52F7D170C697}" type="presOf" srcId="{4891CBF0-58E0-4743-A889-2AB25C8F32B7}" destId="{72EC1CC4-9F98-4FF6-AFF5-359F01F835C5}" srcOrd="0" destOrd="0" presId="urn:microsoft.com/office/officeart/2005/8/layout/vList4#1"/>
    <dgm:cxn modelId="{273A47BE-4CF5-4955-B06C-285F882E84AE}" type="presOf" srcId="{7EF6208D-0F18-498F-A4FB-E9613A12DF07}" destId="{C92EE605-6976-48F1-9426-8399DE8D452F}" srcOrd="0" destOrd="0" presId="urn:microsoft.com/office/officeart/2005/8/layout/vList4#1"/>
    <dgm:cxn modelId="{CA92F8CB-8305-46E3-8CC7-D585DFB25D0E}" type="presOf" srcId="{4891CBF0-58E0-4743-A889-2AB25C8F32B7}" destId="{70B99703-76E8-42B1-9954-BFC81FE1D8B9}" srcOrd="1" destOrd="0" presId="urn:microsoft.com/office/officeart/2005/8/layout/vList4#1"/>
    <dgm:cxn modelId="{F2DFB6D4-B2C9-4D4E-B02B-3431EA7E07FB}" type="presOf" srcId="{7EF6208D-0F18-498F-A4FB-E9613A12DF07}" destId="{68507ACD-3393-4A87-87B3-73D4DE5192B9}" srcOrd="1" destOrd="0" presId="urn:microsoft.com/office/officeart/2005/8/layout/vList4#1"/>
    <dgm:cxn modelId="{DA103AED-14CB-4AA0-BA80-9D7C6AE0D29D}" type="presOf" srcId="{810C7596-5982-444A-A894-55C290CED637}" destId="{A469B5D2-5C1D-4E16-81D9-7CE4020DBD97}" srcOrd="1" destOrd="0" presId="urn:microsoft.com/office/officeart/2005/8/layout/vList4#1"/>
    <dgm:cxn modelId="{8379961A-4866-4430-ADBC-E1CD2087BBC8}" type="presParOf" srcId="{F914EBAB-9AE0-4C9C-AD59-C8AF93FB6377}" destId="{ABE1C741-270E-44A0-8FAA-56C8D6192DF5}" srcOrd="0" destOrd="0" presId="urn:microsoft.com/office/officeart/2005/8/layout/vList4#1"/>
    <dgm:cxn modelId="{26D4D600-0D69-483D-80A9-53DB943A09C1}" type="presParOf" srcId="{ABE1C741-270E-44A0-8FAA-56C8D6192DF5}" destId="{8E0F2305-258D-4428-9FBF-D94A5D3D3C9F}" srcOrd="0" destOrd="0" presId="urn:microsoft.com/office/officeart/2005/8/layout/vList4#1"/>
    <dgm:cxn modelId="{E1CFF7A2-C17F-48B3-A436-16D5B894159C}" type="presParOf" srcId="{ABE1C741-270E-44A0-8FAA-56C8D6192DF5}" destId="{158E2DB7-D6B0-46E7-BE6A-C62634D34FFA}" srcOrd="1" destOrd="0" presId="urn:microsoft.com/office/officeart/2005/8/layout/vList4#1"/>
    <dgm:cxn modelId="{A224C7D2-0253-4F50-917E-672B93ED8BA6}" type="presParOf" srcId="{ABE1C741-270E-44A0-8FAA-56C8D6192DF5}" destId="{A469B5D2-5C1D-4E16-81D9-7CE4020DBD97}" srcOrd="2" destOrd="0" presId="urn:microsoft.com/office/officeart/2005/8/layout/vList4#1"/>
    <dgm:cxn modelId="{7B7DDFB0-D714-45C8-AE6B-8C69CA78DC3B}" type="presParOf" srcId="{F914EBAB-9AE0-4C9C-AD59-C8AF93FB6377}" destId="{E6D01480-D6F9-4817-ABFB-3AE46EB9A852}" srcOrd="1" destOrd="0" presId="urn:microsoft.com/office/officeart/2005/8/layout/vList4#1"/>
    <dgm:cxn modelId="{55064957-301E-49E9-9764-59E20C45B53B}" type="presParOf" srcId="{F914EBAB-9AE0-4C9C-AD59-C8AF93FB6377}" destId="{7B79AD2B-6A8A-4467-A1C1-A9C0199D90C6}" srcOrd="2" destOrd="0" presId="urn:microsoft.com/office/officeart/2005/8/layout/vList4#1"/>
    <dgm:cxn modelId="{151F17B1-5E56-4179-9229-36502195AB1F}" type="presParOf" srcId="{7B79AD2B-6A8A-4467-A1C1-A9C0199D90C6}" destId="{72EC1CC4-9F98-4FF6-AFF5-359F01F835C5}" srcOrd="0" destOrd="0" presId="urn:microsoft.com/office/officeart/2005/8/layout/vList4#1"/>
    <dgm:cxn modelId="{0C6BB69D-D999-4F93-B102-5D74EF0D27DA}" type="presParOf" srcId="{7B79AD2B-6A8A-4467-A1C1-A9C0199D90C6}" destId="{E03ADDCD-18FF-44AF-84C5-7DE435534974}" srcOrd="1" destOrd="0" presId="urn:microsoft.com/office/officeart/2005/8/layout/vList4#1"/>
    <dgm:cxn modelId="{3EE13088-D6B8-4901-A965-A9911E428DD7}" type="presParOf" srcId="{7B79AD2B-6A8A-4467-A1C1-A9C0199D90C6}" destId="{70B99703-76E8-42B1-9954-BFC81FE1D8B9}" srcOrd="2" destOrd="0" presId="urn:microsoft.com/office/officeart/2005/8/layout/vList4#1"/>
    <dgm:cxn modelId="{40D70053-FFFE-467B-BC2C-F925D197CAB2}" type="presParOf" srcId="{F914EBAB-9AE0-4C9C-AD59-C8AF93FB6377}" destId="{5147987D-A1A0-49A4-B921-5F9E09ECF2AE}" srcOrd="3" destOrd="0" presId="urn:microsoft.com/office/officeart/2005/8/layout/vList4#1"/>
    <dgm:cxn modelId="{3BFF8115-F017-41B9-B087-7E9847398A6F}" type="presParOf" srcId="{F914EBAB-9AE0-4C9C-AD59-C8AF93FB6377}" destId="{A9025056-6CAE-4853-AF54-2C96B2829A56}" srcOrd="4" destOrd="0" presId="urn:microsoft.com/office/officeart/2005/8/layout/vList4#1"/>
    <dgm:cxn modelId="{E6021765-4D0B-4362-B528-7E6E5C13709C}" type="presParOf" srcId="{A9025056-6CAE-4853-AF54-2C96B2829A56}" destId="{C92EE605-6976-48F1-9426-8399DE8D452F}" srcOrd="0" destOrd="0" presId="urn:microsoft.com/office/officeart/2005/8/layout/vList4#1"/>
    <dgm:cxn modelId="{F32F2335-8691-4980-9BDB-395B0D31D412}" type="presParOf" srcId="{A9025056-6CAE-4853-AF54-2C96B2829A56}" destId="{049AD942-7533-41E4-BBA2-424C5AC17A9D}" srcOrd="1" destOrd="0" presId="urn:microsoft.com/office/officeart/2005/8/layout/vList4#1"/>
    <dgm:cxn modelId="{E929810C-1EB6-497D-8CC8-4A618258A200}" type="presParOf" srcId="{A9025056-6CAE-4853-AF54-2C96B2829A56}" destId="{68507ACD-3393-4A87-87B3-73D4DE5192B9}" srcOrd="2" destOrd="0" presId="urn:microsoft.com/office/officeart/2005/8/layout/vList4#1"/>
    <dgm:cxn modelId="{274BA08F-EA9B-42ED-A484-0288ED3F8EE0}" type="presParOf" srcId="{F914EBAB-9AE0-4C9C-AD59-C8AF93FB6377}" destId="{B0435D53-FB83-4212-BD69-BFB15172128F}" srcOrd="5" destOrd="0" presId="urn:microsoft.com/office/officeart/2005/8/layout/vList4#1"/>
    <dgm:cxn modelId="{7D9B4818-EF5B-48EB-86DA-1581991F3932}" type="presParOf" srcId="{F914EBAB-9AE0-4C9C-AD59-C8AF93FB6377}" destId="{26C4BDFB-C95B-4610-B28A-F876E5B47DB9}" srcOrd="6" destOrd="0" presId="urn:microsoft.com/office/officeart/2005/8/layout/vList4#1"/>
    <dgm:cxn modelId="{2E419D9E-9112-4ADE-9357-1A66FD46EE4E}" type="presParOf" srcId="{26C4BDFB-C95B-4610-B28A-F876E5B47DB9}" destId="{F421C5C8-EFBC-4E95-8C0C-FA2DB6397756}" srcOrd="0" destOrd="0" presId="urn:microsoft.com/office/officeart/2005/8/layout/vList4#1"/>
    <dgm:cxn modelId="{30C78606-086C-4D01-9254-024462AF7D27}" type="presParOf" srcId="{26C4BDFB-C95B-4610-B28A-F876E5B47DB9}" destId="{550C8578-02F1-4F58-BBF9-D8D10390AB53}" srcOrd="1" destOrd="0" presId="urn:microsoft.com/office/officeart/2005/8/layout/vList4#1"/>
    <dgm:cxn modelId="{FB2A9A30-F1B3-4ED8-A302-9FF76E8A9573}" type="presParOf" srcId="{26C4BDFB-C95B-4610-B28A-F876E5B47DB9}" destId="{77BCA8CE-6E26-4922-9B7D-C52921D26AA8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b="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9518BAC0-AC77-442F-8F5C-504552EDAD9A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gm:t>
    </dgm:pt>
    <dgm:pt modelId="{63AC6296-6608-4F12-B6BB-F7270B771993}" type="par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DDE15CD4-71DE-4BFE-BCE5-7ECF159B57DA}" type="sib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4891CBF0-58E0-4743-A889-2AB25C8F32B7}">
      <dgm:prSet phldrT="[Text]" custT="1"/>
      <dgm:spPr/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4"/>
      <dgm:spPr/>
    </dgm:pt>
    <dgm:pt modelId="{158E2DB7-D6B0-46E7-BE6A-C62634D34FFA}" type="pres">
      <dgm:prSet presAssocID="{810C7596-5982-444A-A894-55C290CED637}" presName="img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4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4"/>
      <dgm:spPr/>
    </dgm:pt>
    <dgm:pt modelId="{E03ADDCD-18FF-44AF-84C5-7DE435534974}" type="pres">
      <dgm:prSet presAssocID="{4891CBF0-58E0-4743-A889-2AB25C8F32B7}" presName="img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4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4"/>
      <dgm:spPr/>
    </dgm:pt>
    <dgm:pt modelId="{049AD942-7533-41E4-BBA2-424C5AC17A9D}" type="pres">
      <dgm:prSet presAssocID="{7EF6208D-0F18-498F-A4FB-E9613A12DF07}" presName="img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4">
        <dgm:presLayoutVars>
          <dgm:bulletEnabled val="1"/>
        </dgm:presLayoutVars>
      </dgm:prSet>
      <dgm:spPr/>
    </dgm:pt>
    <dgm:pt modelId="{B0435D53-FB83-4212-BD69-BFB15172128F}" type="pres">
      <dgm:prSet presAssocID="{C765E09D-412F-436F-9945-F3AEF17EF6BB}" presName="spacer" presStyleCnt="0"/>
      <dgm:spPr/>
    </dgm:pt>
    <dgm:pt modelId="{26C4BDFB-C95B-4610-B28A-F876E5B47DB9}" type="pres">
      <dgm:prSet presAssocID="{9518BAC0-AC77-442F-8F5C-504552EDAD9A}" presName="comp" presStyleCnt="0"/>
      <dgm:spPr/>
    </dgm:pt>
    <dgm:pt modelId="{F421C5C8-EFBC-4E95-8C0C-FA2DB6397756}" type="pres">
      <dgm:prSet presAssocID="{9518BAC0-AC77-442F-8F5C-504552EDAD9A}" presName="box" presStyleLbl="node1" presStyleIdx="3" presStyleCnt="4"/>
      <dgm:spPr/>
    </dgm:pt>
    <dgm:pt modelId="{550C8578-02F1-4F58-BBF9-D8D10390AB53}" type="pres">
      <dgm:prSet presAssocID="{9518BAC0-AC77-442F-8F5C-504552EDAD9A}" presName="img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77BCA8CE-6E26-4922-9B7D-C52921D26AA8}" type="pres">
      <dgm:prSet presAssocID="{9518BAC0-AC77-442F-8F5C-504552EDAD9A}" presName="text" presStyleLbl="node1" presStyleIdx="3" presStyleCnt="4">
        <dgm:presLayoutVars>
          <dgm:bulletEnabled val="1"/>
        </dgm:presLayoutVars>
      </dgm:prSet>
      <dgm:spPr/>
    </dgm:pt>
  </dgm:ptLst>
  <dgm:cxnLst>
    <dgm:cxn modelId="{1BF60109-4BE7-4427-BE4D-F261F19D767B}" srcId="{268E5045-F80D-4251-9166-477E54A6FF0C}" destId="{9518BAC0-AC77-442F-8F5C-504552EDAD9A}" srcOrd="3" destOrd="0" parTransId="{63AC6296-6608-4F12-B6BB-F7270B771993}" sibTransId="{DDE15CD4-71DE-4BFE-BCE5-7ECF159B57DA}"/>
    <dgm:cxn modelId="{4962D924-B7D9-4087-9B5D-0A088724FD8C}" type="presOf" srcId="{7EF6208D-0F18-498F-A4FB-E9613A12DF07}" destId="{C92EE605-6976-48F1-9426-8399DE8D452F}" srcOrd="0" destOrd="0" presId="urn:microsoft.com/office/officeart/2005/8/layout/vList4#2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E6EA9A70-E183-480B-BC90-EB02006137C5}" type="presOf" srcId="{4891CBF0-58E0-4743-A889-2AB25C8F32B7}" destId="{70B99703-76E8-42B1-9954-BFC81FE1D8B9}" srcOrd="1" destOrd="0" presId="urn:microsoft.com/office/officeart/2005/8/layout/vList4#2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B86D19A1-C4BF-4054-9B77-795BA14CD8D6}" type="presOf" srcId="{810C7596-5982-444A-A894-55C290CED637}" destId="{8E0F2305-258D-4428-9FBF-D94A5D3D3C9F}" srcOrd="0" destOrd="0" presId="urn:microsoft.com/office/officeart/2005/8/layout/vList4#2"/>
    <dgm:cxn modelId="{F2390BAF-579D-47F1-B552-64582D68E9C9}" type="presOf" srcId="{268E5045-F80D-4251-9166-477E54A6FF0C}" destId="{F914EBAB-9AE0-4C9C-AD59-C8AF93FB6377}" srcOrd="0" destOrd="0" presId="urn:microsoft.com/office/officeart/2005/8/layout/vList4#2"/>
    <dgm:cxn modelId="{9EF531AF-FCE9-4E17-8CC4-0C531534BD18}" type="presOf" srcId="{9518BAC0-AC77-442F-8F5C-504552EDAD9A}" destId="{77BCA8CE-6E26-4922-9B7D-C52921D26AA8}" srcOrd="1" destOrd="0" presId="urn:microsoft.com/office/officeart/2005/8/layout/vList4#2"/>
    <dgm:cxn modelId="{760C78D2-85C9-458F-882D-1FCDD13FBE60}" type="presOf" srcId="{9518BAC0-AC77-442F-8F5C-504552EDAD9A}" destId="{F421C5C8-EFBC-4E95-8C0C-FA2DB6397756}" srcOrd="0" destOrd="0" presId="urn:microsoft.com/office/officeart/2005/8/layout/vList4#2"/>
    <dgm:cxn modelId="{9B7810DC-365C-4D80-AD72-4A33AD6680D5}" type="presOf" srcId="{810C7596-5982-444A-A894-55C290CED637}" destId="{A469B5D2-5C1D-4E16-81D9-7CE4020DBD97}" srcOrd="1" destOrd="0" presId="urn:microsoft.com/office/officeart/2005/8/layout/vList4#2"/>
    <dgm:cxn modelId="{8F83CFF2-C7F5-49BD-9609-4C9B30A02612}" type="presOf" srcId="{4891CBF0-58E0-4743-A889-2AB25C8F32B7}" destId="{72EC1CC4-9F98-4FF6-AFF5-359F01F835C5}" srcOrd="0" destOrd="0" presId="urn:microsoft.com/office/officeart/2005/8/layout/vList4#2"/>
    <dgm:cxn modelId="{07D892FA-D1F4-4FBE-9F57-FD170BA7118B}" type="presOf" srcId="{7EF6208D-0F18-498F-A4FB-E9613A12DF07}" destId="{68507ACD-3393-4A87-87B3-73D4DE5192B9}" srcOrd="1" destOrd="0" presId="urn:microsoft.com/office/officeart/2005/8/layout/vList4#2"/>
    <dgm:cxn modelId="{640CF47B-83DC-4D2C-A8B9-89B7D52A987C}" type="presParOf" srcId="{F914EBAB-9AE0-4C9C-AD59-C8AF93FB6377}" destId="{ABE1C741-270E-44A0-8FAA-56C8D6192DF5}" srcOrd="0" destOrd="0" presId="urn:microsoft.com/office/officeart/2005/8/layout/vList4#2"/>
    <dgm:cxn modelId="{B8EBA3A5-F3D7-40B2-8CCC-35374092026E}" type="presParOf" srcId="{ABE1C741-270E-44A0-8FAA-56C8D6192DF5}" destId="{8E0F2305-258D-4428-9FBF-D94A5D3D3C9F}" srcOrd="0" destOrd="0" presId="urn:microsoft.com/office/officeart/2005/8/layout/vList4#2"/>
    <dgm:cxn modelId="{064AF726-A152-4936-A938-C6C4A3DE4A01}" type="presParOf" srcId="{ABE1C741-270E-44A0-8FAA-56C8D6192DF5}" destId="{158E2DB7-D6B0-46E7-BE6A-C62634D34FFA}" srcOrd="1" destOrd="0" presId="urn:microsoft.com/office/officeart/2005/8/layout/vList4#2"/>
    <dgm:cxn modelId="{973C3870-AF42-487C-BB01-7952DF9C9DC5}" type="presParOf" srcId="{ABE1C741-270E-44A0-8FAA-56C8D6192DF5}" destId="{A469B5D2-5C1D-4E16-81D9-7CE4020DBD97}" srcOrd="2" destOrd="0" presId="urn:microsoft.com/office/officeart/2005/8/layout/vList4#2"/>
    <dgm:cxn modelId="{D6EEE649-4F7C-45F3-8AB4-C8E309D877E7}" type="presParOf" srcId="{F914EBAB-9AE0-4C9C-AD59-C8AF93FB6377}" destId="{E6D01480-D6F9-4817-ABFB-3AE46EB9A852}" srcOrd="1" destOrd="0" presId="urn:microsoft.com/office/officeart/2005/8/layout/vList4#2"/>
    <dgm:cxn modelId="{04433AB6-2886-450F-84FB-D21251FA3283}" type="presParOf" srcId="{F914EBAB-9AE0-4C9C-AD59-C8AF93FB6377}" destId="{7B79AD2B-6A8A-4467-A1C1-A9C0199D90C6}" srcOrd="2" destOrd="0" presId="urn:microsoft.com/office/officeart/2005/8/layout/vList4#2"/>
    <dgm:cxn modelId="{8687F38D-C5D0-4616-9A52-6336CA273BBF}" type="presParOf" srcId="{7B79AD2B-6A8A-4467-A1C1-A9C0199D90C6}" destId="{72EC1CC4-9F98-4FF6-AFF5-359F01F835C5}" srcOrd="0" destOrd="0" presId="urn:microsoft.com/office/officeart/2005/8/layout/vList4#2"/>
    <dgm:cxn modelId="{14A0FFC1-53DC-4FA2-A631-143FB801372A}" type="presParOf" srcId="{7B79AD2B-6A8A-4467-A1C1-A9C0199D90C6}" destId="{E03ADDCD-18FF-44AF-84C5-7DE435534974}" srcOrd="1" destOrd="0" presId="urn:microsoft.com/office/officeart/2005/8/layout/vList4#2"/>
    <dgm:cxn modelId="{89D0A190-8C98-4C4E-9C52-B608AD3F7E69}" type="presParOf" srcId="{7B79AD2B-6A8A-4467-A1C1-A9C0199D90C6}" destId="{70B99703-76E8-42B1-9954-BFC81FE1D8B9}" srcOrd="2" destOrd="0" presId="urn:microsoft.com/office/officeart/2005/8/layout/vList4#2"/>
    <dgm:cxn modelId="{4A1AA77B-E616-4AB7-B4AE-A902CAAC3271}" type="presParOf" srcId="{F914EBAB-9AE0-4C9C-AD59-C8AF93FB6377}" destId="{5147987D-A1A0-49A4-B921-5F9E09ECF2AE}" srcOrd="3" destOrd="0" presId="urn:microsoft.com/office/officeart/2005/8/layout/vList4#2"/>
    <dgm:cxn modelId="{B970B17D-7C69-4BBA-9839-B83BC925CF7E}" type="presParOf" srcId="{F914EBAB-9AE0-4C9C-AD59-C8AF93FB6377}" destId="{A9025056-6CAE-4853-AF54-2C96B2829A56}" srcOrd="4" destOrd="0" presId="urn:microsoft.com/office/officeart/2005/8/layout/vList4#2"/>
    <dgm:cxn modelId="{5F800B8F-0814-49BE-9F81-02B8B0F28635}" type="presParOf" srcId="{A9025056-6CAE-4853-AF54-2C96B2829A56}" destId="{C92EE605-6976-48F1-9426-8399DE8D452F}" srcOrd="0" destOrd="0" presId="urn:microsoft.com/office/officeart/2005/8/layout/vList4#2"/>
    <dgm:cxn modelId="{D3ED90E8-0619-4C04-8D81-89F15838DC30}" type="presParOf" srcId="{A9025056-6CAE-4853-AF54-2C96B2829A56}" destId="{049AD942-7533-41E4-BBA2-424C5AC17A9D}" srcOrd="1" destOrd="0" presId="urn:microsoft.com/office/officeart/2005/8/layout/vList4#2"/>
    <dgm:cxn modelId="{B1761ADA-FB9F-4331-9C36-713196B0C60D}" type="presParOf" srcId="{A9025056-6CAE-4853-AF54-2C96B2829A56}" destId="{68507ACD-3393-4A87-87B3-73D4DE5192B9}" srcOrd="2" destOrd="0" presId="urn:microsoft.com/office/officeart/2005/8/layout/vList4#2"/>
    <dgm:cxn modelId="{31AB2AF3-3987-474E-BE2A-BD31F86BE365}" type="presParOf" srcId="{F914EBAB-9AE0-4C9C-AD59-C8AF93FB6377}" destId="{B0435D53-FB83-4212-BD69-BFB15172128F}" srcOrd="5" destOrd="0" presId="urn:microsoft.com/office/officeart/2005/8/layout/vList4#2"/>
    <dgm:cxn modelId="{749AC3EE-A935-4D8A-9768-4644B079FC3A}" type="presParOf" srcId="{F914EBAB-9AE0-4C9C-AD59-C8AF93FB6377}" destId="{26C4BDFB-C95B-4610-B28A-F876E5B47DB9}" srcOrd="6" destOrd="0" presId="urn:microsoft.com/office/officeart/2005/8/layout/vList4#2"/>
    <dgm:cxn modelId="{2379CA20-3EFA-4459-A1B4-35391518BAD6}" type="presParOf" srcId="{26C4BDFB-C95B-4610-B28A-F876E5B47DB9}" destId="{F421C5C8-EFBC-4E95-8C0C-FA2DB6397756}" srcOrd="0" destOrd="0" presId="urn:microsoft.com/office/officeart/2005/8/layout/vList4#2"/>
    <dgm:cxn modelId="{2836BD12-ED13-4835-986E-745F5B3373EE}" type="presParOf" srcId="{26C4BDFB-C95B-4610-B28A-F876E5B47DB9}" destId="{550C8578-02F1-4F58-BBF9-D8D10390AB53}" srcOrd="1" destOrd="0" presId="urn:microsoft.com/office/officeart/2005/8/layout/vList4#2"/>
    <dgm:cxn modelId="{AA8CC780-5AF8-46E6-8060-B6BB461D3FD6}" type="presParOf" srcId="{26C4BDFB-C95B-4610-B28A-F876E5B47DB9}" destId="{77BCA8CE-6E26-4922-9B7D-C52921D26AA8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b="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9518BAC0-AC77-442F-8F5C-504552EDAD9A}">
      <dgm:prSet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gm:t>
    </dgm:pt>
    <dgm:pt modelId="{63AC6296-6608-4F12-B6BB-F7270B771993}" type="par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DDE15CD4-71DE-4BFE-BCE5-7ECF159B57DA}" type="sib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4891CBF0-58E0-4743-A889-2AB25C8F32B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/>
        </a:solidFill>
      </dgm:spPr>
      <dgm:t>
        <a:bodyPr/>
        <a:lstStyle/>
        <a:p>
          <a:pPr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4"/>
      <dgm:spPr/>
    </dgm:pt>
    <dgm:pt modelId="{158E2DB7-D6B0-46E7-BE6A-C62634D34FFA}" type="pres">
      <dgm:prSet presAssocID="{810C7596-5982-444A-A894-55C290CED637}" presName="img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4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4"/>
      <dgm:spPr/>
    </dgm:pt>
    <dgm:pt modelId="{E03ADDCD-18FF-44AF-84C5-7DE435534974}" type="pres">
      <dgm:prSet presAssocID="{4891CBF0-58E0-4743-A889-2AB25C8F32B7}" presName="img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4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4"/>
      <dgm:spPr/>
    </dgm:pt>
    <dgm:pt modelId="{049AD942-7533-41E4-BBA2-424C5AC17A9D}" type="pres">
      <dgm:prSet presAssocID="{7EF6208D-0F18-498F-A4FB-E9613A12DF07}" presName="img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4">
        <dgm:presLayoutVars>
          <dgm:bulletEnabled val="1"/>
        </dgm:presLayoutVars>
      </dgm:prSet>
      <dgm:spPr/>
    </dgm:pt>
    <dgm:pt modelId="{B0435D53-FB83-4212-BD69-BFB15172128F}" type="pres">
      <dgm:prSet presAssocID="{C765E09D-412F-436F-9945-F3AEF17EF6BB}" presName="spacer" presStyleCnt="0"/>
      <dgm:spPr/>
    </dgm:pt>
    <dgm:pt modelId="{26C4BDFB-C95B-4610-B28A-F876E5B47DB9}" type="pres">
      <dgm:prSet presAssocID="{9518BAC0-AC77-442F-8F5C-504552EDAD9A}" presName="comp" presStyleCnt="0"/>
      <dgm:spPr/>
    </dgm:pt>
    <dgm:pt modelId="{F421C5C8-EFBC-4E95-8C0C-FA2DB6397756}" type="pres">
      <dgm:prSet presAssocID="{9518BAC0-AC77-442F-8F5C-504552EDAD9A}" presName="box" presStyleLbl="node1" presStyleIdx="3" presStyleCnt="4"/>
      <dgm:spPr/>
    </dgm:pt>
    <dgm:pt modelId="{550C8578-02F1-4F58-BBF9-D8D10390AB53}" type="pres">
      <dgm:prSet presAssocID="{9518BAC0-AC77-442F-8F5C-504552EDAD9A}" presName="img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77BCA8CE-6E26-4922-9B7D-C52921D26AA8}" type="pres">
      <dgm:prSet presAssocID="{9518BAC0-AC77-442F-8F5C-504552EDAD9A}" presName="text" presStyleLbl="node1" presStyleIdx="3" presStyleCnt="4">
        <dgm:presLayoutVars>
          <dgm:bulletEnabled val="1"/>
        </dgm:presLayoutVars>
      </dgm:prSet>
      <dgm:spPr/>
    </dgm:pt>
  </dgm:ptLst>
  <dgm:cxnLst>
    <dgm:cxn modelId="{1BF60109-4BE7-4427-BE4D-F261F19D767B}" srcId="{268E5045-F80D-4251-9166-477E54A6FF0C}" destId="{9518BAC0-AC77-442F-8F5C-504552EDAD9A}" srcOrd="3" destOrd="0" parTransId="{63AC6296-6608-4F12-B6BB-F7270B771993}" sibTransId="{DDE15CD4-71DE-4BFE-BCE5-7ECF159B57DA}"/>
    <dgm:cxn modelId="{57B14C11-6D11-4469-8DC4-E5108E4B4194}" type="presOf" srcId="{810C7596-5982-444A-A894-55C290CED637}" destId="{A469B5D2-5C1D-4E16-81D9-7CE4020DBD97}" srcOrd="1" destOrd="0" presId="urn:microsoft.com/office/officeart/2005/8/layout/vList4#3"/>
    <dgm:cxn modelId="{95840A18-3E42-49ED-A54A-CA01037B2365}" type="presOf" srcId="{810C7596-5982-444A-A894-55C290CED637}" destId="{8E0F2305-258D-4428-9FBF-D94A5D3D3C9F}" srcOrd="0" destOrd="0" presId="urn:microsoft.com/office/officeart/2005/8/layout/vList4#3"/>
    <dgm:cxn modelId="{AF3C7D41-6F4B-4C17-A0EF-8128D699E938}" type="presOf" srcId="{268E5045-F80D-4251-9166-477E54A6FF0C}" destId="{F914EBAB-9AE0-4C9C-AD59-C8AF93FB6377}" srcOrd="0" destOrd="0" presId="urn:microsoft.com/office/officeart/2005/8/layout/vList4#3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90B7D869-F595-4724-A830-60589370EE84}" type="presOf" srcId="{7EF6208D-0F18-498F-A4FB-E9613A12DF07}" destId="{68507ACD-3393-4A87-87B3-73D4DE5192B9}" srcOrd="1" destOrd="0" presId="urn:microsoft.com/office/officeart/2005/8/layout/vList4#3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64ED667B-90E8-4917-BD93-620F2F689DAE}" type="presOf" srcId="{4891CBF0-58E0-4743-A889-2AB25C8F32B7}" destId="{72EC1CC4-9F98-4FF6-AFF5-359F01F835C5}" srcOrd="0" destOrd="0" presId="urn:microsoft.com/office/officeart/2005/8/layout/vList4#3"/>
    <dgm:cxn modelId="{AF2C5B82-EE2C-4270-AB5F-4ACC16067DD2}" type="presOf" srcId="{9518BAC0-AC77-442F-8F5C-504552EDAD9A}" destId="{77BCA8CE-6E26-4922-9B7D-C52921D26AA8}" srcOrd="1" destOrd="0" presId="urn:microsoft.com/office/officeart/2005/8/layout/vList4#3"/>
    <dgm:cxn modelId="{B47E2DCB-F5B8-4DCC-B521-1FF4F8D40A04}" type="presOf" srcId="{7EF6208D-0F18-498F-A4FB-E9613A12DF07}" destId="{C92EE605-6976-48F1-9426-8399DE8D452F}" srcOrd="0" destOrd="0" presId="urn:microsoft.com/office/officeart/2005/8/layout/vList4#3"/>
    <dgm:cxn modelId="{BCC5ACCE-8047-44B7-A853-608D932497D0}" type="presOf" srcId="{9518BAC0-AC77-442F-8F5C-504552EDAD9A}" destId="{F421C5C8-EFBC-4E95-8C0C-FA2DB6397756}" srcOrd="0" destOrd="0" presId="urn:microsoft.com/office/officeart/2005/8/layout/vList4#3"/>
    <dgm:cxn modelId="{78A265F1-8E52-423C-92BD-B8F3B1EB1F79}" type="presOf" srcId="{4891CBF0-58E0-4743-A889-2AB25C8F32B7}" destId="{70B99703-76E8-42B1-9954-BFC81FE1D8B9}" srcOrd="1" destOrd="0" presId="urn:microsoft.com/office/officeart/2005/8/layout/vList4#3"/>
    <dgm:cxn modelId="{9DA2CD70-7B14-4AD3-8CB6-69F5B09C21D7}" type="presParOf" srcId="{F914EBAB-9AE0-4C9C-AD59-C8AF93FB6377}" destId="{ABE1C741-270E-44A0-8FAA-56C8D6192DF5}" srcOrd="0" destOrd="0" presId="urn:microsoft.com/office/officeart/2005/8/layout/vList4#3"/>
    <dgm:cxn modelId="{1CD1F5E5-3CBA-4475-8424-814C1B29D612}" type="presParOf" srcId="{ABE1C741-270E-44A0-8FAA-56C8D6192DF5}" destId="{8E0F2305-258D-4428-9FBF-D94A5D3D3C9F}" srcOrd="0" destOrd="0" presId="urn:microsoft.com/office/officeart/2005/8/layout/vList4#3"/>
    <dgm:cxn modelId="{72B09216-02BA-4769-A052-62BA19805636}" type="presParOf" srcId="{ABE1C741-270E-44A0-8FAA-56C8D6192DF5}" destId="{158E2DB7-D6B0-46E7-BE6A-C62634D34FFA}" srcOrd="1" destOrd="0" presId="urn:microsoft.com/office/officeart/2005/8/layout/vList4#3"/>
    <dgm:cxn modelId="{714EFE03-47E7-42ED-B5FA-1E9EA325AAEF}" type="presParOf" srcId="{ABE1C741-270E-44A0-8FAA-56C8D6192DF5}" destId="{A469B5D2-5C1D-4E16-81D9-7CE4020DBD97}" srcOrd="2" destOrd="0" presId="urn:microsoft.com/office/officeart/2005/8/layout/vList4#3"/>
    <dgm:cxn modelId="{03B9EE3D-CE4D-49AA-AFE1-6166529BE423}" type="presParOf" srcId="{F914EBAB-9AE0-4C9C-AD59-C8AF93FB6377}" destId="{E6D01480-D6F9-4817-ABFB-3AE46EB9A852}" srcOrd="1" destOrd="0" presId="urn:microsoft.com/office/officeart/2005/8/layout/vList4#3"/>
    <dgm:cxn modelId="{71D26856-FF14-4658-A47F-26B621A9C2E8}" type="presParOf" srcId="{F914EBAB-9AE0-4C9C-AD59-C8AF93FB6377}" destId="{7B79AD2B-6A8A-4467-A1C1-A9C0199D90C6}" srcOrd="2" destOrd="0" presId="urn:microsoft.com/office/officeart/2005/8/layout/vList4#3"/>
    <dgm:cxn modelId="{2FB85A97-9715-4D8A-9D9D-BAC23E1F090B}" type="presParOf" srcId="{7B79AD2B-6A8A-4467-A1C1-A9C0199D90C6}" destId="{72EC1CC4-9F98-4FF6-AFF5-359F01F835C5}" srcOrd="0" destOrd="0" presId="urn:microsoft.com/office/officeart/2005/8/layout/vList4#3"/>
    <dgm:cxn modelId="{CB90FC81-0E05-43E8-8D60-82377B740A93}" type="presParOf" srcId="{7B79AD2B-6A8A-4467-A1C1-A9C0199D90C6}" destId="{E03ADDCD-18FF-44AF-84C5-7DE435534974}" srcOrd="1" destOrd="0" presId="urn:microsoft.com/office/officeart/2005/8/layout/vList4#3"/>
    <dgm:cxn modelId="{63BECF1F-DC75-49D6-8BF3-B8EE248516CD}" type="presParOf" srcId="{7B79AD2B-6A8A-4467-A1C1-A9C0199D90C6}" destId="{70B99703-76E8-42B1-9954-BFC81FE1D8B9}" srcOrd="2" destOrd="0" presId="urn:microsoft.com/office/officeart/2005/8/layout/vList4#3"/>
    <dgm:cxn modelId="{89677D4F-D935-4514-A191-019CFA6EB00F}" type="presParOf" srcId="{F914EBAB-9AE0-4C9C-AD59-C8AF93FB6377}" destId="{5147987D-A1A0-49A4-B921-5F9E09ECF2AE}" srcOrd="3" destOrd="0" presId="urn:microsoft.com/office/officeart/2005/8/layout/vList4#3"/>
    <dgm:cxn modelId="{C5DAFDA9-FCD9-4653-B894-71DB0C423B1A}" type="presParOf" srcId="{F914EBAB-9AE0-4C9C-AD59-C8AF93FB6377}" destId="{A9025056-6CAE-4853-AF54-2C96B2829A56}" srcOrd="4" destOrd="0" presId="urn:microsoft.com/office/officeart/2005/8/layout/vList4#3"/>
    <dgm:cxn modelId="{D4042C1F-0FB5-4383-B140-E264DE3D9760}" type="presParOf" srcId="{A9025056-6CAE-4853-AF54-2C96B2829A56}" destId="{C92EE605-6976-48F1-9426-8399DE8D452F}" srcOrd="0" destOrd="0" presId="urn:microsoft.com/office/officeart/2005/8/layout/vList4#3"/>
    <dgm:cxn modelId="{084476D3-B441-42A9-B815-DD7B19BA1DCA}" type="presParOf" srcId="{A9025056-6CAE-4853-AF54-2C96B2829A56}" destId="{049AD942-7533-41E4-BBA2-424C5AC17A9D}" srcOrd="1" destOrd="0" presId="urn:microsoft.com/office/officeart/2005/8/layout/vList4#3"/>
    <dgm:cxn modelId="{575A2D23-3AE7-4DF9-BD49-A0701A349891}" type="presParOf" srcId="{A9025056-6CAE-4853-AF54-2C96B2829A56}" destId="{68507ACD-3393-4A87-87B3-73D4DE5192B9}" srcOrd="2" destOrd="0" presId="urn:microsoft.com/office/officeart/2005/8/layout/vList4#3"/>
    <dgm:cxn modelId="{6DDF7FA4-8E28-44B4-8D7C-FB9AB8CE0C56}" type="presParOf" srcId="{F914EBAB-9AE0-4C9C-AD59-C8AF93FB6377}" destId="{B0435D53-FB83-4212-BD69-BFB15172128F}" srcOrd="5" destOrd="0" presId="urn:microsoft.com/office/officeart/2005/8/layout/vList4#3"/>
    <dgm:cxn modelId="{79E6D588-A0FE-4D3B-B33C-39B88322106C}" type="presParOf" srcId="{F914EBAB-9AE0-4C9C-AD59-C8AF93FB6377}" destId="{26C4BDFB-C95B-4610-B28A-F876E5B47DB9}" srcOrd="6" destOrd="0" presId="urn:microsoft.com/office/officeart/2005/8/layout/vList4#3"/>
    <dgm:cxn modelId="{67DE912F-A113-4E57-8747-00CD04A0A440}" type="presParOf" srcId="{26C4BDFB-C95B-4610-B28A-F876E5B47DB9}" destId="{F421C5C8-EFBC-4E95-8C0C-FA2DB6397756}" srcOrd="0" destOrd="0" presId="urn:microsoft.com/office/officeart/2005/8/layout/vList4#3"/>
    <dgm:cxn modelId="{EBD745C4-AD27-4069-AFC9-38329A7DD02C}" type="presParOf" srcId="{26C4BDFB-C95B-4610-B28A-F876E5B47DB9}" destId="{550C8578-02F1-4F58-BBF9-D8D10390AB53}" srcOrd="1" destOrd="0" presId="urn:microsoft.com/office/officeart/2005/8/layout/vList4#3"/>
    <dgm:cxn modelId="{01303F66-4086-4FB4-91A0-9962706B1A29}" type="presParOf" srcId="{26C4BDFB-C95B-4610-B28A-F876E5B47DB9}" destId="{77BCA8CE-6E26-4922-9B7D-C52921D26AA8}" srcOrd="2" destOrd="0" presId="urn:microsoft.com/office/officeart/2005/8/layout/vList4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b="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9518BAC0-AC77-442F-8F5C-504552EDAD9A}">
      <dgm:prSet custT="1"/>
      <dgm:spPr>
        <a:solidFill>
          <a:schemeClr val="accent1"/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gm:t>
    </dgm:pt>
    <dgm:pt modelId="{63AC6296-6608-4F12-B6BB-F7270B771993}" type="par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DDE15CD4-71DE-4BFE-BCE5-7ECF159B57DA}" type="sibTrans" cxnId="{1BF60109-4BE7-4427-BE4D-F261F19D767B}">
      <dgm:prSet/>
      <dgm:spPr/>
      <dgm:t>
        <a:bodyPr/>
        <a:lstStyle/>
        <a:p>
          <a:pPr algn="r"/>
          <a:endParaRPr lang="en-US" sz="1400"/>
        </a:p>
      </dgm:t>
    </dgm:pt>
    <dgm:pt modelId="{4891CBF0-58E0-4743-A889-2AB25C8F32B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1"/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4"/>
      <dgm:spPr/>
    </dgm:pt>
    <dgm:pt modelId="{158E2DB7-D6B0-46E7-BE6A-C62634D34FFA}" type="pres">
      <dgm:prSet presAssocID="{810C7596-5982-444A-A894-55C290CED637}" presName="img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4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4"/>
      <dgm:spPr/>
    </dgm:pt>
    <dgm:pt modelId="{E03ADDCD-18FF-44AF-84C5-7DE435534974}" type="pres">
      <dgm:prSet presAssocID="{4891CBF0-58E0-4743-A889-2AB25C8F32B7}" presName="img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4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4"/>
      <dgm:spPr/>
    </dgm:pt>
    <dgm:pt modelId="{049AD942-7533-41E4-BBA2-424C5AC17A9D}" type="pres">
      <dgm:prSet presAssocID="{7EF6208D-0F18-498F-A4FB-E9613A12DF07}" presName="img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4">
        <dgm:presLayoutVars>
          <dgm:bulletEnabled val="1"/>
        </dgm:presLayoutVars>
      </dgm:prSet>
      <dgm:spPr/>
    </dgm:pt>
    <dgm:pt modelId="{B0435D53-FB83-4212-BD69-BFB15172128F}" type="pres">
      <dgm:prSet presAssocID="{C765E09D-412F-436F-9945-F3AEF17EF6BB}" presName="spacer" presStyleCnt="0"/>
      <dgm:spPr/>
    </dgm:pt>
    <dgm:pt modelId="{26C4BDFB-C95B-4610-B28A-F876E5B47DB9}" type="pres">
      <dgm:prSet presAssocID="{9518BAC0-AC77-442F-8F5C-504552EDAD9A}" presName="comp" presStyleCnt="0"/>
      <dgm:spPr/>
    </dgm:pt>
    <dgm:pt modelId="{F421C5C8-EFBC-4E95-8C0C-FA2DB6397756}" type="pres">
      <dgm:prSet presAssocID="{9518BAC0-AC77-442F-8F5C-504552EDAD9A}" presName="box" presStyleLbl="node1" presStyleIdx="3" presStyleCnt="4"/>
      <dgm:spPr/>
    </dgm:pt>
    <dgm:pt modelId="{550C8578-02F1-4F58-BBF9-D8D10390AB53}" type="pres">
      <dgm:prSet presAssocID="{9518BAC0-AC77-442F-8F5C-504552EDAD9A}" presName="img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77BCA8CE-6E26-4922-9B7D-C52921D26AA8}" type="pres">
      <dgm:prSet presAssocID="{9518BAC0-AC77-442F-8F5C-504552EDAD9A}" presName="text" presStyleLbl="node1" presStyleIdx="3" presStyleCnt="4">
        <dgm:presLayoutVars>
          <dgm:bulletEnabled val="1"/>
        </dgm:presLayoutVars>
      </dgm:prSet>
      <dgm:spPr/>
    </dgm:pt>
  </dgm:ptLst>
  <dgm:cxnLst>
    <dgm:cxn modelId="{D657A604-0AB3-42A9-981C-C02738145654}" type="presOf" srcId="{4891CBF0-58E0-4743-A889-2AB25C8F32B7}" destId="{72EC1CC4-9F98-4FF6-AFF5-359F01F835C5}" srcOrd="0" destOrd="0" presId="urn:microsoft.com/office/officeart/2005/8/layout/vList4#4"/>
    <dgm:cxn modelId="{1BF60109-4BE7-4427-BE4D-F261F19D767B}" srcId="{268E5045-F80D-4251-9166-477E54A6FF0C}" destId="{9518BAC0-AC77-442F-8F5C-504552EDAD9A}" srcOrd="3" destOrd="0" parTransId="{63AC6296-6608-4F12-B6BB-F7270B771993}" sibTransId="{DDE15CD4-71DE-4BFE-BCE5-7ECF159B57DA}"/>
    <dgm:cxn modelId="{E52F101C-49E7-4045-97BD-FB079F4F6C50}" type="presOf" srcId="{7EF6208D-0F18-498F-A4FB-E9613A12DF07}" destId="{C92EE605-6976-48F1-9426-8399DE8D452F}" srcOrd="0" destOrd="0" presId="urn:microsoft.com/office/officeart/2005/8/layout/vList4#4"/>
    <dgm:cxn modelId="{4AA8491C-CB74-4C06-98FA-60436F457F48}" type="presOf" srcId="{810C7596-5982-444A-A894-55C290CED637}" destId="{8E0F2305-258D-4428-9FBF-D94A5D3D3C9F}" srcOrd="0" destOrd="0" presId="urn:microsoft.com/office/officeart/2005/8/layout/vList4#4"/>
    <dgm:cxn modelId="{1D51241D-A266-4BEF-8F0A-285B886A41AC}" type="presOf" srcId="{4891CBF0-58E0-4743-A889-2AB25C8F32B7}" destId="{70B99703-76E8-42B1-9954-BFC81FE1D8B9}" srcOrd="1" destOrd="0" presId="urn:microsoft.com/office/officeart/2005/8/layout/vList4#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75EF7A44-F412-4F29-A700-C7BFAD935E36}" type="presOf" srcId="{268E5045-F80D-4251-9166-477E54A6FF0C}" destId="{F914EBAB-9AE0-4C9C-AD59-C8AF93FB6377}" srcOrd="0" destOrd="0" presId="urn:microsoft.com/office/officeart/2005/8/layout/vList4#4"/>
    <dgm:cxn modelId="{B5FB9F46-00E4-45DA-8C85-B0494F118CFA}" type="presOf" srcId="{7EF6208D-0F18-498F-A4FB-E9613A12DF07}" destId="{68507ACD-3393-4A87-87B3-73D4DE5192B9}" srcOrd="1" destOrd="0" presId="urn:microsoft.com/office/officeart/2005/8/layout/vList4#4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47772194-A90E-435A-8AC9-8D7AAE74521D}" type="presOf" srcId="{9518BAC0-AC77-442F-8F5C-504552EDAD9A}" destId="{77BCA8CE-6E26-4922-9B7D-C52921D26AA8}" srcOrd="1" destOrd="0" presId="urn:microsoft.com/office/officeart/2005/8/layout/vList4#4"/>
    <dgm:cxn modelId="{FEBF38BE-D355-4AF9-BEBC-96806372B26D}" type="presOf" srcId="{810C7596-5982-444A-A894-55C290CED637}" destId="{A469B5D2-5C1D-4E16-81D9-7CE4020DBD97}" srcOrd="1" destOrd="0" presId="urn:microsoft.com/office/officeart/2005/8/layout/vList4#4"/>
    <dgm:cxn modelId="{81B099F5-26BE-419B-A9C5-F79DBC85D1C0}" type="presOf" srcId="{9518BAC0-AC77-442F-8F5C-504552EDAD9A}" destId="{F421C5C8-EFBC-4E95-8C0C-FA2DB6397756}" srcOrd="0" destOrd="0" presId="urn:microsoft.com/office/officeart/2005/8/layout/vList4#4"/>
    <dgm:cxn modelId="{91C82EC9-D8CB-4813-A91A-55A494079E35}" type="presParOf" srcId="{F914EBAB-9AE0-4C9C-AD59-C8AF93FB6377}" destId="{ABE1C741-270E-44A0-8FAA-56C8D6192DF5}" srcOrd="0" destOrd="0" presId="urn:microsoft.com/office/officeart/2005/8/layout/vList4#4"/>
    <dgm:cxn modelId="{F8A66294-4322-4F6E-8273-481B2C5C2BC7}" type="presParOf" srcId="{ABE1C741-270E-44A0-8FAA-56C8D6192DF5}" destId="{8E0F2305-258D-4428-9FBF-D94A5D3D3C9F}" srcOrd="0" destOrd="0" presId="urn:microsoft.com/office/officeart/2005/8/layout/vList4#4"/>
    <dgm:cxn modelId="{6F092EAB-4AD9-441B-B005-DCCD4D249D4A}" type="presParOf" srcId="{ABE1C741-270E-44A0-8FAA-56C8D6192DF5}" destId="{158E2DB7-D6B0-46E7-BE6A-C62634D34FFA}" srcOrd="1" destOrd="0" presId="urn:microsoft.com/office/officeart/2005/8/layout/vList4#4"/>
    <dgm:cxn modelId="{6AF752F2-5950-4560-AF8F-798DE0A6FB07}" type="presParOf" srcId="{ABE1C741-270E-44A0-8FAA-56C8D6192DF5}" destId="{A469B5D2-5C1D-4E16-81D9-7CE4020DBD97}" srcOrd="2" destOrd="0" presId="urn:microsoft.com/office/officeart/2005/8/layout/vList4#4"/>
    <dgm:cxn modelId="{8753F25B-1F5A-42D4-AF62-474603620CB6}" type="presParOf" srcId="{F914EBAB-9AE0-4C9C-AD59-C8AF93FB6377}" destId="{E6D01480-D6F9-4817-ABFB-3AE46EB9A852}" srcOrd="1" destOrd="0" presId="urn:microsoft.com/office/officeart/2005/8/layout/vList4#4"/>
    <dgm:cxn modelId="{53F2D808-CA46-4746-8C3B-FF55E8FA47A6}" type="presParOf" srcId="{F914EBAB-9AE0-4C9C-AD59-C8AF93FB6377}" destId="{7B79AD2B-6A8A-4467-A1C1-A9C0199D90C6}" srcOrd="2" destOrd="0" presId="urn:microsoft.com/office/officeart/2005/8/layout/vList4#4"/>
    <dgm:cxn modelId="{286B6354-4A44-41BD-8C7F-CD5FAFAA8210}" type="presParOf" srcId="{7B79AD2B-6A8A-4467-A1C1-A9C0199D90C6}" destId="{72EC1CC4-9F98-4FF6-AFF5-359F01F835C5}" srcOrd="0" destOrd="0" presId="urn:microsoft.com/office/officeart/2005/8/layout/vList4#4"/>
    <dgm:cxn modelId="{8ABD6E35-9FF8-4CD0-8972-CAD9FEDA4A45}" type="presParOf" srcId="{7B79AD2B-6A8A-4467-A1C1-A9C0199D90C6}" destId="{E03ADDCD-18FF-44AF-84C5-7DE435534974}" srcOrd="1" destOrd="0" presId="urn:microsoft.com/office/officeart/2005/8/layout/vList4#4"/>
    <dgm:cxn modelId="{F3A7040B-28A6-4C0F-B5DE-7E25A7063DDA}" type="presParOf" srcId="{7B79AD2B-6A8A-4467-A1C1-A9C0199D90C6}" destId="{70B99703-76E8-42B1-9954-BFC81FE1D8B9}" srcOrd="2" destOrd="0" presId="urn:microsoft.com/office/officeart/2005/8/layout/vList4#4"/>
    <dgm:cxn modelId="{F4B2F4D0-B158-4841-B3FC-CE6E40D96E0A}" type="presParOf" srcId="{F914EBAB-9AE0-4C9C-AD59-C8AF93FB6377}" destId="{5147987D-A1A0-49A4-B921-5F9E09ECF2AE}" srcOrd="3" destOrd="0" presId="urn:microsoft.com/office/officeart/2005/8/layout/vList4#4"/>
    <dgm:cxn modelId="{E7EF2CCE-878E-418F-8CD6-933CB40BE1A2}" type="presParOf" srcId="{F914EBAB-9AE0-4C9C-AD59-C8AF93FB6377}" destId="{A9025056-6CAE-4853-AF54-2C96B2829A56}" srcOrd="4" destOrd="0" presId="urn:microsoft.com/office/officeart/2005/8/layout/vList4#4"/>
    <dgm:cxn modelId="{5155BD1A-50CA-4AD5-A790-0602A0CD9F3A}" type="presParOf" srcId="{A9025056-6CAE-4853-AF54-2C96B2829A56}" destId="{C92EE605-6976-48F1-9426-8399DE8D452F}" srcOrd="0" destOrd="0" presId="urn:microsoft.com/office/officeart/2005/8/layout/vList4#4"/>
    <dgm:cxn modelId="{6F81B7FB-4D80-4030-9F85-792D519F0864}" type="presParOf" srcId="{A9025056-6CAE-4853-AF54-2C96B2829A56}" destId="{049AD942-7533-41E4-BBA2-424C5AC17A9D}" srcOrd="1" destOrd="0" presId="urn:microsoft.com/office/officeart/2005/8/layout/vList4#4"/>
    <dgm:cxn modelId="{9483AD5F-E720-4C3E-8837-51B52D18A754}" type="presParOf" srcId="{A9025056-6CAE-4853-AF54-2C96B2829A56}" destId="{68507ACD-3393-4A87-87B3-73D4DE5192B9}" srcOrd="2" destOrd="0" presId="urn:microsoft.com/office/officeart/2005/8/layout/vList4#4"/>
    <dgm:cxn modelId="{82F128A0-B25E-4F32-B24D-14D0F48C074E}" type="presParOf" srcId="{F914EBAB-9AE0-4C9C-AD59-C8AF93FB6377}" destId="{B0435D53-FB83-4212-BD69-BFB15172128F}" srcOrd="5" destOrd="0" presId="urn:microsoft.com/office/officeart/2005/8/layout/vList4#4"/>
    <dgm:cxn modelId="{5BDBEC91-E682-4282-B00A-C5E7AC5119A6}" type="presParOf" srcId="{F914EBAB-9AE0-4C9C-AD59-C8AF93FB6377}" destId="{26C4BDFB-C95B-4610-B28A-F876E5B47DB9}" srcOrd="6" destOrd="0" presId="urn:microsoft.com/office/officeart/2005/8/layout/vList4#4"/>
    <dgm:cxn modelId="{9D485113-4263-497E-B809-AFDCE1320D86}" type="presParOf" srcId="{26C4BDFB-C95B-4610-B28A-F876E5B47DB9}" destId="{F421C5C8-EFBC-4E95-8C0C-FA2DB6397756}" srcOrd="0" destOrd="0" presId="urn:microsoft.com/office/officeart/2005/8/layout/vList4#4"/>
    <dgm:cxn modelId="{DA054B3C-4E95-48CD-AECA-9081F6B4B6C7}" type="presParOf" srcId="{26C4BDFB-C95B-4610-B28A-F876E5B47DB9}" destId="{550C8578-02F1-4F58-BBF9-D8D10390AB53}" srcOrd="1" destOrd="0" presId="urn:microsoft.com/office/officeart/2005/8/layout/vList4#4"/>
    <dgm:cxn modelId="{653CBCA0-9A6C-4B9A-8FF0-B603C9B0DAC0}" type="presParOf" srcId="{26C4BDFB-C95B-4610-B28A-F876E5B47DB9}" destId="{77BCA8CE-6E26-4922-9B7D-C52921D26AA8}" srcOrd="2" destOrd="0" presId="urn:microsoft.com/office/officeart/2005/8/layout/vList4#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kern="120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0"/>
        <a:ext cx="6163171" cy="1157089"/>
      </dsp:txXfrm>
    </dsp:sp>
    <dsp:sp modelId="{158E2DB7-D6B0-46E7-BE6A-C62634D34FFA}">
      <dsp:nvSpPr>
        <dsp:cNvPr id="0" name=""/>
        <dsp:cNvSpPr/>
      </dsp:nvSpPr>
      <dsp:spPr>
        <a:xfrm>
          <a:off x="115708" y="115708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272797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1272797"/>
        <a:ext cx="6163171" cy="1157089"/>
      </dsp:txXfrm>
    </dsp:sp>
    <dsp:sp modelId="{E03ADDCD-18FF-44AF-84C5-7DE435534974}">
      <dsp:nvSpPr>
        <dsp:cNvPr id="0" name=""/>
        <dsp:cNvSpPr/>
      </dsp:nvSpPr>
      <dsp:spPr>
        <a:xfrm>
          <a:off x="115708" y="1388506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2545595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2545595"/>
        <a:ext cx="6163171" cy="1157089"/>
      </dsp:txXfrm>
    </dsp:sp>
    <dsp:sp modelId="{049AD942-7533-41E4-BBA2-424C5AC17A9D}">
      <dsp:nvSpPr>
        <dsp:cNvPr id="0" name=""/>
        <dsp:cNvSpPr/>
      </dsp:nvSpPr>
      <dsp:spPr>
        <a:xfrm>
          <a:off x="115708" y="2661304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C5C8-EFBC-4E95-8C0C-FA2DB6397756}">
      <dsp:nvSpPr>
        <dsp:cNvPr id="0" name=""/>
        <dsp:cNvSpPr/>
      </dsp:nvSpPr>
      <dsp:spPr>
        <a:xfrm>
          <a:off x="0" y="3818393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sp:txBody>
      <dsp:txXfrm>
        <a:off x="1685428" y="3818393"/>
        <a:ext cx="6163171" cy="1157089"/>
      </dsp:txXfrm>
    </dsp:sp>
    <dsp:sp modelId="{550C8578-02F1-4F58-BBF9-D8D10390AB53}">
      <dsp:nvSpPr>
        <dsp:cNvPr id="0" name=""/>
        <dsp:cNvSpPr/>
      </dsp:nvSpPr>
      <dsp:spPr>
        <a:xfrm>
          <a:off x="115708" y="3934102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0"/>
        <a:ext cx="6163171" cy="1157089"/>
      </dsp:txXfrm>
    </dsp:sp>
    <dsp:sp modelId="{158E2DB7-D6B0-46E7-BE6A-C62634D34FFA}">
      <dsp:nvSpPr>
        <dsp:cNvPr id="0" name=""/>
        <dsp:cNvSpPr/>
      </dsp:nvSpPr>
      <dsp:spPr>
        <a:xfrm>
          <a:off x="115708" y="115708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272797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1272797"/>
        <a:ext cx="6163171" cy="1157089"/>
      </dsp:txXfrm>
    </dsp:sp>
    <dsp:sp modelId="{E03ADDCD-18FF-44AF-84C5-7DE435534974}">
      <dsp:nvSpPr>
        <dsp:cNvPr id="0" name=""/>
        <dsp:cNvSpPr/>
      </dsp:nvSpPr>
      <dsp:spPr>
        <a:xfrm>
          <a:off x="115708" y="1388506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2545595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2545595"/>
        <a:ext cx="6163171" cy="1157089"/>
      </dsp:txXfrm>
    </dsp:sp>
    <dsp:sp modelId="{049AD942-7533-41E4-BBA2-424C5AC17A9D}">
      <dsp:nvSpPr>
        <dsp:cNvPr id="0" name=""/>
        <dsp:cNvSpPr/>
      </dsp:nvSpPr>
      <dsp:spPr>
        <a:xfrm>
          <a:off x="115708" y="2661304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C5C8-EFBC-4E95-8C0C-FA2DB6397756}">
      <dsp:nvSpPr>
        <dsp:cNvPr id="0" name=""/>
        <dsp:cNvSpPr/>
      </dsp:nvSpPr>
      <dsp:spPr>
        <a:xfrm>
          <a:off x="0" y="3818393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sp:txBody>
      <dsp:txXfrm>
        <a:off x="1685428" y="3818393"/>
        <a:ext cx="6163171" cy="1157089"/>
      </dsp:txXfrm>
    </dsp:sp>
    <dsp:sp modelId="{550C8578-02F1-4F58-BBF9-D8D10390AB53}">
      <dsp:nvSpPr>
        <dsp:cNvPr id="0" name=""/>
        <dsp:cNvSpPr/>
      </dsp:nvSpPr>
      <dsp:spPr>
        <a:xfrm>
          <a:off x="115708" y="3934102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0"/>
        <a:ext cx="6163171" cy="1157089"/>
      </dsp:txXfrm>
    </dsp:sp>
    <dsp:sp modelId="{158E2DB7-D6B0-46E7-BE6A-C62634D34FFA}">
      <dsp:nvSpPr>
        <dsp:cNvPr id="0" name=""/>
        <dsp:cNvSpPr/>
      </dsp:nvSpPr>
      <dsp:spPr>
        <a:xfrm>
          <a:off x="115708" y="115708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272797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1272797"/>
        <a:ext cx="6163171" cy="1157089"/>
      </dsp:txXfrm>
    </dsp:sp>
    <dsp:sp modelId="{E03ADDCD-18FF-44AF-84C5-7DE435534974}">
      <dsp:nvSpPr>
        <dsp:cNvPr id="0" name=""/>
        <dsp:cNvSpPr/>
      </dsp:nvSpPr>
      <dsp:spPr>
        <a:xfrm>
          <a:off x="115708" y="1388506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2545595"/>
          <a:ext cx="7848600" cy="1157089"/>
        </a:xfrm>
        <a:prstGeom prst="roundRect">
          <a:avLst>
            <a:gd name="adj" fmla="val 10000"/>
          </a:avLst>
        </a:prstGeom>
        <a:solidFill>
          <a:schemeClr val="accent1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2545595"/>
        <a:ext cx="6163171" cy="1157089"/>
      </dsp:txXfrm>
    </dsp:sp>
    <dsp:sp modelId="{049AD942-7533-41E4-BBA2-424C5AC17A9D}">
      <dsp:nvSpPr>
        <dsp:cNvPr id="0" name=""/>
        <dsp:cNvSpPr/>
      </dsp:nvSpPr>
      <dsp:spPr>
        <a:xfrm>
          <a:off x="115708" y="2661304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C5C8-EFBC-4E95-8C0C-FA2DB6397756}">
      <dsp:nvSpPr>
        <dsp:cNvPr id="0" name=""/>
        <dsp:cNvSpPr/>
      </dsp:nvSpPr>
      <dsp:spPr>
        <a:xfrm>
          <a:off x="0" y="3818393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sp:txBody>
      <dsp:txXfrm>
        <a:off x="1685428" y="3818393"/>
        <a:ext cx="6163171" cy="1157089"/>
      </dsp:txXfrm>
    </dsp:sp>
    <dsp:sp modelId="{550C8578-02F1-4F58-BBF9-D8D10390AB53}">
      <dsp:nvSpPr>
        <dsp:cNvPr id="0" name=""/>
        <dsp:cNvSpPr/>
      </dsp:nvSpPr>
      <dsp:spPr>
        <a:xfrm>
          <a:off x="115708" y="3934102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מוטיבציה: האלגוריתם של </a:t>
          </a:r>
          <a:r>
            <a:rPr lang="he-IL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פטרסון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0"/>
        <a:ext cx="6163171" cy="1157089"/>
      </dsp:txXfrm>
    </dsp:sp>
    <dsp:sp modelId="{158E2DB7-D6B0-46E7-BE6A-C62634D34FFA}">
      <dsp:nvSpPr>
        <dsp:cNvPr id="0" name=""/>
        <dsp:cNvSpPr/>
      </dsp:nvSpPr>
      <dsp:spPr>
        <a:xfrm>
          <a:off x="115708" y="115708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272797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1272797"/>
        <a:ext cx="6163171" cy="1157089"/>
      </dsp:txXfrm>
    </dsp:sp>
    <dsp:sp modelId="{E03ADDCD-18FF-44AF-84C5-7DE435534974}">
      <dsp:nvSpPr>
        <dsp:cNvPr id="0" name=""/>
        <dsp:cNvSpPr/>
      </dsp:nvSpPr>
      <dsp:spPr>
        <a:xfrm>
          <a:off x="115708" y="1388506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2545595"/>
          <a:ext cx="7848600" cy="115708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לא דטרמיניסטי</a:t>
          </a:r>
          <a:endParaRPr lang="en-US" sz="3200" b="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685428" y="2545595"/>
        <a:ext cx="6163171" cy="1157089"/>
      </dsp:txXfrm>
    </dsp:sp>
    <dsp:sp modelId="{049AD942-7533-41E4-BBA2-424C5AC17A9D}">
      <dsp:nvSpPr>
        <dsp:cNvPr id="0" name=""/>
        <dsp:cNvSpPr/>
      </dsp:nvSpPr>
      <dsp:spPr>
        <a:xfrm>
          <a:off x="115708" y="2661304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C5C8-EFBC-4E95-8C0C-FA2DB6397756}">
      <dsp:nvSpPr>
        <dsp:cNvPr id="0" name=""/>
        <dsp:cNvSpPr/>
      </dsp:nvSpPr>
      <dsp:spPr>
        <a:xfrm>
          <a:off x="0" y="3818393"/>
          <a:ext cx="7848600" cy="1157089"/>
        </a:xfrm>
        <a:prstGeom prst="roundRect">
          <a:avLst>
            <a:gd name="adj" fmla="val 10000"/>
          </a:avLst>
        </a:prstGeom>
        <a:solidFill>
          <a:schemeClr val="accent1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אוטומט  </a:t>
          </a:r>
          <a:r>
            <a:rPr lang="en-US" sz="3200" b="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 ושפות </a:t>
          </a:r>
          <a:r>
            <a:rPr lang="en-US" sz="3200" b="0" kern="1200">
              <a:latin typeface="Gisha" panose="020B0502040204020203" pitchFamily="34" charset="-79"/>
              <a:cs typeface="Gisha" panose="020B0502040204020203" pitchFamily="34" charset="-79"/>
            </a:rPr>
            <a:t>𝜔</a:t>
          </a:r>
          <a:r>
            <a:rPr lang="he-IL" sz="3200" b="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</a:p>
      </dsp:txBody>
      <dsp:txXfrm>
        <a:off x="1685428" y="3818393"/>
        <a:ext cx="6163171" cy="1157089"/>
      </dsp:txXfrm>
    </dsp:sp>
    <dsp:sp modelId="{550C8578-02F1-4F58-BBF9-D8D10390AB53}">
      <dsp:nvSpPr>
        <dsp:cNvPr id="0" name=""/>
        <dsp:cNvSpPr/>
      </dsp:nvSpPr>
      <dsp:spPr>
        <a:xfrm>
          <a:off x="115708" y="3934102"/>
          <a:ext cx="1569720" cy="925671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3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#4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56EEB-05ED-4183-AD6A-5696942E50AF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60FC9-DE20-4C2D-8994-EA766BB428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00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8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7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1E9F6E27-CC02-6D7E-1B3F-F803B8AA2A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.kahoot.it/#/k/f5aefb35-8427-4809-807c-7098ee85599f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10" Type="http://schemas.microsoft.com/office/2007/relationships/hdphoto" Target="../media/hdphoto1.wdp"/><Relationship Id="rId4" Type="http://schemas.openxmlformats.org/officeDocument/2006/relationships/image" Target="../media/image85.png"/><Relationship Id="rId9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microsoft.com/office/2007/relationships/media" Target="../media/media2.mp4"/><Relationship Id="rId7" Type="http://schemas.openxmlformats.org/officeDocument/2006/relationships/image" Target="../media/image9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0.png"/><Relationship Id="rId4" Type="http://schemas.openxmlformats.org/officeDocument/2006/relationships/video" Target="../media/media2.mp4"/><Relationship Id="rId9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7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quickstrom.github.io/ltl-visualizer/?formulae=implies%28R%2C+eventually%28S%29%29%7Calways%28implies%28R%2C+eventually%28S%29%29%29&amp;trace=C%7CR%7CBC%7CAB%7CAR%7CA%7CA%7CA%7CA" TargetMode="External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108.svg"/><Relationship Id="rId4" Type="http://schemas.openxmlformats.org/officeDocument/2006/relationships/image" Target="../media/image103.png"/><Relationship Id="rId9" Type="http://schemas.openxmlformats.org/officeDocument/2006/relationships/image" Target="../media/image10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17.png"/><Relationship Id="rId3" Type="http://schemas.openxmlformats.org/officeDocument/2006/relationships/image" Target="../media/image110.png"/><Relationship Id="rId7" Type="http://schemas.openxmlformats.org/officeDocument/2006/relationships/image" Target="../media/image107.png"/><Relationship Id="rId12" Type="http://schemas.openxmlformats.org/officeDocument/2006/relationships/image" Target="../media/image116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uickstrom.github.io/ltl-visualizer/?formulae=next%28eventually%28S%29%29%7Cimplies%28R%2C+next%28eventually%28S%29%29%29%7Calways%28implies%28R%2C+next%28eventually%28S%29%29%29%29&amp;trace=C%7CR%7CBCRS%7CABRS%7CA%7CA%7CA%7CA%7CA" TargetMode="External"/><Relationship Id="rId11" Type="http://schemas.openxmlformats.org/officeDocument/2006/relationships/image" Target="../media/image115.png"/><Relationship Id="rId5" Type="http://schemas.openxmlformats.org/officeDocument/2006/relationships/image" Target="../media/image112.png"/><Relationship Id="rId10" Type="http://schemas.openxmlformats.org/officeDocument/2006/relationships/image" Target="../media/image114.png"/><Relationship Id="rId4" Type="http://schemas.openxmlformats.org/officeDocument/2006/relationships/image" Target="../media/image111.png"/><Relationship Id="rId9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0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0.png"/><Relationship Id="rId12" Type="http://schemas.openxmlformats.org/officeDocument/2006/relationships/image" Target="../media/image117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11" Type="http://schemas.openxmlformats.org/officeDocument/2006/relationships/image" Target="../media/image1160.png"/><Relationship Id="rId5" Type="http://schemas.openxmlformats.org/officeDocument/2006/relationships/image" Target="../media/image1100.png"/><Relationship Id="rId10" Type="http://schemas.openxmlformats.org/officeDocument/2006/relationships/image" Target="../media/image1150.png"/><Relationship Id="rId4" Type="http://schemas.openxmlformats.org/officeDocument/2006/relationships/image" Target="../media/image1090.png"/><Relationship Id="rId9" Type="http://schemas.openxmlformats.org/officeDocument/2006/relationships/image" Target="../media/image1140.png"/><Relationship Id="rId14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gi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3" Type="http://schemas.openxmlformats.org/officeDocument/2006/relationships/image" Target="../media/image146.png"/><Relationship Id="rId21" Type="http://schemas.openxmlformats.org/officeDocument/2006/relationships/image" Target="../media/image164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5" Type="http://schemas.openxmlformats.org/officeDocument/2006/relationships/image" Target="../media/image168.png"/><Relationship Id="rId2" Type="http://schemas.openxmlformats.org/officeDocument/2006/relationships/image" Target="../media/image145.png"/><Relationship Id="rId16" Type="http://schemas.openxmlformats.org/officeDocument/2006/relationships/image" Target="../media/image159.png"/><Relationship Id="rId20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24" Type="http://schemas.openxmlformats.org/officeDocument/2006/relationships/image" Target="../media/image167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23" Type="http://schemas.openxmlformats.org/officeDocument/2006/relationships/image" Target="../media/image166.png"/><Relationship Id="rId10" Type="http://schemas.openxmlformats.org/officeDocument/2006/relationships/image" Target="../media/image153.png"/><Relationship Id="rId19" Type="http://schemas.openxmlformats.org/officeDocument/2006/relationships/image" Target="../media/image162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Relationship Id="rId22" Type="http://schemas.openxmlformats.org/officeDocument/2006/relationships/image" Target="../media/image1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cyberzhg.github.io/toolbox/min_dfa?regex=KEF8QikqQQ==" TargetMode="External"/><Relationship Id="rId3" Type="http://schemas.openxmlformats.org/officeDocument/2006/relationships/image" Target="../media/image174.png"/><Relationship Id="rId7" Type="http://schemas.openxmlformats.org/officeDocument/2006/relationships/image" Target="../media/image177.png"/><Relationship Id="rId2" Type="http://schemas.openxmlformats.org/officeDocument/2006/relationships/image" Target="../media/image17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10" Type="http://schemas.openxmlformats.org/officeDocument/2006/relationships/image" Target="../media/image108.svg"/><Relationship Id="rId4" Type="http://schemas.openxmlformats.org/officeDocument/2006/relationships/image" Target="../media/image1740.png"/><Relationship Id="rId9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image" Target="../media/image179.png"/><Relationship Id="rId16" Type="http://schemas.openxmlformats.org/officeDocument/2006/relationships/image" Target="../media/image193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19" Type="http://schemas.openxmlformats.org/officeDocument/2006/relationships/image" Target="../media/image196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3" Type="http://schemas.openxmlformats.org/officeDocument/2006/relationships/image" Target="../media/image199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" Type="http://schemas.openxmlformats.org/officeDocument/2006/relationships/image" Target="../media/image198.png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4.png"/><Relationship Id="rId18" Type="http://schemas.openxmlformats.org/officeDocument/2006/relationships/image" Target="../media/image239.png"/><Relationship Id="rId3" Type="http://schemas.openxmlformats.org/officeDocument/2006/relationships/image" Target="../media/image224.png"/><Relationship Id="rId21" Type="http://schemas.openxmlformats.org/officeDocument/2006/relationships/image" Target="../media/image242.png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17" Type="http://schemas.openxmlformats.org/officeDocument/2006/relationships/image" Target="../media/image238.png"/><Relationship Id="rId2" Type="http://schemas.openxmlformats.org/officeDocument/2006/relationships/image" Target="../media/image223.png"/><Relationship Id="rId16" Type="http://schemas.openxmlformats.org/officeDocument/2006/relationships/image" Target="../media/image237.png"/><Relationship Id="rId20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5" Type="http://schemas.openxmlformats.org/officeDocument/2006/relationships/image" Target="../media/image236.png"/><Relationship Id="rId23" Type="http://schemas.openxmlformats.org/officeDocument/2006/relationships/image" Target="../media/image244.png"/><Relationship Id="rId10" Type="http://schemas.openxmlformats.org/officeDocument/2006/relationships/image" Target="../media/image231.png"/><Relationship Id="rId19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4" Type="http://schemas.openxmlformats.org/officeDocument/2006/relationships/image" Target="../media/image235.png"/><Relationship Id="rId22" Type="http://schemas.openxmlformats.org/officeDocument/2006/relationships/image" Target="../media/image24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34.png"/><Relationship Id="rId18" Type="http://schemas.openxmlformats.org/officeDocument/2006/relationships/image" Target="../media/image239.png"/><Relationship Id="rId3" Type="http://schemas.openxmlformats.org/officeDocument/2006/relationships/image" Target="../media/image246.png"/><Relationship Id="rId21" Type="http://schemas.openxmlformats.org/officeDocument/2006/relationships/image" Target="../media/image242.png"/><Relationship Id="rId7" Type="http://schemas.openxmlformats.org/officeDocument/2006/relationships/image" Target="../media/image248.png"/><Relationship Id="rId12" Type="http://schemas.openxmlformats.org/officeDocument/2006/relationships/image" Target="../media/image233.png"/><Relationship Id="rId17" Type="http://schemas.openxmlformats.org/officeDocument/2006/relationships/image" Target="../media/image238.png"/><Relationship Id="rId2" Type="http://schemas.openxmlformats.org/officeDocument/2006/relationships/image" Target="../media/image245.png"/><Relationship Id="rId16" Type="http://schemas.openxmlformats.org/officeDocument/2006/relationships/image" Target="../media/image237.png"/><Relationship Id="rId20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232.png"/><Relationship Id="rId5" Type="http://schemas.openxmlformats.org/officeDocument/2006/relationships/image" Target="../media/image227.png"/><Relationship Id="rId15" Type="http://schemas.openxmlformats.org/officeDocument/2006/relationships/image" Target="../media/image236.png"/><Relationship Id="rId23" Type="http://schemas.openxmlformats.org/officeDocument/2006/relationships/image" Target="../media/image244.png"/><Relationship Id="rId10" Type="http://schemas.openxmlformats.org/officeDocument/2006/relationships/image" Target="../media/image251.png"/><Relationship Id="rId19" Type="http://schemas.openxmlformats.org/officeDocument/2006/relationships/image" Target="../media/image240.png"/><Relationship Id="rId4" Type="http://schemas.openxmlformats.org/officeDocument/2006/relationships/image" Target="../media/image247.png"/><Relationship Id="rId9" Type="http://schemas.openxmlformats.org/officeDocument/2006/relationships/image" Target="../media/image250.png"/><Relationship Id="rId14" Type="http://schemas.openxmlformats.org/officeDocument/2006/relationships/image" Target="../media/image235.png"/><Relationship Id="rId22" Type="http://schemas.openxmlformats.org/officeDocument/2006/relationships/image" Target="../media/image24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png"/><Relationship Id="rId3" Type="http://schemas.openxmlformats.org/officeDocument/2006/relationships/image" Target="../media/image253.png"/><Relationship Id="rId7" Type="http://schemas.openxmlformats.org/officeDocument/2006/relationships/image" Target="../media/image257.png"/><Relationship Id="rId12" Type="http://schemas.openxmlformats.org/officeDocument/2006/relationships/image" Target="../media/image262.png"/><Relationship Id="rId17" Type="http://schemas.openxmlformats.org/officeDocument/2006/relationships/image" Target="../media/image267.png"/><Relationship Id="rId2" Type="http://schemas.openxmlformats.org/officeDocument/2006/relationships/image" Target="../media/image252.png"/><Relationship Id="rId16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5" Type="http://schemas.openxmlformats.org/officeDocument/2006/relationships/image" Target="../media/image26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281.png"/><Relationship Id="rId18" Type="http://schemas.openxmlformats.org/officeDocument/2006/relationships/image" Target="../media/image286.png"/><Relationship Id="rId3" Type="http://schemas.openxmlformats.org/officeDocument/2006/relationships/image" Target="../media/image271.png"/><Relationship Id="rId7" Type="http://schemas.openxmlformats.org/officeDocument/2006/relationships/image" Target="../media/image275.png"/><Relationship Id="rId12" Type="http://schemas.openxmlformats.org/officeDocument/2006/relationships/image" Target="../media/image280.png"/><Relationship Id="rId17" Type="http://schemas.openxmlformats.org/officeDocument/2006/relationships/image" Target="../media/image285.png"/><Relationship Id="rId2" Type="http://schemas.openxmlformats.org/officeDocument/2006/relationships/image" Target="../media/image270.png"/><Relationship Id="rId16" Type="http://schemas.openxmlformats.org/officeDocument/2006/relationships/image" Target="../media/image2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11" Type="http://schemas.openxmlformats.org/officeDocument/2006/relationships/image" Target="../media/image279.png"/><Relationship Id="rId5" Type="http://schemas.openxmlformats.org/officeDocument/2006/relationships/image" Target="../media/image273.png"/><Relationship Id="rId15" Type="http://schemas.openxmlformats.org/officeDocument/2006/relationships/image" Target="../media/image283.png"/><Relationship Id="rId10" Type="http://schemas.openxmlformats.org/officeDocument/2006/relationships/image" Target="../media/image278.png"/><Relationship Id="rId4" Type="http://schemas.openxmlformats.org/officeDocument/2006/relationships/image" Target="../media/image272.png"/><Relationship Id="rId9" Type="http://schemas.openxmlformats.org/officeDocument/2006/relationships/image" Target="../media/image277.png"/><Relationship Id="rId14" Type="http://schemas.openxmlformats.org/officeDocument/2006/relationships/image" Target="../media/image28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image" Target="../media/image270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3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72.emf"/><Relationship Id="rId5" Type="http://schemas.openxmlformats.org/officeDocument/2006/relationships/image" Target="../media/image271.emf"/><Relationship Id="rId4" Type="http://schemas.openxmlformats.org/officeDocument/2006/relationships/image" Target="../media/image28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 rt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שפות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TMARY10"/>
              </a:rPr>
              <a:t>AAAAAAAAAA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AAAA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E6D62-4DE2-325C-8769-4031B9BAAFCE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585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Picture 2" descr="סרט מודעות צהוב – ויקיפדיה">
            <a:extLst>
              <a:ext uri="{FF2B5EF4-FFF2-40B4-BE49-F238E27FC236}">
                <a16:creationId xmlns:a16="http://schemas.microsoft.com/office/drawing/2014/main" id="{05687AF7-A29E-F3BC-5126-465C1AE29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אימות תכונות בטיחות 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399" y="1524000"/>
                <a:ext cx="8703409" cy="37338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3000"/>
                  </a:spcBef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𝑎𝑑𝑃𝑟𝑒𝑓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רגולרית</a:t>
                </a:r>
              </a:p>
              <a:p>
                <a:pPr>
                  <a:spcBef>
                    <a:spcPts val="30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לכן, יש אוטומט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ששפתו היא קבוצת הָרֵישׁוֹת הרעות של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0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לתרגם בדיקת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  <m:r>
                      <a:rPr lang="en-US" b="0" i="1" dirty="0" smtClean="0">
                        <a:latin typeface="Cambria Math"/>
                      </a:rPr>
                      <m:t>⊨</m:t>
                    </m:r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בדיקת שְׁמוּרָה על ההרכבה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  <m:r>
                      <a:rPr lang="en-US" b="0" i="1" dirty="0" smtClean="0">
                        <a:latin typeface="Cambria Math"/>
                      </a:rPr>
                      <m:t>×</m:t>
                    </m:r>
                    <m:r>
                      <a:rPr lang="en-US" b="0" i="1" dirty="0" smtClean="0">
                        <a:latin typeface="Cambria Math"/>
                      </a:rPr>
                      <m:t>𝒜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מימוש: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אלגוריתם </a:t>
                </a: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על גרף המצבים של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×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000"/>
                  </a:spcBef>
                </a:pPr>
                <a:r>
                  <a:rPr lang="he-IL" err="1">
                    <a:latin typeface="Gisha" panose="020B0502040204020203" pitchFamily="34" charset="-79"/>
                    <a:cs typeface="Gisha" panose="020B0502040204020203" pitchFamily="34" charset="-79"/>
                  </a:rPr>
                  <a:t>סיבוכיות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זמן ומקום: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𝒪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⋅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399" y="1524000"/>
                <a:ext cx="8703409" cy="3733800"/>
              </a:xfrm>
              <a:blipFill>
                <a:blip r:embed="rId2"/>
                <a:stretch>
                  <a:fillRect t="-1631" r="-770" b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1878" y="5812089"/>
            <a:ext cx="8933856" cy="492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he-IL" sz="2600">
                <a:latin typeface="Gisha" panose="020B0502040204020203" pitchFamily="34" charset="-79"/>
                <a:cs typeface="Gisha" panose="020B0502040204020203" pitchFamily="34" charset="-79"/>
              </a:rPr>
              <a:t>עבור תכונות כלליות יותר נזדקק לאוטומטים על </a:t>
            </a:r>
            <a:r>
              <a:rPr lang="he-IL" sz="2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מילים אינסופיות </a:t>
            </a:r>
            <a:r>
              <a:rPr lang="he-IL" sz="2600">
                <a:latin typeface="Gisha" panose="020B0502040204020203" pitchFamily="34" charset="-79"/>
                <a:cs typeface="Gisha" panose="020B0502040204020203" pitchFamily="34" charset="-79"/>
              </a:rPr>
              <a:t>𝜔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ED3D908-8426-393D-CFD3-31419298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4186548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-152400"/>
                <a:ext cx="76962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תכנית להמשך: אימות תכונות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-152400"/>
                <a:ext cx="7696200" cy="1143000"/>
              </a:xfrm>
              <a:blipFill>
                <a:blip r:embed="rId2"/>
                <a:stretch>
                  <a:fillRect l="-3883" r="-2139" b="-1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67257" y="6762750"/>
            <a:ext cx="2876743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09" y="152400"/>
            <a:ext cx="531091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5236" y="1752600"/>
            <a:ext cx="2124364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שְׁמוּרָה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5236" y="3486150"/>
            <a:ext cx="2124364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מיוצגות ע"י נוסחה לוגית המתארת מצבים העומדים בתנאי השמורה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6781" y="5257800"/>
            <a:ext cx="2124364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נבדקות באמצעות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או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BFS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62036" y="1752600"/>
            <a:ext cx="2124364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בטיחות רגולריות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2036" y="3486150"/>
            <a:ext cx="2124364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מיוצגות ע"י אוטומט המתאר את קבוצת הרישות הרעות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345872" y="5257800"/>
                <a:ext cx="2124364" cy="12954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נבדקות ע"י הרכבה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𝑇𝑆</m:t>
                    </m:r>
                    <m:r>
                      <a:rPr lang="en-US">
                        <a:latin typeface="Cambria Math"/>
                      </a:rPr>
                      <m:t>×</m:t>
                    </m:r>
                    <m:r>
                      <a:rPr lang="en-US">
                        <a:latin typeface="Cambria Math"/>
                      </a:rPr>
                      <m:t>𝒜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ורדוקציה לשְׁמוּרָה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872" y="5257800"/>
                <a:ext cx="2124364" cy="129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18836" y="1752600"/>
                <a:ext cx="2124364" cy="12954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36" y="1752600"/>
                <a:ext cx="2124364" cy="1295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09600" y="3486150"/>
            <a:ext cx="2124364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מיוצגות ע"י אוטומט המתאר מילים אינסופיות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04981" y="5257800"/>
                <a:ext cx="2124364" cy="129540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נבדקות ע"י הרכבה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𝑇𝑆</m:t>
                    </m:r>
                    <m:r>
                      <a:rPr lang="en-US" b="0" i="1" smtClean="0">
                        <a:latin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</a:rPr>
                      <m:t>𝒜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וסריקת מעגלים בגרף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81" y="5257800"/>
                <a:ext cx="2124364" cy="1295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7" idx="2"/>
            <a:endCxn id="10" idx="0"/>
          </p:cNvCxnSpPr>
          <p:nvPr/>
        </p:nvCxnSpPr>
        <p:spPr>
          <a:xfrm>
            <a:off x="7167418" y="3048000"/>
            <a:ext cx="0" cy="4381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20" name="Straight Arrow Connector 19"/>
          <p:cNvCxnSpPr>
            <a:stCxn id="10" idx="2"/>
            <a:endCxn id="11" idx="0"/>
          </p:cNvCxnSpPr>
          <p:nvPr/>
        </p:nvCxnSpPr>
        <p:spPr>
          <a:xfrm>
            <a:off x="7167418" y="4781550"/>
            <a:ext cx="11545" cy="476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22" name="Straight Arrow Connector 21"/>
          <p:cNvCxnSpPr>
            <a:stCxn id="12" idx="2"/>
            <a:endCxn id="13" idx="0"/>
          </p:cNvCxnSpPr>
          <p:nvPr/>
        </p:nvCxnSpPr>
        <p:spPr>
          <a:xfrm>
            <a:off x="4424218" y="3048000"/>
            <a:ext cx="0" cy="4381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24" name="Straight Arrow Connector 23"/>
          <p:cNvCxnSpPr>
            <a:stCxn id="13" idx="2"/>
            <a:endCxn id="14" idx="0"/>
          </p:cNvCxnSpPr>
          <p:nvPr/>
        </p:nvCxnSpPr>
        <p:spPr>
          <a:xfrm flipH="1">
            <a:off x="4408054" y="4781550"/>
            <a:ext cx="16164" cy="476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cxnSp>
      <p:cxnSp>
        <p:nvCxnSpPr>
          <p:cNvPr id="27" name="Straight Arrow Connector 26"/>
          <p:cNvCxnSpPr>
            <a:stCxn id="15" idx="2"/>
            <a:endCxn id="16" idx="0"/>
          </p:cNvCxnSpPr>
          <p:nvPr/>
        </p:nvCxnSpPr>
        <p:spPr>
          <a:xfrm flipH="1">
            <a:off x="1671782" y="3048000"/>
            <a:ext cx="9236" cy="4381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29" name="Straight Arrow Connector 28"/>
          <p:cNvCxnSpPr>
            <a:stCxn id="16" idx="2"/>
            <a:endCxn id="17" idx="0"/>
          </p:cNvCxnSpPr>
          <p:nvPr/>
        </p:nvCxnSpPr>
        <p:spPr>
          <a:xfrm flipH="1">
            <a:off x="1667163" y="4781550"/>
            <a:ext cx="4619" cy="47625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200400" y="1143000"/>
            <a:ext cx="0" cy="5562600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203808" y="1499000"/>
            <a:ext cx="1369401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040519" y="1126959"/>
            <a:ext cx="160548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עד כאן הגענו</a:t>
            </a:r>
          </a:p>
        </p:txBody>
      </p:sp>
    </p:spTree>
    <p:extLst>
      <p:ext uri="{BB962C8B-B14F-4D97-AF65-F5344CB8AC3E}">
        <p14:creationId xmlns:p14="http://schemas.microsoft.com/office/powerpoint/2010/main" val="329591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תכונת חַיּוּת עבור האלגוריתם של פטרסון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136632" y="5638800"/>
                <a:ext cx="8978740" cy="93416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100">
                    <a:latin typeface="Gisha" panose="020B0502040204020203" pitchFamily="34" charset="-79"/>
                    <a:cs typeface="Gisha" panose="020B0502040204020203" pitchFamily="34" charset="-79"/>
                  </a:rPr>
                  <a:t>אם מישהו רוצה להיכנס לקטע הקריטי, האם הוא יקבל את ההזדמנות לעשות זאת?</a:t>
                </a:r>
              </a:p>
              <a:p>
                <a:pPr algn="ctr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dirty="0" smtClean="0">
                          <a:latin typeface="Cambria Math"/>
                        </a:rPr>
                        <m:t>𝑎𝑙𝑤𝑎𝑦𝑠</m:t>
                      </m:r>
                      <m:r>
                        <a:rPr lang="en-US" sz="2100" i="1" dirty="0" smtClean="0">
                          <a:latin typeface="Cambria Math"/>
                        </a:rPr>
                        <m:t>   </m:t>
                      </m:r>
                      <m:d>
                        <m:dPr>
                          <m:ctrlPr>
                            <a:rPr lang="en-US" sz="21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1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 dirty="0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𝑤𝑎𝑖𝑡</m:t>
                              </m:r>
                              <m:r>
                                <a:rPr lang="en-US" sz="2100" b="0" i="1" baseline="-25000" dirty="0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𝐿</m:t>
                              </m:r>
                              <m:r>
                                <a:rPr lang="en-US" sz="21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⇒</m:t>
                              </m:r>
                              <m:r>
                                <a:rPr lang="en-US" sz="21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𝑒𝑣𝑒𝑛𝑡𝑢𝑎𝑙𝑙𝑦</m:t>
                              </m:r>
                              <m:r>
                                <a:rPr lang="en-US" sz="210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1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𝑐𝑟𝑖𝑡</m:t>
                              </m:r>
                              <m:r>
                                <a:rPr lang="en-US" sz="2100" i="1" baseline="-25000" dirty="0" err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e>
                          </m:d>
                          <m:r>
                            <a:rPr lang="en-US" sz="2100" b="0" i="1" dirty="0" smtClean="0">
                              <a:latin typeface="Cambria Math"/>
                            </a:rPr>
                            <m:t>∧</m:t>
                          </m:r>
                          <m:d>
                            <m:dPr>
                              <m:ctrlPr>
                                <a:rPr lang="en-US" sz="21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 dirty="0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𝑤𝑎𝑖𝑡</m:t>
                              </m:r>
                              <m:r>
                                <a:rPr lang="en-US" sz="2100" i="1" baseline="-25000" dirty="0" err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𝑅</m:t>
                              </m:r>
                              <m:r>
                                <a:rPr lang="en-US" sz="21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⇒</m:t>
                              </m:r>
                              <m:r>
                                <a:rPr lang="en-US" sz="21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𝑒𝑣𝑒𝑛𝑡𝑢𝑎𝑙𝑙𝑦</m:t>
                              </m:r>
                              <m:r>
                                <a:rPr lang="en-US" sz="210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1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𝑐𝑟𝑖𝑡</m:t>
                              </m:r>
                              <m:r>
                                <a:rPr lang="en-US" sz="2100" i="1" baseline="-25000" dirty="0" err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1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32" y="5638800"/>
                <a:ext cx="8978740" cy="934166"/>
              </a:xfrm>
              <a:prstGeom prst="rect">
                <a:avLst/>
              </a:prstGeom>
              <a:blipFill>
                <a:blip r:embed="rId2"/>
                <a:stretch>
                  <a:fillRect l="-747" t="-3922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 rot="5400000">
            <a:off x="5718479" y="1937266"/>
            <a:ext cx="545068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1" name="Group 70"/>
          <p:cNvGrpSpPr/>
          <p:nvPr/>
        </p:nvGrpSpPr>
        <p:grpSpPr>
          <a:xfrm>
            <a:off x="3086100" y="2209800"/>
            <a:ext cx="762000" cy="304800"/>
            <a:chOff x="2895600" y="2133600"/>
            <a:chExt cx="762000" cy="304800"/>
          </a:xfrm>
        </p:grpSpPr>
        <p:sp>
          <p:nvSpPr>
            <p:cNvPr id="72" name="Rectangle 71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86100" y="3048000"/>
            <a:ext cx="762000" cy="304800"/>
            <a:chOff x="2895600" y="2133600"/>
            <a:chExt cx="762000" cy="304800"/>
          </a:xfrm>
        </p:grpSpPr>
        <p:sp>
          <p:nvSpPr>
            <p:cNvPr id="75" name="Rectangle 74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086100" y="3886200"/>
            <a:ext cx="762000" cy="304800"/>
            <a:chOff x="2895600" y="2133600"/>
            <a:chExt cx="762000" cy="304800"/>
          </a:xfrm>
        </p:grpSpPr>
        <p:sp>
          <p:nvSpPr>
            <p:cNvPr id="78" name="Rectangle 77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086100" y="4724400"/>
            <a:ext cx="762000" cy="304800"/>
            <a:chOff x="2895600" y="2133600"/>
            <a:chExt cx="762000" cy="304800"/>
          </a:xfrm>
        </p:grpSpPr>
        <p:sp>
          <p:nvSpPr>
            <p:cNvPr id="81" name="Rectangle 80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600700" y="2209800"/>
            <a:ext cx="762000" cy="304800"/>
            <a:chOff x="2895600" y="2133600"/>
            <a:chExt cx="762000" cy="304800"/>
          </a:xfrm>
        </p:grpSpPr>
        <p:sp>
          <p:nvSpPr>
            <p:cNvPr id="84" name="Rectangle 83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5600700" y="3048000"/>
            <a:ext cx="762000" cy="304800"/>
            <a:chOff x="2895600" y="2133600"/>
            <a:chExt cx="762000" cy="304800"/>
          </a:xfrm>
        </p:grpSpPr>
        <p:sp>
          <p:nvSpPr>
            <p:cNvPr id="87" name="Rectangle 86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5600700" y="3886200"/>
            <a:ext cx="762000" cy="304800"/>
            <a:chOff x="2895600" y="2133600"/>
            <a:chExt cx="762000" cy="304800"/>
          </a:xfrm>
        </p:grpSpPr>
        <p:sp>
          <p:nvSpPr>
            <p:cNvPr id="90" name="Rectangle 89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5600700" y="4724400"/>
            <a:ext cx="762000" cy="304800"/>
            <a:chOff x="2895600" y="2133600"/>
            <a:chExt cx="762000" cy="304800"/>
          </a:xfrm>
        </p:grpSpPr>
        <p:sp>
          <p:nvSpPr>
            <p:cNvPr id="93" name="Rectangle 92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8001000" y="3049434"/>
            <a:ext cx="762000" cy="304800"/>
            <a:chOff x="2895600" y="2133600"/>
            <a:chExt cx="762000" cy="304800"/>
          </a:xfrm>
        </p:grpSpPr>
        <p:sp>
          <p:nvSpPr>
            <p:cNvPr id="96" name="Rectangle 95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8" name="Straight Arrow Connector 37"/>
          <p:cNvCxnSpPr>
            <a:stCxn id="101" idx="0"/>
            <a:endCxn id="72" idx="1"/>
          </p:cNvCxnSpPr>
          <p:nvPr/>
        </p:nvCxnSpPr>
        <p:spPr>
          <a:xfrm rot="5400000" flipH="1" flipV="1">
            <a:off x="1600200" y="1562100"/>
            <a:ext cx="685800" cy="2286000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38"/>
          <p:cNvCxnSpPr>
            <a:stCxn id="101" idx="2"/>
            <a:endCxn id="81" idx="1"/>
          </p:cNvCxnSpPr>
          <p:nvPr/>
        </p:nvCxnSpPr>
        <p:spPr>
          <a:xfrm rot="16200000" flipH="1">
            <a:off x="1181100" y="2971800"/>
            <a:ext cx="1524000" cy="2286000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0" name="Group 99"/>
          <p:cNvGrpSpPr/>
          <p:nvPr/>
        </p:nvGrpSpPr>
        <p:grpSpPr>
          <a:xfrm>
            <a:off x="609600" y="3048000"/>
            <a:ext cx="762000" cy="304800"/>
            <a:chOff x="2895600" y="2133600"/>
            <a:chExt cx="762000" cy="304800"/>
          </a:xfrm>
        </p:grpSpPr>
        <p:sp>
          <p:nvSpPr>
            <p:cNvPr id="101" name="Rectangle 100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3276600" y="2137972"/>
              <a:ext cx="381000" cy="300292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" name="Straight Arrow Connector 102"/>
          <p:cNvCxnSpPr>
            <a:stCxn id="75" idx="1"/>
            <a:endCxn id="102" idx="3"/>
          </p:cNvCxnSpPr>
          <p:nvPr/>
        </p:nvCxnSpPr>
        <p:spPr>
          <a:xfrm flipH="1">
            <a:off x="1371600" y="3200400"/>
            <a:ext cx="1714500" cy="211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rot="5400000">
            <a:off x="3181756" y="2781300"/>
            <a:ext cx="533400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rot="5400000">
            <a:off x="3181756" y="3619500"/>
            <a:ext cx="533400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rot="5400000">
            <a:off x="3181756" y="4457700"/>
            <a:ext cx="533400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rot="5400000">
            <a:off x="3190549" y="1951892"/>
            <a:ext cx="515815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rot="5400000">
            <a:off x="5724313" y="2781300"/>
            <a:ext cx="533400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5400000">
            <a:off x="5724313" y="3619500"/>
            <a:ext cx="533400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rot="5400000">
            <a:off x="5724313" y="4457700"/>
            <a:ext cx="533400" cy="158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rot="10800000">
            <a:off x="3848100" y="3352800"/>
            <a:ext cx="1752600" cy="152400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V="1">
            <a:off x="3848100" y="3352800"/>
            <a:ext cx="1752600" cy="152400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3848100" y="2362200"/>
            <a:ext cx="1752600" cy="68580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3848100" y="2362200"/>
            <a:ext cx="1752600" cy="68580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88" idx="3"/>
            <a:endCxn id="96" idx="1"/>
          </p:cNvCxnSpPr>
          <p:nvPr/>
        </p:nvCxnSpPr>
        <p:spPr>
          <a:xfrm>
            <a:off x="6362700" y="3200400"/>
            <a:ext cx="1638300" cy="1434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09"/>
          <p:cNvCxnSpPr>
            <a:stCxn id="97" idx="2"/>
            <a:endCxn id="94" idx="3"/>
          </p:cNvCxnSpPr>
          <p:nvPr/>
        </p:nvCxnSpPr>
        <p:spPr>
          <a:xfrm rot="5400000">
            <a:off x="6706317" y="3010617"/>
            <a:ext cx="1522566" cy="2209800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09"/>
          <p:cNvCxnSpPr>
            <a:stCxn id="97" idx="0"/>
            <a:endCxn id="85" idx="3"/>
          </p:cNvCxnSpPr>
          <p:nvPr/>
        </p:nvCxnSpPr>
        <p:spPr>
          <a:xfrm rot="16200000" flipV="1">
            <a:off x="7123983" y="1600917"/>
            <a:ext cx="687234" cy="2209800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5957597" y="4175552"/>
                <a:ext cx="1692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597" y="4175552"/>
                <a:ext cx="1692707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3126957" y="2502867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957" y="2502867"/>
                <a:ext cx="261610" cy="369332"/>
              </a:xfrm>
              <a:prstGeom prst="rect">
                <a:avLst/>
              </a:prstGeom>
              <a:blipFill>
                <a:blip r:embed="rId4"/>
                <a:stretch>
                  <a:fillRect l="-9302" r="-4651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2512938" y="3352664"/>
                <a:ext cx="1013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938" y="3352664"/>
                <a:ext cx="1013739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tangle 127"/>
              <p:cNvSpPr/>
              <p:nvPr/>
            </p:nvSpPr>
            <p:spPr>
              <a:xfrm>
                <a:off x="216769" y="1600200"/>
                <a:ext cx="26198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𝑃𝑒𝑡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= </m:t>
                      </m:r>
                      <m:r>
                        <a:rPr lang="en-US" i="1" dirty="0"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he-IL" i="1">
                              <a:latin typeface="Cambria Math"/>
                              <a:ea typeface="Cambria Math"/>
                            </a:rPr>
                            <m:t>∥</m:t>
                          </m:r>
                          <m:r>
                            <a:rPr lang="en-US" i="1" dirty="0">
                              <a:latin typeface="Cambria Math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8" name="Rectangle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69" y="1600200"/>
                <a:ext cx="26198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881851" y="5029200"/>
                <a:ext cx="1609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851" y="5029200"/>
                <a:ext cx="1609351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928050" y="5039313"/>
                <a:ext cx="1609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50" y="5039313"/>
                <a:ext cx="1609351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82250" y="3366541"/>
                <a:ext cx="9303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50" y="3366541"/>
                <a:ext cx="930383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5921441" y="3359263"/>
                <a:ext cx="1033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41" y="3359263"/>
                <a:ext cx="1033553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6010009" y="249325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09" y="2493258"/>
                <a:ext cx="261610" cy="369332"/>
              </a:xfrm>
              <a:prstGeom prst="rect">
                <a:avLst/>
              </a:prstGeom>
              <a:blipFill>
                <a:blip r:embed="rId11"/>
                <a:stretch>
                  <a:fillRect l="-9302" r="-4651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7622304" y="3375890"/>
                <a:ext cx="950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304" y="3375890"/>
                <a:ext cx="950196" cy="369332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1798495" y="4193049"/>
                <a:ext cx="1692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𝑤𝑎𝑖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495" y="4193049"/>
                <a:ext cx="1692707" cy="3693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E8ED38C-5955-2B41-29F0-1503A410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תכנית להמשך: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תכונות באמצעות אוטומט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1959889"/>
            <a:ext cx="5307607" cy="1740933"/>
            <a:chOff x="4085650" y="3974067"/>
            <a:chExt cx="3438731" cy="1266133"/>
          </a:xfrm>
        </p:grpSpPr>
        <p:sp>
          <p:nvSpPr>
            <p:cNvPr id="23" name="Oval 22"/>
            <p:cNvSpPr/>
            <p:nvPr/>
          </p:nvSpPr>
          <p:spPr>
            <a:xfrm>
              <a:off x="4581659" y="4454687"/>
              <a:ext cx="363692" cy="363692"/>
            </a:xfrm>
            <a:prstGeom prst="ellipse">
              <a:avLst/>
            </a:prstGeom>
            <a:ln w="66675" cap="sq" cmpd="dbl">
              <a:solidFill>
                <a:schemeClr val="tx1"/>
              </a:solidFill>
            </a:ln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Oval 23"/>
            <p:cNvSpPr/>
            <p:nvPr/>
          </p:nvSpPr>
          <p:spPr>
            <a:xfrm>
              <a:off x="6943859" y="4454687"/>
              <a:ext cx="363692" cy="363692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26" name="Straight Arrow Connector 25"/>
            <p:cNvCxnSpPr>
              <a:endCxn id="23" idx="1"/>
            </p:cNvCxnSpPr>
            <p:nvPr/>
          </p:nvCxnSpPr>
          <p:spPr>
            <a:xfrm>
              <a:off x="4482920" y="4363764"/>
              <a:ext cx="152001" cy="144185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24" idx="6"/>
              <a:endCxn id="24" idx="4"/>
            </p:cNvCxnSpPr>
            <p:nvPr/>
          </p:nvCxnSpPr>
          <p:spPr>
            <a:xfrm flipH="1">
              <a:off x="7125705" y="4636534"/>
              <a:ext cx="181846" cy="181846"/>
            </a:xfrm>
            <a:prstGeom prst="curvedConnector4">
              <a:avLst>
                <a:gd name="adj1" fmla="val -81447"/>
                <a:gd name="adj2" fmla="val 19142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Elbow Connector 35"/>
            <p:cNvCxnSpPr>
              <a:stCxn id="23" idx="2"/>
              <a:endCxn id="23" idx="4"/>
            </p:cNvCxnSpPr>
            <p:nvPr/>
          </p:nvCxnSpPr>
          <p:spPr>
            <a:xfrm rot="10800000" flipH="1" flipV="1">
              <a:off x="4581659" y="4636534"/>
              <a:ext cx="181846" cy="181846"/>
            </a:xfrm>
            <a:prstGeom prst="curvedConnector4">
              <a:avLst>
                <a:gd name="adj1" fmla="val -81446"/>
                <a:gd name="adj2" fmla="val 191426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4085650" y="4956705"/>
                  <a:ext cx="981694" cy="26860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𝑤𝑎𝑖𝑡</m:t>
                        </m:r>
                        <m:r>
                          <a:rPr lang="en-US" b="0" i="1" smtClean="0">
                            <a:latin typeface="Cambria Math"/>
                          </a:rPr>
                          <m:t>∨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𝑐𝑟𝑖𝑡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5650" y="4956705"/>
                  <a:ext cx="981694" cy="26860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5475988" y="3974067"/>
                  <a:ext cx="981694" cy="26860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𝑤𝑎𝑖𝑡</m:t>
                        </m:r>
                        <m:r>
                          <a:rPr lang="en-US" b="0" i="1" smtClean="0">
                            <a:latin typeface="Cambria Math"/>
                          </a:rPr>
                          <m:t>∧¬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𝑐𝑟𝑖𝑡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5988" y="3974067"/>
                  <a:ext cx="981694" cy="26860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Elbow Connector 38"/>
            <p:cNvCxnSpPr>
              <a:stCxn id="23" idx="7"/>
              <a:endCxn id="24" idx="1"/>
            </p:cNvCxnSpPr>
            <p:nvPr/>
          </p:nvCxnSpPr>
          <p:spPr>
            <a:xfrm rot="5400000" flipH="1" flipV="1">
              <a:off x="5944101" y="3455434"/>
              <a:ext cx="9236" cy="2105031"/>
            </a:xfrm>
            <a:prstGeom prst="curvedConnector3">
              <a:avLst>
                <a:gd name="adj1" fmla="val 2376654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4" idx="3"/>
              <a:endCxn id="23" idx="5"/>
            </p:cNvCxnSpPr>
            <p:nvPr/>
          </p:nvCxnSpPr>
          <p:spPr>
            <a:xfrm rot="5400000">
              <a:off x="5944101" y="3712603"/>
              <a:ext cx="9236" cy="2105031"/>
            </a:xfrm>
            <a:prstGeom prst="curvedConnector3">
              <a:avLst>
                <a:gd name="adj1" fmla="val 2376654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5706814" y="4971595"/>
                  <a:ext cx="410981" cy="26860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𝑐𝑟𝑖𝑡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814" y="4971595"/>
                  <a:ext cx="410981" cy="2686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7001235" y="4971595"/>
                  <a:ext cx="523146" cy="26860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𝑐𝑟𝑖𝑡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1235" y="4971595"/>
                  <a:ext cx="523146" cy="2686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7787" y="4529981"/>
                <a:ext cx="7114896" cy="68794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¬</m:t>
                                  </m:r>
                                  <m:r>
                                    <a:rPr lang="en-US" sz="240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𝑤𝑎𝑖𝑡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∨</m:t>
                                  </m:r>
                                  <m: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𝑐𝑟𝑖𝑡</m:t>
                                  </m:r>
                                </m:e>
                              </m:d>
                              <m:r>
                                <a:rPr lang="en-US" sz="2400" b="0" i="0" smtClean="0">
                                  <a:latin typeface="Cambria Math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𝑤𝑎𝑖𝑡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∧¬</m:t>
                                      </m:r>
                                      <m:r>
                                        <a:rPr lang="en-US" sz="240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𝑐𝑟𝑖𝑡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¬</m:t>
                                          </m:r>
                                          <m:r>
                                            <a:rPr lang="en-US" sz="240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𝑐𝑟𝑖𝑡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/>
                                    </a:rPr>
                                    <m:t>.</m:t>
                                  </m:r>
                                  <m: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𝑐𝑟𝑖𝑡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787" y="4529981"/>
                <a:ext cx="7114896" cy="6879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304794" y="3921265"/>
                <a:ext cx="5617564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400">
                    <a:solidFill>
                      <a:schemeClr val="accent1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נאפשר לתאר גם באמצעות "ביטוי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chemeClr val="accent1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-רגולרי":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794" y="3921265"/>
                <a:ext cx="5617564" cy="461665"/>
              </a:xfrm>
              <a:prstGeom prst="rect">
                <a:avLst/>
              </a:prstGeom>
              <a:blipFill>
                <a:blip r:embed="rId7"/>
                <a:stretch>
                  <a:fillRect l="-2169" t="-11842" r="-162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Julius Richard Büchi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133350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338790" y="2971800"/>
            <a:ext cx="17436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Julius Richard </a:t>
            </a:r>
            <a:r>
              <a:rPr lang="en-US" sz="1400" err="1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en-US" sz="140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en-US" sz="14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 (1924–1984) </a:t>
            </a:r>
            <a:endParaRPr lang="he-IL" sz="140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05328" y="6067559"/>
                <a:ext cx="588827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𝑎𝑙𝑤𝑎𝑦𝑠</m:t>
                      </m:r>
                      <m:r>
                        <a:rPr lang="en-US" sz="2400" i="1" dirty="0" smtClean="0">
                          <a:latin typeface="Cambria Math"/>
                        </a:rPr>
                        <m:t>   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𝑤𝑎𝑖𝑡</m:t>
                          </m:r>
                          <m:r>
                            <a:rPr lang="he-IL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𝑒𝑣𝑒𝑛𝑡𝑢𝑎𝑙𝑙𝑦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  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𝑐𝑟𝑖𝑡</m:t>
                          </m:r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328" y="6067559"/>
                <a:ext cx="5888279" cy="461665"/>
              </a:xfrm>
              <a:prstGeom prst="rect">
                <a:avLst/>
              </a:prstGeom>
              <a:blipFill>
                <a:blip r:embed="rId9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2986476" y="1351173"/>
            <a:ext cx="6112572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solidFill>
                  <a:schemeClr val="accent1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נאפשר לתאר גם תכונות חַיּוּת באמצעות אוטומט: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5715" y="5496484"/>
            <a:ext cx="394531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>
                <a:solidFill>
                  <a:schemeClr val="accent1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ובאמצעות "לוגיקה טמפורלית":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250A759-5180-69EA-4993-864165E5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152400"/>
                <a:ext cx="77724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תכנית להמשך: 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שפות אומגה רגולריות (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152400"/>
                <a:ext cx="7772400" cy="1143000"/>
              </a:xfrm>
              <a:blipFill>
                <a:blip r:embed="rId2"/>
                <a:stretch>
                  <a:fillRect t="-16489" b="-1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7" name="TextBox 6"/>
          <p:cNvSpPr txBox="1"/>
          <p:nvPr/>
        </p:nvSpPr>
        <p:spPr>
          <a:xfrm>
            <a:off x="457200" y="1541818"/>
            <a:ext cx="8305800" cy="830997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שפה רגולרית </a:t>
            </a:r>
            <a:r>
              <a:rPr lang="he-IL" sz="24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היא אוסף של מילים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באורך סופי</a:t>
            </a:r>
            <a:br>
              <a:rPr lang="en-US" sz="24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שניתן לתאר באמצעות אוטומט או ביטוי רגולרי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7200" y="5341203"/>
                <a:ext cx="8305800" cy="83099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שפה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</a:t>
                </a:r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היא אוסף של מילים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באורך אינסופי</a:t>
                </a:r>
                <a:br>
                  <a:rPr lang="en-US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שניתן לתאר באמצעות אוטומט </a:t>
                </a:r>
                <a:r>
                  <a:rPr lang="en-US" sz="24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או ביטוי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341203"/>
                <a:ext cx="83058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elated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2780684"/>
            <a:ext cx="47625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CB6B1C9-6CDC-DD1F-B07C-3F83F318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5420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157136501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12" y="-76200"/>
            <a:ext cx="8396888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אופרטורים מעל שפות פורמאליות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68521" y="6858000"/>
            <a:ext cx="2675479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41521" y="2378055"/>
                <a:ext cx="712119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שרשור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400" i="1" dirty="0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pl-PL" sz="240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l-PL" sz="2400" i="1" dirty="0" smtClean="0">
                        <a:latin typeface="Cambria Math"/>
                      </a:rPr>
                      <m:t>.</m:t>
                    </m:r>
                    <m:sSub>
                      <m:sSubPr>
                        <m:ctrlPr>
                          <a:rPr lang="he-IL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400" i="1" dirty="0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pl-PL" sz="240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l-PL" sz="2400" i="1" dirty="0" smtClean="0">
                        <a:latin typeface="Cambria Math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400" i="1" dirty="0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pl-PL" sz="240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l-PL" sz="2400" i="1" dirty="0" smtClean="0">
                            <a:latin typeface="Cambria Math"/>
                          </a:rPr>
                          <m:t>.</m:t>
                        </m:r>
                        <m:sSub>
                          <m:sSubPr>
                            <m:ctrlP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400" i="1" dirty="0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pl-PL" sz="240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he-IL" sz="2400" b="0" i="1" dirty="0" smtClean="0">
                            <a:latin typeface="Cambria Math"/>
                          </a:rPr>
                          <m:t>:  </m:t>
                        </m:r>
                        <m:sSub>
                          <m:sSubPr>
                            <m:ctrlP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400" i="1" dirty="0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pl-PL" sz="240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l-PL" sz="2400" i="1" dirty="0" smtClean="0">
                            <a:latin typeface="Cambria Math"/>
                          </a:rPr>
                          <m:t>∈</m:t>
                        </m:r>
                        <m:sSub>
                          <m:sSubPr>
                            <m:ctrlP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400" i="1" dirty="0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pl-PL" sz="240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l-PL" sz="2400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l-PL" sz="2400" i="1" dirty="0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pl-PL" sz="240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l-PL" sz="2400" i="1" dirty="0" smtClean="0">
                            <a:latin typeface="Cambria Math"/>
                          </a:rPr>
                          <m:t>∈</m:t>
                        </m:r>
                        <m:sSub>
                          <m:sSubPr>
                            <m:ctrlPr>
                              <a:rPr lang="he-IL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400" i="1" dirty="0" smtClean="0"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pl-PL" sz="240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pl-PL" sz="2400" i="1" dirty="0" smtClean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21" y="2378055"/>
                <a:ext cx="7121195" cy="461665"/>
              </a:xfrm>
              <a:prstGeom prst="rect">
                <a:avLst/>
              </a:prstGeom>
              <a:blipFill>
                <a:blip r:embed="rId2"/>
                <a:stretch>
                  <a:fillRect l="-1884" t="-11842" r="-128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94388" y="4170266"/>
                <a:ext cx="7121196" cy="482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כוכבית של קליני: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88" y="4170266"/>
                <a:ext cx="7121196" cy="482696"/>
              </a:xfrm>
              <a:prstGeom prst="rect">
                <a:avLst/>
              </a:prstGeom>
              <a:blipFill>
                <a:blip r:embed="rId3"/>
                <a:stretch>
                  <a:fillRect t="-6329" r="-1370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94389" y="3075636"/>
                <a:ext cx="7121193" cy="84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he-IL" sz="2400" b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העלאה בחזקה</a:t>
                </a:r>
                <a:r>
                  <a:rPr lang="he-IL" sz="2400" b="0">
                    <a:latin typeface="Gisha" panose="020B0502040204020203" pitchFamily="34" charset="-79"/>
                    <a:cs typeface="Gisha" panose="020B0502040204020203" pitchFamily="34" charset="-79"/>
                  </a:rPr>
                  <a:t>: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pl-PL" sz="2400" i="1" dirty="0" smtClean="0">
                        <a:latin typeface="Cambria Math"/>
                      </a:rPr>
                      <m:t> =</m:t>
                    </m:r>
                    <m:limLow>
                      <m:limLowPr>
                        <m:ctrlPr>
                          <a:rPr lang="pl-PL" sz="240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pl-PL" sz="240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𝐿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.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𝐿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.  ⋅⋅⋅.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𝐿</m:t>
                            </m:r>
                          </m:e>
                        </m:groupChr>
                      </m:e>
                      <m:lim>
                        <m:r>
                          <a:rPr lang="en-US" sz="2400" b="0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e-IL" sz="2400" b="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פעמים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 </m:t>
                        </m:r>
                        <m:r>
                          <a:rPr lang="he-IL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𝑖</m:t>
                        </m:r>
                      </m:lim>
                    </m:limLow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89" y="3075636"/>
                <a:ext cx="7121193" cy="842859"/>
              </a:xfrm>
              <a:prstGeom prst="rect">
                <a:avLst/>
              </a:prstGeom>
              <a:blipFill>
                <a:blip r:embed="rId4"/>
                <a:stretch>
                  <a:fillRect l="-685" t="-3623" r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90600" y="4904733"/>
                <a:ext cx="7172116" cy="4823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חזרה פעם אחת או יותר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904733"/>
                <a:ext cx="7172116" cy="482376"/>
              </a:xfrm>
              <a:prstGeom prst="rect">
                <a:avLst/>
              </a:prstGeom>
              <a:blipFill>
                <a:blip r:embed="rId5"/>
                <a:stretch>
                  <a:fillRect t="-6329" r="-1276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19236" y="1219200"/>
            <a:ext cx="877236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בהינתן שפות (קבוצות של מילים) הגדרנו, בקורס "</a:t>
            </a:r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מבנים חישוביים</a:t>
            </a: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  <a:p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פעולות ליצירת שפות חדשות</a:t>
            </a: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236" y="5718558"/>
            <a:ext cx="8671497" cy="83099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הגדרנו את קבוצת השפות הרגולריות באמצעות פעולות אלה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בקורס זה נמשיך את הרעיון להגדרת קבוצת השפות האומגה רגולריות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DCA59E6-5189-1382-DB15-35CDBD8A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505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42730" y="2352092"/>
            <a:ext cx="8144069" cy="412490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52236" y="3102887"/>
            <a:ext cx="3678037" cy="17858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2731" y="1143000"/>
            <a:ext cx="8144069" cy="107457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36" y="-224420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 רקוסיבית: ביטויים רגולריים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198984"/>
                <a:ext cx="8229600" cy="550661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תחביר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ביטויים רגולריים מעל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:≔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∅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𝜖</m:t>
                          </m:r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 </m:t>
                          </m:r>
                        </m:e>
                      </m:d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Σ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 |  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 |  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p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baseline="3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0" indent="0">
                  <a:buClr>
                    <a:srgbClr val="D34817"/>
                  </a:buClr>
                  <a:buNone/>
                </a:pP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הסמנטיקה </a:t>
                </a:r>
                <a:r>
                  <a:rPr lang="he-IL" sz="24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 ביטוי רגולרי </a:t>
                </a:r>
                <a:r>
                  <a:rPr lang="en-US" sz="24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prstClr val="black"/>
                        </a:solidFill>
                        <a:latin typeface="Cambria Math"/>
                      </a:rPr>
                      <m:t>𝐸</m:t>
                    </m:r>
                  </m:oMath>
                </a14:m>
                <a:r>
                  <a:rPr lang="he-IL" sz="24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היא שפה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400" b="0" i="1" dirty="0" smtClean="0">
                        <a:solidFill>
                          <a:prstClr val="black"/>
                        </a:solidFill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המוגדרת, באופן רקורסיבי על ידי:</a:t>
                </a: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3050" lvl="0" indent="-1588" algn="l" rtl="0">
                  <a:lnSpc>
                    <a:spcPct val="110000"/>
                  </a:lnSpc>
                  <a:spcBef>
                    <a:spcPts val="600"/>
                  </a:spcBef>
                  <a:spcAft>
                    <a:spcPts val="1800"/>
                  </a:spcAft>
                  <a:buClr>
                    <a:srgbClr val="D34817"/>
                  </a:buClr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i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273050" lvl="0" indent="-1588" algn="l" rtl="0">
                  <a:lnSpc>
                    <a:spcPct val="110000"/>
                  </a:lnSpc>
                  <a:spcBef>
                    <a:spcPts val="600"/>
                  </a:spcBef>
                  <a:spcAft>
                    <a:spcPts val="1800"/>
                  </a:spcAft>
                  <a:buClr>
                    <a:srgbClr val="D34817"/>
                  </a:buClr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2400" i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273050" lvl="0" indent="-1588" algn="l" rtl="0">
                  <a:lnSpc>
                    <a:spcPct val="110000"/>
                  </a:lnSpc>
                  <a:spcBef>
                    <a:spcPts val="600"/>
                  </a:spcBef>
                  <a:spcAft>
                    <a:spcPts val="1800"/>
                  </a:spcAft>
                  <a:buClr>
                    <a:srgbClr val="D34817"/>
                  </a:buClr>
                  <a:buNone/>
                </a:pP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400" i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273050" lvl="0" indent="17463" algn="l" rtl="0">
                  <a:lnSpc>
                    <a:spcPct val="110000"/>
                  </a:lnSpc>
                  <a:spcBef>
                    <a:spcPts val="600"/>
                  </a:spcBef>
                  <a:spcAft>
                    <a:spcPts val="1800"/>
                  </a:spcAft>
                  <a:buClr>
                    <a:srgbClr val="D34817"/>
                  </a:buClr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</a:t>
                </a:r>
              </a:p>
              <a:p>
                <a:pPr lvl="0" algn="ctr" rtl="0">
                  <a:lnSpc>
                    <a:spcPct val="110000"/>
                  </a:lnSpc>
                  <a:spcBef>
                    <a:spcPts val="600"/>
                  </a:spcBef>
                  <a:spcAft>
                    <a:spcPts val="1800"/>
                  </a:spcAft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 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400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0" algn="ctr" rtl="0">
                  <a:lnSpc>
                    <a:spcPct val="110000"/>
                  </a:lnSpc>
                  <a:spcBef>
                    <a:spcPts val="600"/>
                  </a:spcBef>
                  <a:spcAft>
                    <a:spcPts val="1800"/>
                  </a:spcAft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ℕ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m:rPr>
                          <m:lit/>
                        </m:rP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m:rPr>
                          <m:lit/>
                        </m:rP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400" i="1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endParaRPr lang="en-US" sz="2400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198984"/>
                <a:ext cx="8229600" cy="5506616"/>
              </a:xfrm>
              <a:blipFill>
                <a:blip r:embed="rId2"/>
                <a:stretch>
                  <a:fillRect t="-1993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4702500" y="3173267"/>
            <a:ext cx="3571751" cy="1645094"/>
            <a:chOff x="2694423" y="2246078"/>
            <a:chExt cx="4571809" cy="33927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/>
                <p:cNvSpPr/>
                <p:nvPr/>
              </p:nvSpPr>
              <p:spPr>
                <a:xfrm>
                  <a:off x="3804451" y="2881081"/>
                  <a:ext cx="1496946" cy="457200"/>
                </a:xfrm>
                <a:prstGeom prst="roundRect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b="0" i="1" smtClean="0">
                                <a:ln>
                                  <a:noFill/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b="0" i="1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400" b="0" i="1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1400" b="0" i="1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400" b="0" i="1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ln>
                                  <a:noFill/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Rounded 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4451" y="2881081"/>
                  <a:ext cx="1496946" cy="457200"/>
                </a:xfrm>
                <a:prstGeom prst="roundRect">
                  <a:avLst/>
                </a:prstGeom>
                <a:blipFill>
                  <a:blip r:embed="rId3"/>
                  <a:stretch>
                    <a:fillRect t="-21053" b="-44737"/>
                  </a:stretch>
                </a:blipFill>
                <a:ln w="952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2895600" y="4114800"/>
                  <a:ext cx="1143000" cy="457200"/>
                </a:xfrm>
                <a:prstGeom prst="roundRect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0" y="4114800"/>
                  <a:ext cx="1143000" cy="457200"/>
                </a:xfrm>
                <a:prstGeom prst="roundRect">
                  <a:avLst/>
                </a:prstGeom>
                <a:blipFill>
                  <a:blip r:embed="rId4"/>
                  <a:stretch>
                    <a:fillRect t="-17949" b="-41026"/>
                  </a:stretch>
                </a:blipFill>
                <a:ln w="952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/>
            <p:cNvCxnSpPr>
              <a:stCxn id="11" idx="0"/>
              <a:endCxn id="10" idx="2"/>
            </p:cNvCxnSpPr>
            <p:nvPr/>
          </p:nvCxnSpPr>
          <p:spPr>
            <a:xfrm flipV="1">
              <a:off x="3467100" y="3338281"/>
              <a:ext cx="1085824" cy="776519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/>
                <p:cNvSpPr/>
                <p:nvPr/>
              </p:nvSpPr>
              <p:spPr>
                <a:xfrm>
                  <a:off x="5010150" y="4114800"/>
                  <a:ext cx="1143000" cy="457200"/>
                </a:xfrm>
                <a:prstGeom prst="roundRect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400" i="1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400" i="1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" name="Rounded 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0150" y="4114800"/>
                  <a:ext cx="1143000" cy="457200"/>
                </a:xfrm>
                <a:prstGeom prst="roundRect">
                  <a:avLst/>
                </a:prstGeom>
                <a:blipFill>
                  <a:blip r:embed="rId5"/>
                  <a:stretch>
                    <a:fillRect t="-17949" b="-41026"/>
                  </a:stretch>
                </a:blipFill>
                <a:ln w="952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/>
            <p:cNvCxnSpPr>
              <a:stCxn id="13" idx="0"/>
              <a:endCxn id="10" idx="2"/>
            </p:cNvCxnSpPr>
            <p:nvPr/>
          </p:nvCxnSpPr>
          <p:spPr>
            <a:xfrm flipH="1" flipV="1">
              <a:off x="4552924" y="3338281"/>
              <a:ext cx="1028725" cy="776519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/>
                <p:cNvSpPr/>
                <p:nvPr/>
              </p:nvSpPr>
              <p:spPr>
                <a:xfrm>
                  <a:off x="4457700" y="5181600"/>
                  <a:ext cx="1143000" cy="457200"/>
                </a:xfrm>
                <a:prstGeom prst="roundRect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" name="Rounded 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7700" y="5181600"/>
                  <a:ext cx="1143000" cy="457200"/>
                </a:xfrm>
                <a:prstGeom prst="roundRect">
                  <a:avLst/>
                </a:prstGeom>
                <a:blipFill>
                  <a:blip r:embed="rId6"/>
                  <a:stretch>
                    <a:fillRect t="-21053" b="-44737"/>
                  </a:stretch>
                </a:blipFill>
                <a:ln w="952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/>
                <p:cNvSpPr/>
                <p:nvPr/>
              </p:nvSpPr>
              <p:spPr>
                <a:xfrm>
                  <a:off x="5867400" y="5181600"/>
                  <a:ext cx="1143000" cy="457200"/>
                </a:xfrm>
                <a:prstGeom prst="roundRect">
                  <a:avLst/>
                </a:prstGeom>
                <a:ln w="9525">
                  <a:solidFill>
                    <a:srgbClr val="7030A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6" name="Rounded 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5181600"/>
                  <a:ext cx="1143000" cy="457200"/>
                </a:xfrm>
                <a:prstGeom prst="roundRect">
                  <a:avLst/>
                </a:prstGeom>
                <a:blipFill>
                  <a:blip r:embed="rId7"/>
                  <a:stretch>
                    <a:fillRect t="-21053" b="-44737"/>
                  </a:stretch>
                </a:blipFill>
                <a:ln w="952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/>
            <p:cNvCxnSpPr>
              <a:stCxn id="15" idx="0"/>
              <a:endCxn id="13" idx="2"/>
            </p:cNvCxnSpPr>
            <p:nvPr/>
          </p:nvCxnSpPr>
          <p:spPr>
            <a:xfrm flipV="1">
              <a:off x="5029200" y="4572000"/>
              <a:ext cx="552450" cy="609600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Connector 17"/>
            <p:cNvCxnSpPr>
              <a:stCxn id="16" idx="0"/>
              <a:endCxn id="13" idx="2"/>
            </p:cNvCxnSpPr>
            <p:nvPr/>
          </p:nvCxnSpPr>
          <p:spPr>
            <a:xfrm flipH="1" flipV="1">
              <a:off x="5581650" y="4572000"/>
              <a:ext cx="857250" cy="609600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642229" y="4574819"/>
                  <a:ext cx="624003" cy="634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2229" y="4574819"/>
                  <a:ext cx="624003" cy="634737"/>
                </a:xfrm>
                <a:prstGeom prst="rect">
                  <a:avLst/>
                </a:prstGeom>
                <a:blipFill>
                  <a:blip r:embed="rId8"/>
                  <a:stretch>
                    <a:fillRect t="-4000" r="-2500" b="-20000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285220" y="4551535"/>
                  <a:ext cx="634426" cy="634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220" y="4551535"/>
                  <a:ext cx="634426" cy="634737"/>
                </a:xfrm>
                <a:prstGeom prst="rect">
                  <a:avLst/>
                </a:prstGeom>
                <a:blipFill>
                  <a:blip r:embed="rId9"/>
                  <a:stretch>
                    <a:fillRect t="-4000" r="-1220" b="-20000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2724450" y="3510881"/>
                  <a:ext cx="624331" cy="634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450" y="3510881"/>
                  <a:ext cx="624331" cy="634737"/>
                </a:xfrm>
                <a:prstGeom prst="rect">
                  <a:avLst/>
                </a:prstGeom>
                <a:blipFill>
                  <a:blip r:embed="rId10"/>
                  <a:stretch>
                    <a:fillRect t="-3922" r="-2500" b="-19608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572271" y="3496636"/>
                  <a:ext cx="775838" cy="634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2271" y="3496636"/>
                  <a:ext cx="775838" cy="634737"/>
                </a:xfrm>
                <a:prstGeom prst="rect">
                  <a:avLst/>
                </a:prstGeom>
                <a:blipFill>
                  <a:blip r:embed="rId11"/>
                  <a:stretch>
                    <a:fillRect t="-3922" r="-1000" b="-19608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2694423" y="2246078"/>
                  <a:ext cx="4280034" cy="634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𝐵𝐶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𝐴𝐴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𝐵𝐶𝐵𝐶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𝐵𝐶𝐴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𝐵𝐶𝐴𝐴</m:t>
                        </m:r>
                        <m:r>
                          <a:rPr lang="en-US" sz="1400" b="0" i="1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,…}</m:t>
                        </m:r>
                      </m:oMath>
                    </m:oMathPara>
                  </a14:m>
                  <a:endParaRPr lang="he-IL" sz="1400">
                    <a:ln>
                      <a:noFill/>
                    </a:ln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423" y="2246078"/>
                  <a:ext cx="4280034" cy="634737"/>
                </a:xfrm>
                <a:prstGeom prst="rect">
                  <a:avLst/>
                </a:prstGeom>
                <a:blipFill>
                  <a:blip r:embed="rId12"/>
                  <a:stretch>
                    <a:fillRect t="-4000" b="-20000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/>
          <p:cNvSpPr txBox="1"/>
          <p:nvPr/>
        </p:nvSpPr>
        <p:spPr>
          <a:xfrm>
            <a:off x="4168507" y="4902181"/>
            <a:ext cx="4411785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400">
                <a:solidFill>
                  <a:srgbClr val="7030A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דוגמה: הגדרת משמעות דרך עץ התחביר לביטוי רגולרי פשוט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16692" y="-76200"/>
                <a:ext cx="8122508" cy="1143000"/>
              </a:xfrm>
            </p:spPr>
            <p:txBody>
              <a:bodyPr>
                <a:norm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מביטויים רגולריים לביטויים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רגולריים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16692" y="-76200"/>
                <a:ext cx="8122508" cy="1143000"/>
              </a:xfrm>
              <a:blipFill>
                <a:blip r:embed="rId2"/>
                <a:stretch>
                  <a:fillRect l="-3979" r="-2252"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08346" y="6858000"/>
            <a:ext cx="2588054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295400"/>
                <a:ext cx="8839200" cy="54102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ביטויים רגולריים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מתארים קבוצות של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מילים באורך סופי</a:t>
                </a:r>
              </a:p>
              <a:p>
                <a:pPr marL="1073150" lvl="1" indent="-800100">
                  <a:spcBef>
                    <a:spcPts val="1800"/>
                  </a:spcBef>
                  <a:buNone/>
                  <a:tabLst>
                    <a:tab pos="1073150" algn="l"/>
                  </a:tabLs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למשל:</a:t>
                </a:r>
                <a:b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הביטוי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מתאר את קבוצת המילים </a:t>
                </a:r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מעל הא"ב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המתחילות ב-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ומסתיימות ב-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b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הביטוי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מתאר את קבוצת המילים עם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במקומות הזוגיים ו-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במקומות האי-זוגיים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4800"/>
                  </a:spcBef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נגדיר גם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ביטויים 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רגולריים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לתיאור קבוצות של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מילים באורך אינסופי</a:t>
                </a:r>
              </a:p>
              <a:p>
                <a:pPr marL="1073150" lvl="1" indent="-800100">
                  <a:spcBef>
                    <a:spcPts val="1800"/>
                  </a:spcBef>
                  <a:buClr>
                    <a:srgbClr val="9B2D1F"/>
                  </a:buClr>
                  <a:buNone/>
                  <a:tabLst>
                    <a:tab pos="1073150" algn="l"/>
                  </a:tabLs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למשל: </a:t>
                </a:r>
                <a:b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הביטוי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he-IL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he-IL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he-IL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יתאר את קבוצת כל המילים מעל הא"ב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המתחילות ב-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ומסתיימות ברצף של אינסוף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-ים</a:t>
                </a:r>
                <a:br>
                  <a:rPr lang="en-US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הביטוי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יתאר את קבוצת המילים עם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sz="20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במקומות הזוגיים</a:t>
                </a:r>
              </a:p>
              <a:p>
                <a:pPr marL="0" indent="0">
                  <a:spcBef>
                    <a:spcPts val="3600"/>
                  </a:spcBef>
                  <a:buNone/>
                </a:pPr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3600"/>
                  </a:spcBef>
                  <a:buNone/>
                </a:pPr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295400"/>
                <a:ext cx="8839200" cy="5410200"/>
              </a:xfrm>
              <a:blipFill>
                <a:blip r:embed="rId3"/>
                <a:stretch>
                  <a:fillRect t="-676" r="-690" b="-4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28CBBF8-15EB-160B-7F4C-3D8FAECC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33400" y="1887748"/>
            <a:ext cx="81534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הגדרה: תחביר ביטויים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רגולריים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447800"/>
                <a:ext cx="8534400" cy="49530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ביטוי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רגולרי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b="0" i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הוא סכום: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3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𝐺</m:t>
                      </m:r>
                      <m:r>
                        <a:rPr lang="he-IL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bSup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⋅⋅⋅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  <a:sym typeface="MT Extra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MT Extra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MT Extra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/>
                          <a:sym typeface="MT Extra"/>
                        </a:rPr>
                        <m:t>.</m:t>
                      </m:r>
                      <m:sSubSup>
                        <m:sSub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MT Extra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MT Extra"/>
                            </a:rPr>
                            <m:t>𝐹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MT Extra"/>
                            </a:rPr>
                            <m:t>𝑛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sym typeface="MT Extra"/>
                            </a:rPr>
                            <m:t>𝜔</m:t>
                          </m:r>
                        </m:sup>
                      </m:sSubSup>
                    </m:oMath>
                  </m:oMathPara>
                </a14:m>
                <a:endParaRPr lang="en-US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36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i="1" baseline="-2500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ביטויים רגולריים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(רגילים)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מעל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כך ש  </a:t>
                </a:r>
                <a14:m>
                  <m:oMath xmlns:m="http://schemas.openxmlformats.org/officeDocument/2006/math">
                    <m:r>
                      <a:rPr lang="he-IL" i="1" dirty="0" smtClean="0">
                        <a:latin typeface="Cambria Math"/>
                      </a:rPr>
                      <m:t>𝜖</m:t>
                    </m:r>
                    <m:r>
                      <a:rPr lang="en-US" i="1" dirty="0" smtClean="0">
                        <a:latin typeface="Cambria Math"/>
                        <a:sym typeface="Symbol"/>
                      </a:rPr>
                      <m:t></m:t>
                    </m:r>
                    <m:r>
                      <a:rPr lang="en-US" b="0" i="1" dirty="0" smtClean="0">
                        <a:latin typeface="Cambria Math"/>
                      </a:rPr>
                      <m:t>ℒ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דוגמאות ביטויים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רגולריים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2066925" indent="-1890713">
                  <a:spcBef>
                    <a:spcPts val="3600"/>
                  </a:spcBef>
                  <a:buNone/>
                  <a:tabLst>
                    <a:tab pos="188118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	- 	רק מספר סופי של האותיות הן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066925" indent="-1890713">
                  <a:spcBef>
                    <a:spcPts val="3600"/>
                  </a:spcBef>
                  <a:buNone/>
                  <a:tabLst>
                    <a:tab pos="188118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- 	אינסוף מהאותיות הן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066925" indent="-1890713">
                  <a:spcBef>
                    <a:spcPts val="3600"/>
                  </a:spcBef>
                  <a:buNone/>
                  <a:tabLst>
                    <a:tab pos="188118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	- 	רצף סופי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-ים ואחריו רצף אינסופי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-ים או רצף אינסופי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-ים.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447800"/>
                <a:ext cx="8534400" cy="4953000"/>
              </a:xfrm>
              <a:blipFill>
                <a:blip r:embed="rId3"/>
                <a:stretch>
                  <a:fillRect t="-2217" r="-857" b="-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756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שאלות?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95500" y="2209800"/>
                <a:ext cx="45720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+{</m:t>
                              </m:r>
                              <m:r>
                                <m:rPr>
                                  <m:lit/>
                                </m:r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2209800"/>
                <a:ext cx="4572000" cy="533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48415" y="1524000"/>
            <a:ext cx="5061002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מי מהבאים הם ביטויים אומגה רגולריים חוקיים?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95500" y="3167182"/>
                <a:ext cx="45720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he-IL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167182"/>
                <a:ext cx="4572000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057400" y="4124564"/>
                <a:ext cx="45720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124564"/>
                <a:ext cx="457200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057400" y="5081945"/>
                <a:ext cx="45720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0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081945"/>
                <a:ext cx="4572000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990600" y="6132139"/>
            <a:ext cx="7085142" cy="369332"/>
          </a:xfrm>
          <a:prstGeom prst="rect">
            <a:avLst/>
          </a:prstGeom>
          <a:solidFill>
            <a:srgbClr val="003399"/>
          </a:solidFill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0000FF"/>
                </a:solidFill>
                <a:latin typeface="Agency FB" panose="020B0503020202020204" pitchFamily="34" charset="0"/>
                <a:hlinkClick r:id="rId6"/>
              </a:rPr>
              <a:t>https://play.kahoot.it/#/k/f5aefb35-8427-4809-807c-7098ee85599f</a:t>
            </a:r>
            <a:endParaRPr lang="he-IL">
              <a:solidFill>
                <a:srgbClr val="0000FF"/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7015" y="518721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>
                <a:solidFill>
                  <a:srgbClr val="1F9D25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ביטוי חוקי</a:t>
            </a:r>
            <a:endParaRPr lang="en-US">
              <a:solidFill>
                <a:srgbClr val="1F9D25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0" name="צורה חופשית 19"/>
          <p:cNvSpPr/>
          <p:nvPr/>
        </p:nvSpPr>
        <p:spPr>
          <a:xfrm>
            <a:off x="5465105" y="3807912"/>
            <a:ext cx="1687257" cy="413359"/>
          </a:xfrm>
          <a:custGeom>
            <a:avLst/>
            <a:gdLst>
              <a:gd name="connsiteX0" fmla="*/ 1687257 w 1687257"/>
              <a:gd name="connsiteY0" fmla="*/ 0 h 413359"/>
              <a:gd name="connsiteX1" fmla="*/ 960747 w 1687257"/>
              <a:gd name="connsiteY1" fmla="*/ 112735 h 413359"/>
              <a:gd name="connsiteX2" fmla="*/ 96451 w 1687257"/>
              <a:gd name="connsiteY2" fmla="*/ 50104 h 413359"/>
              <a:gd name="connsiteX3" fmla="*/ 58873 w 1687257"/>
              <a:gd name="connsiteY3" fmla="*/ 413359 h 41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257" h="413359">
                <a:moveTo>
                  <a:pt x="1687257" y="0"/>
                </a:moveTo>
                <a:cubicBezTo>
                  <a:pt x="1456569" y="52192"/>
                  <a:pt x="1225881" y="104384"/>
                  <a:pt x="960747" y="112735"/>
                </a:cubicBezTo>
                <a:cubicBezTo>
                  <a:pt x="695613" y="121086"/>
                  <a:pt x="246763" y="0"/>
                  <a:pt x="96451" y="50104"/>
                </a:cubicBezTo>
                <a:cubicBezTo>
                  <a:pt x="-53861" y="100208"/>
                  <a:pt x="2506" y="256783"/>
                  <a:pt x="58873" y="413359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298537" y="1766837"/>
            <a:ext cx="2978063" cy="1171328"/>
            <a:chOff x="298537" y="1766837"/>
            <a:chExt cx="2978063" cy="1171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298537" y="2014835"/>
                  <a:ext cx="1752600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e-IL">
                      <a:solidFill>
                        <a:srgbClr val="FF0000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כל מחובר חייב להסתיים בביטוי בחזקת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a14:m>
                  <a:endPara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537" y="2014835"/>
                  <a:ext cx="1752600" cy="923330"/>
                </a:xfrm>
                <a:prstGeom prst="rect">
                  <a:avLst/>
                </a:prstGeom>
                <a:blipFill>
                  <a:blip r:embed="rId7"/>
                  <a:stretch>
                    <a:fillRect l="-348" t="-3974" r="-2787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צורה חופשית 22"/>
            <p:cNvSpPr/>
            <p:nvPr/>
          </p:nvSpPr>
          <p:spPr>
            <a:xfrm>
              <a:off x="1522956" y="1766837"/>
              <a:ext cx="1753644" cy="442172"/>
            </a:xfrm>
            <a:custGeom>
              <a:avLst/>
              <a:gdLst>
                <a:gd name="connsiteX0" fmla="*/ 0 w 1753644"/>
                <a:gd name="connsiteY0" fmla="*/ 266807 h 442172"/>
                <a:gd name="connsiteX1" fmla="*/ 713984 w 1753644"/>
                <a:gd name="connsiteY1" fmla="*/ 3761 h 442172"/>
                <a:gd name="connsiteX2" fmla="*/ 1753644 w 1753644"/>
                <a:gd name="connsiteY2" fmla="*/ 442172 h 44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3644" h="442172">
                  <a:moveTo>
                    <a:pt x="0" y="266807"/>
                  </a:moveTo>
                  <a:cubicBezTo>
                    <a:pt x="210855" y="120670"/>
                    <a:pt x="421710" y="-25467"/>
                    <a:pt x="713984" y="3761"/>
                  </a:cubicBezTo>
                  <a:cubicBezTo>
                    <a:pt x="1006258" y="32988"/>
                    <a:pt x="1379951" y="237580"/>
                    <a:pt x="1753644" y="442172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181600" y="2836835"/>
            <a:ext cx="3361592" cy="1060867"/>
            <a:chOff x="5020408" y="2838400"/>
            <a:chExt cx="3361592" cy="1060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629400" y="2975937"/>
                  <a:ext cx="1752600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e-IL">
                      <a:solidFill>
                        <a:srgbClr val="FF0000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לביטוי בחזקת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lang="he-IL">
                      <a:solidFill>
                        <a:srgbClr val="FF0000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אסור להכיל את המילה הריקה</a:t>
                  </a:r>
                  <a:endPara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9400" y="2975937"/>
                  <a:ext cx="1752600" cy="923330"/>
                </a:xfrm>
                <a:prstGeom prst="rect">
                  <a:avLst/>
                </a:prstGeom>
                <a:blipFill>
                  <a:blip r:embed="rId8"/>
                  <a:stretch>
                    <a:fillRect l="-1742" t="-3974" r="-2787" b="-99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eform 15"/>
            <p:cNvSpPr/>
            <p:nvPr/>
          </p:nvSpPr>
          <p:spPr>
            <a:xfrm>
              <a:off x="5020408" y="2838400"/>
              <a:ext cx="2250830" cy="370792"/>
            </a:xfrm>
            <a:custGeom>
              <a:avLst/>
              <a:gdLst>
                <a:gd name="connsiteX0" fmla="*/ 0 w 2250830"/>
                <a:gd name="connsiteY0" fmla="*/ 370792 h 370792"/>
                <a:gd name="connsiteX1" fmla="*/ 448407 w 2250830"/>
                <a:gd name="connsiteY1" fmla="*/ 63062 h 370792"/>
                <a:gd name="connsiteX2" fmla="*/ 1776046 w 2250830"/>
                <a:gd name="connsiteY2" fmla="*/ 10308 h 370792"/>
                <a:gd name="connsiteX3" fmla="*/ 2250830 w 2250830"/>
                <a:gd name="connsiteY3" fmla="*/ 203738 h 3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50830" h="370792">
                  <a:moveTo>
                    <a:pt x="0" y="370792"/>
                  </a:moveTo>
                  <a:cubicBezTo>
                    <a:pt x="76199" y="246967"/>
                    <a:pt x="152399" y="123143"/>
                    <a:pt x="448407" y="63062"/>
                  </a:cubicBezTo>
                  <a:cubicBezTo>
                    <a:pt x="744415" y="2981"/>
                    <a:pt x="1475642" y="-13138"/>
                    <a:pt x="1776046" y="10308"/>
                  </a:cubicBezTo>
                  <a:cubicBezTo>
                    <a:pt x="2076450" y="33754"/>
                    <a:pt x="2163640" y="118746"/>
                    <a:pt x="2250830" y="203738"/>
                  </a:cubicBezTo>
                </a:path>
              </a:pathLst>
            </a:custGeom>
            <a:noFill/>
            <a:ln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7ACF980-2E9D-438C-1D9C-C8C79317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32133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89751" y="1880076"/>
            <a:ext cx="4591749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44989" y="4343400"/>
            <a:ext cx="6523255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משמעות ביטויים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-𝜔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רגולריים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752600"/>
                <a:ext cx="8140700" cy="4572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b="0" i="1" dirty="0" smtClean="0"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נגדיר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𝑤</m:t>
                        </m:r>
                        <m:r>
                          <a:rPr lang="en-US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𝑤</m:t>
                        </m:r>
                        <m:r>
                          <a:rPr lang="en-US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.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𝑤</m:t>
                        </m:r>
                        <m:r>
                          <a:rPr lang="en-US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… : 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∀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𝑤</m:t>
                            </m:r>
                            <m:r>
                              <a:rPr lang="en-US" i="1" baseline="-25000" dirty="0" err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∈</m:t>
                            </m:r>
                            <m:r>
                              <a:rPr lang="en-US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𝐿</m:t>
                            </m:r>
                          </m:e>
                        </m:d>
                      </m:e>
                    </m:d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spcAft>
                    <a:spcPts val="24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ביטוי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𝐺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.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i="1" dirty="0">
                            <a:latin typeface="Cambria Math"/>
                          </a:rPr>
                          <m:t>𝜔</m:t>
                        </m:r>
                      </m:sup>
                    </m:sSubSup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MT Extra"/>
                      </a:rPr>
                      <m:t>⋅⋅⋅</m:t>
                    </m:r>
                    <m:r>
                      <a:rPr lang="en-US" i="1" dirty="0">
                        <a:latin typeface="Cambria Math"/>
                        <a:sym typeface="MT Extra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sym typeface="MT Extra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sym typeface="MT Extra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/>
                        <a:sym typeface="MT Extra"/>
                      </a:rPr>
                      <m:t>.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/>
                            <a:sym typeface="MT Extra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sym typeface="MT Extra"/>
                          </a:rPr>
                          <m:t>𝑛</m:t>
                        </m:r>
                      </m:sub>
                      <m:sup>
                        <m:r>
                          <a:rPr lang="en-US" i="1" dirty="0">
                            <a:latin typeface="Cambria Math"/>
                            <a:sym typeface="MT Extra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נגדיר את </a:t>
                </a: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המשמעות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כשפה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𝐺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 rtl="0">
                  <a:lnSpc>
                    <a:spcPct val="150000"/>
                  </a:lnSpc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ℒ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∪ ⋅⋅⋅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∪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.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ℒ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baseline="-25000" dirty="0" smtClean="0">
                        <a:latin typeface="Cambria Math"/>
                      </a:rPr>
                      <m:t>2</m:t>
                    </m:r>
                    <m:r>
                      <a:rPr lang="he-IL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שקולים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בסימון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he-IL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≡</m:t>
                        </m:r>
                        <m:r>
                          <a:rPr lang="en-US" i="1" dirty="0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he-IL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spcAft>
                    <a:spcPts val="2400"/>
                  </a:spcAft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752600"/>
                <a:ext cx="8140700" cy="4572000"/>
              </a:xfrm>
              <a:blipFill>
                <a:blip r:embed="rId2"/>
                <a:stretch>
                  <a:fillRect r="-749" b="-13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שאלות?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36791" y="1705189"/>
                <a:ext cx="7086600" cy="8878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limLow>
                                        <m:limLowPr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groupChr>
                                            <m:groupChrPr>
                                              <m:chr m:val="⏟"/>
                                              <m:ctrlPr>
                                                <a:rPr lang="en-US" sz="2000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groupChr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begChr m:val="{"/>
                                                      <m:endChr m:val="}"/>
                                                      <m:ctrlPr>
                                                        <a:rPr lang="en-US" sz="2000" i="1">
                                                          <a:solidFill>
                                                            <a:schemeClr val="accent1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chemeClr val="accent1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</m:e>
                                                  </m:d>
                                                  <m:r>
                                                    <a:rPr lang="en-US" sz="2000" i="1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begChr m:val="{"/>
                                                      <m:endChr m:val="}"/>
                                                      <m:ctrlPr>
                                                        <a:rPr lang="en-US" sz="2000" i="1">
                                                          <a:solidFill>
                                                            <a:schemeClr val="accent1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chemeClr val="accent1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𝑝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chemeClr val="accent1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solidFill>
                                                            <a:schemeClr val="accent1">
                                                              <a:lumMod val="50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𝑞</m:t>
                                                      </m:r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groupChr>
                                        </m:e>
                                        <m:lim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lim>
                                      </m:limLow>
                                    </m:e>
                                    <m:sup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limLow>
                                    <m:limLowPr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groupChr>
                                        <m:groupChrPr>
                                          <m:chr m:val="⏟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{"/>
                                                  <m:endChr m:val="}"/>
                                                  <m:ctrlPr>
                                                    <a:rPr lang="en-US" sz="2000" i="1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2000" i="1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en-US" sz="2000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lit/>
                                                </m:rPr>
                                                <a:rPr lang="en-US" sz="2000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{}</m:t>
                                              </m:r>
                                            </m:e>
                                          </m:d>
                                        </m:e>
                                      </m:groupChr>
                                    </m:e>
                                    <m:lim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¬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lim>
                                  </m:limLow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sz="20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1" y="1705189"/>
                <a:ext cx="7086600" cy="8878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2685" y="1143000"/>
                <a:ext cx="8806771" cy="44537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בהנחה ש-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0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{}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, מה משמעות הביטויים הרגולריים הבאים?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85" y="1143000"/>
                <a:ext cx="8806771" cy="445378"/>
              </a:xfrm>
              <a:prstGeom prst="rect">
                <a:avLst/>
              </a:prstGeom>
              <a:blipFill>
                <a:blip r:embed="rId3"/>
                <a:stretch>
                  <a:fillRect l="-692" t="-2740" r="-692" b="-17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036791" y="3096957"/>
                <a:ext cx="7086600" cy="7059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m:rPr>
                          <m:lit/>
                        </m:rP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∧ </m:t>
                              </m:r>
                              <m: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lim>
                          </m:limLow>
                        </m:e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{ 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}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∧ </m:t>
                                  </m:r>
                                  <m: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lim>
                          </m:limLow>
                        </m:e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¬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1" y="3096957"/>
                <a:ext cx="7086600" cy="705962"/>
              </a:xfrm>
              <a:prstGeom prst="rect">
                <a:avLst/>
              </a:prstGeom>
              <a:blipFill>
                <a:blip r:embed="rId4"/>
                <a:stretch>
                  <a:fillRect b="-2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036791" y="4393823"/>
                <a:ext cx="7086600" cy="533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1" y="4393823"/>
                <a:ext cx="7086600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36791" y="5491365"/>
                <a:ext cx="7086600" cy="7008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m:rPr>
                          <m:lit/>
                        </m:rP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limLow>
                        <m:limLowPr>
                          <m:ctrlP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{}</m:t>
                                      </m:r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𝑡𝑟𝑢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lim>
                      </m:limLow>
                      <m:r>
                        <a:rPr lang="en-US" sz="20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  <m:r>
                                        <a:rPr lang="en-US" sz="20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lim>
                          </m:limLow>
                        </m:e>
                        <m:sup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m:rPr>
                          <m:lit/>
                        </m:rP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𝑡𝑟𝑢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00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91" y="5491365"/>
                <a:ext cx="7086600" cy="700898"/>
              </a:xfrm>
              <a:prstGeom prst="rect">
                <a:avLst/>
              </a:prstGeom>
              <a:blipFill>
                <a:blip r:embed="rId6"/>
                <a:stretch>
                  <a:fillRect b="-26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638800" y="2526268"/>
                <a:ext cx="248459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always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eventually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he-IL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526268"/>
                <a:ext cx="2484591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334000" y="3821668"/>
                <a:ext cx="326762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until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always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¬(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 )</m:t>
                      </m:r>
                    </m:oMath>
                  </m:oMathPara>
                </a14:m>
                <a:endParaRPr lang="he-IL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3821668"/>
                <a:ext cx="3267626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724400" y="4950936"/>
                <a:ext cx="374378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always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∨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always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he-IL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950936"/>
                <a:ext cx="3743782" cy="369332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57800" y="6195536"/>
                <a:ext cx="228517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eventually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libri" panose="020F0502020204030204" pitchFamily="34" charset="0"/>
                        </a:rPr>
                        <m:t>always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6195536"/>
                <a:ext cx="2285176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EC4A40-5D8A-2991-4626-721FD20C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76196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-𝜔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752600"/>
                <a:ext cx="8458200" cy="4648200"/>
              </a:xfrm>
            </p:spPr>
            <p:txBody>
              <a:bodyPr>
                <a:normAutofit fontScale="925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הגדרה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שפה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𝐺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ביטוי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𝐺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דוגמאות מעל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Σ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𝐴</m:t>
                        </m:r>
                        <m:r>
                          <a:rPr lang="en-US" i="1" dirty="0" smtClean="0">
                            <a:latin typeface="Cambria Math"/>
                          </a:rPr>
                          <m:t>, </m:t>
                        </m:r>
                        <m:r>
                          <a:rPr lang="en-US" i="1" dirty="0" smtClean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שפת כל המילים עם מספר אינסופי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-ים: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he-IL" baseline="50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שפת כל המילים עם מספר סופי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-ים: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𝐴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he-IL" baseline="50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baseline="50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baseline="50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נוכיח בהמשך: </a:t>
                </a:r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השפות 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 סגורה תחת איחוד, חיתוך והשלמה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752600"/>
                <a:ext cx="8458200" cy="4648200"/>
              </a:xfrm>
              <a:blipFill>
                <a:blip r:embed="rId2"/>
                <a:stretch>
                  <a:fillRect t="-1181" r="-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14399" y="-76200"/>
                <a:ext cx="8599251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הגדרה: תכונות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399" y="-76200"/>
                <a:ext cx="8599251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499" y="6858000"/>
            <a:ext cx="2739957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3400" y="1981200"/>
                <a:ext cx="7924800" cy="33528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Autofit/>
              </a:bodyPr>
              <a:lstStyle/>
              <a:p>
                <a:pPr algn="ctr">
                  <a:lnSpc>
                    <a:spcPct val="200000"/>
                  </a:lnSpc>
                  <a:buNone/>
                </a:pPr>
                <a:r>
                  <a:rPr lang="he-IL" sz="3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 sz="3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3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מעל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endParaRPr lang="he-IL" sz="3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200000"/>
                  </a:lnSpc>
                  <a:buNone/>
                </a:pP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</a:p>
              <a:p>
                <a:pPr algn="ctr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dirty="0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3200" b="0" i="1" dirty="0" smtClean="0"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sz="3200" i="1" dirty="0" smtClean="0">
                        <a:latin typeface="Cambria Math"/>
                      </a:rPr>
                      <m:t>(</m:t>
                    </m:r>
                    <m:r>
                      <a:rPr lang="en-US" sz="3200" i="1" dirty="0" smtClean="0">
                        <a:latin typeface="Cambria Math"/>
                      </a:rPr>
                      <m:t>𝐺</m:t>
                    </m:r>
                    <m:r>
                      <a:rPr lang="en-US" sz="32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ביטוי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/>
                      </a:rPr>
                      <m:t>𝐺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/>
                          </a:rPr>
                          <m:t>𝐴𝑃</m:t>
                        </m:r>
                      </m:sup>
                    </m:sSup>
                  </m:oMath>
                </a14:m>
                <a:endParaRPr lang="he-IL" sz="3200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3400" y="1981200"/>
                <a:ext cx="7924800" cy="3352800"/>
              </a:xfr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020E565-6F6F-33CE-D37E-950BE9A6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 כלליות של תכונות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-𝜔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76200" y="1050985"/>
                <a:ext cx="9067800" cy="55626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כל</a:t>
                </a:r>
                <a:r>
                  <a:rPr lang="he-IL" sz="28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תכונת שמורה 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תכונה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</a:p>
              <a:p>
                <a:pPr marL="320040" lvl="1" indent="0">
                  <a:lnSpc>
                    <a:spcPct val="150000"/>
                  </a:lnSpc>
                  <a:buNone/>
                </a:pPr>
                <a:r>
                  <a:rPr lang="he-IL" sz="2800" b="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 sz="2800" b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dirty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sub>
                              <m:sup/>
                              <m:e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nary>
                          </m:e>
                        </m:d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באשר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800" b="0" i="0" dirty="0" smtClean="0">
                        <a:latin typeface="Cambria Math"/>
                      </a:rPr>
                      <m:t>Φ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הוא תנאי השמורה, הוא ביטוי </a:t>
                </a:r>
                <a14:m>
                  <m:oMath xmlns:m="http://schemas.openxmlformats.org/officeDocument/2006/math">
                    <m:r>
                      <a:rPr lang="he-IL" sz="2800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</a:t>
                </a:r>
              </a:p>
              <a:p>
                <a:pPr marL="320040" lvl="1" indent="0">
                  <a:lnSpc>
                    <a:spcPct val="150000"/>
                  </a:lnSpc>
                  <a:buNone/>
                </a:pPr>
                <a:r>
                  <a:rPr lang="he-IL" sz="28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אם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=¬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𝑐𝑟𝑖𝑡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𝑐𝑟𝑖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he-IL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אז</a:t>
                </a:r>
                <a:b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he-IL" sz="28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{}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𝑐𝑟𝑖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𝑐𝑟𝑖</m:t>
                                      </m:r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sz="28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3600"/>
                  </a:spcBef>
                  <a:buNone/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כל </a:t>
                </a: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רגולרית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תכונה 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</a:p>
              <a:p>
                <a:pPr marL="1147763" lvl="1" indent="-803275">
                  <a:lnSpc>
                    <a:spcPct val="150000"/>
                  </a:lnSpc>
                  <a:buNone/>
                  <a:tabLst>
                    <a:tab pos="1198563" algn="l"/>
                  </a:tabLst>
                </a:pPr>
                <a:r>
                  <a:rPr lang="he-IL" sz="28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השפה המשלימה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𝑏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𝑎𝑑𝑃𝑟𝑒𝑓</m:t>
                    </m:r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r>
                      <a:rPr lang="en-US" sz="2800" i="1" dirty="0" smtClean="0">
                        <a:latin typeface="Cambria Math"/>
                      </a:rPr>
                      <m:t>𝑃</m:t>
                    </m:r>
                    <m:r>
                      <a:rPr lang="en-US" sz="2800" i="1" dirty="0" smtClean="0">
                        <a:latin typeface="Cambria Math"/>
                      </a:rPr>
                      <m:t>).</m:t>
                    </m:r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800" i="1" baseline="30000" dirty="0" smtClean="0">
                                <a:latin typeface="Cambria Math"/>
                              </a:rPr>
                              <m:t>𝐴𝑃</m:t>
                            </m:r>
                          </m:e>
                        </m:d>
                      </m:e>
                      <m:sup>
                        <m:r>
                          <a:rPr lang="en-US" sz="2800" b="0" i="1" dirty="0" smtClean="0"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800" baseline="50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וקבוצת השפות ה 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 סגורה תחת השלמה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8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76200" y="1050985"/>
                <a:ext cx="9067800" cy="5562600"/>
              </a:xfrm>
              <a:blipFill>
                <a:blip r:embed="rId2"/>
                <a:stretch>
                  <a:fillRect r="-1142" b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Candy Corn I don't like you either DTF Transfer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9DBA8"/>
              </a:clrFrom>
              <a:clrTo>
                <a:srgbClr val="F9DBA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1206" y="5922707"/>
            <a:ext cx="706170" cy="7828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62000" y="0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isha" panose="020B0502040204020203" pitchFamily="34" charset="-79"/>
                <a:ea typeface="+mj-ea"/>
                <a:cs typeface="Gisha" panose="020B0502040204020203" pitchFamily="34" charset="-79"/>
              </a:rPr>
              <a:t>דוגמאות</a:t>
            </a:r>
            <a:r>
              <a:rPr kumimoji="0" lang="he-IL" sz="4000" b="0" i="0" u="none" strike="noStrike" kern="1200" cap="none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Gisha" panose="020B0502040204020203" pitchFamily="34" charset="-79"/>
                <a:ea typeface="+mj-ea"/>
                <a:cs typeface="Gisha" panose="020B0502040204020203" pitchFamily="34" charset="-79"/>
              </a:rPr>
              <a:t> של תכונות מסוימות</a:t>
            </a:r>
            <a:endParaRPr kumimoji="0" lang="he-IL" sz="4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Gisha" panose="020B0502040204020203" pitchFamily="34" charset="-79"/>
              <a:ea typeface="+mj-ea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8600" y="1752600"/>
                <a:ext cx="8686800" cy="443890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>
                  <a:tabLst>
                    <a:tab pos="633413" algn="l"/>
                  </a:tabLst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  <m:r>
                      <a:rPr lang="en-US" sz="2000" i="1" dirty="0" smtClean="0">
                        <a:latin typeface="Cambria Math"/>
                      </a:rPr>
                      <m:t>={</m:t>
                    </m:r>
                    <m:r>
                      <a:rPr lang="en-US" sz="2000" i="1" dirty="0" smtClean="0">
                        <a:latin typeface="Cambria Math"/>
                      </a:rPr>
                      <m:t>𝑤𝑎𝑖𝑡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err="1" smtClean="0">
                        <a:latin typeface="Cambria Math"/>
                      </a:rPr>
                      <m:t>𝑐𝑟𝑖𝑡</m:t>
                    </m:r>
                    <m:r>
                      <a:rPr lang="en-US" sz="2000" b="0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l" rtl="0">
                  <a:tabLst>
                    <a:tab pos="633413" algn="l"/>
                  </a:tabLst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𝑝𝑒𝑡</m:t>
                    </m:r>
                    <m:r>
                      <a:rPr lang="en-US" sz="2000" i="1" baseline="-25000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= 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תהליך מבקר בקטע הקריטי אינסוף פעמים</a:t>
                </a:r>
              </a:p>
              <a:p>
                <a:pPr algn="l" rtl="0">
                  <a:tabLst>
                    <a:tab pos="633413" algn="l"/>
                  </a:tabLst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m:rPr>
                        <m:lit/>
                      </m:rPr>
                      <a:rPr lang="en-US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limLow>
                      <m:limLow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∅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rgbClr val="0000FF"/>
                                            </a:solidFill>
                                            <a:latin typeface="Cambria Math"/>
                                          </a:rPr>
                                          <m:t>𝑤𝑎𝑖𝑡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</m:e>
                        </m:groupChr>
                      </m:e>
                      <m:lim>
                        <m:sSup>
                          <m:sSup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𝑐𝑟𝑖𝑡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lim>
                    </m:limLow>
                    <m:r>
                      <a:rPr lang="en-US" sz="2000" i="1">
                        <a:solidFill>
                          <a:srgbClr val="0000FF"/>
                        </a:solidFill>
                        <a:latin typeface="Cambria Math"/>
                      </a:rPr>
                      <m:t> . </m:t>
                    </m:r>
                    <m:limLow>
                      <m:limLow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𝑐𝑟𝑖𝑡</m:t>
                                    </m:r>
                                  </m:e>
                                </m:d>
                                <m:r>
                                  <a:rPr lang="en-US" sz="20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𝑤𝑎𝑖𝑡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US" sz="2000" i="1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𝑐𝑟𝑖𝑡</m:t>
                                    </m:r>
                                  </m:e>
                                </m:d>
                              </m:e>
                            </m:d>
                          </m:e>
                        </m:groupChr>
                      </m:e>
                      <m:lim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𝑐𝑟𝑖𝑡</m:t>
                        </m:r>
                      </m:lim>
                    </m:limLow>
                    <m:sSup>
                      <m:sSup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0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l" rtl="0">
                  <a:tabLst>
                    <a:tab pos="633413" algn="l"/>
                  </a:tabLst>
                </a:pPr>
                <a:endParaRPr lang="en-US" sz="20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:endParaRPr lang="en-US" sz="20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:endParaRPr lang="en-US" sz="20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:endParaRPr lang="en-US" sz="20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:endParaRPr lang="en-US" sz="20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𝑠𝑡𝑎𝑟𝑣</m:t>
                    </m:r>
                    <m:r>
                      <a:rPr lang="en-US" sz="2000" i="1" baseline="-25000" dirty="0" smtClean="0">
                        <a:latin typeface="Cambria Math"/>
                      </a:rPr>
                      <m:t> </m:t>
                    </m:r>
                    <m:r>
                      <a:rPr lang="en-US" sz="2000" i="1" baseline="-25000" dirty="0" smtClean="0">
                        <a:latin typeface="Cambria Math"/>
                      </a:rPr>
                      <m:t>	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אם תהליך ממתין, הוא ייכנס לקטע הקריטי בסופו של דבר</a:t>
                </a:r>
              </a:p>
              <a:p>
                <a:pPr algn="l" rtl="0">
                  <a:tabLst>
                    <a:tab pos="633413" algn="l"/>
                  </a:tabLst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¬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/>
                                      </a:rPr>
                                      <m:t>𝑤𝑎𝑖𝑡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𝑤𝑎𝑖𝑡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𝑡𝑟𝑢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.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𝑐𝑟𝑖𝑡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𝑟𝑢𝑒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/>
                      </a:rPr>
                      <m:t>.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¬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𝑤𝑎𝑖𝑡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en-US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tabLst>
                    <a:tab pos="633413" algn="l"/>
                  </a:tabLst>
                </a:pPr>
                <a:endParaRPr lang="he-IL" sz="2000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52600"/>
                <a:ext cx="8686800" cy="44389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6455435" y="4259527"/>
            <a:ext cx="1242204" cy="1406105"/>
          </a:xfrm>
          <a:custGeom>
            <a:avLst/>
            <a:gdLst>
              <a:gd name="connsiteX0" fmla="*/ 0 w 603849"/>
              <a:gd name="connsiteY0" fmla="*/ 1199071 h 1199071"/>
              <a:gd name="connsiteX1" fmla="*/ 345056 w 603849"/>
              <a:gd name="connsiteY1" fmla="*/ 1035170 h 1199071"/>
              <a:gd name="connsiteX2" fmla="*/ 552090 w 603849"/>
              <a:gd name="connsiteY2" fmla="*/ 508958 h 1199071"/>
              <a:gd name="connsiteX3" fmla="*/ 603849 w 603849"/>
              <a:gd name="connsiteY3" fmla="*/ 0 h 1199071"/>
              <a:gd name="connsiteX0" fmla="*/ 0 w 439947"/>
              <a:gd name="connsiteY0" fmla="*/ 1199071 h 1199071"/>
              <a:gd name="connsiteX1" fmla="*/ 181154 w 439947"/>
              <a:gd name="connsiteY1" fmla="*/ 1035170 h 1199071"/>
              <a:gd name="connsiteX2" fmla="*/ 388188 w 439947"/>
              <a:gd name="connsiteY2" fmla="*/ 508958 h 1199071"/>
              <a:gd name="connsiteX3" fmla="*/ 439947 w 439947"/>
              <a:gd name="connsiteY3" fmla="*/ 0 h 1199071"/>
              <a:gd name="connsiteX0" fmla="*/ 0 w 439947"/>
              <a:gd name="connsiteY0" fmla="*/ 1199071 h 1199071"/>
              <a:gd name="connsiteX1" fmla="*/ 250166 w 439947"/>
              <a:gd name="connsiteY1" fmla="*/ 871268 h 1199071"/>
              <a:gd name="connsiteX2" fmla="*/ 388188 w 439947"/>
              <a:gd name="connsiteY2" fmla="*/ 508958 h 1199071"/>
              <a:gd name="connsiteX3" fmla="*/ 439947 w 439947"/>
              <a:gd name="connsiteY3" fmla="*/ 0 h 1199071"/>
              <a:gd name="connsiteX0" fmla="*/ 0 w 439947"/>
              <a:gd name="connsiteY0" fmla="*/ 1199071 h 1199071"/>
              <a:gd name="connsiteX1" fmla="*/ 250166 w 439947"/>
              <a:gd name="connsiteY1" fmla="*/ 871268 h 1199071"/>
              <a:gd name="connsiteX2" fmla="*/ 388188 w 439947"/>
              <a:gd name="connsiteY2" fmla="*/ 508958 h 1199071"/>
              <a:gd name="connsiteX3" fmla="*/ 439947 w 439947"/>
              <a:gd name="connsiteY3" fmla="*/ 0 h 1199071"/>
              <a:gd name="connsiteX0" fmla="*/ 0 w 439947"/>
              <a:gd name="connsiteY0" fmla="*/ 1199071 h 1199071"/>
              <a:gd name="connsiteX1" fmla="*/ 362310 w 439947"/>
              <a:gd name="connsiteY1" fmla="*/ 888521 h 1199071"/>
              <a:gd name="connsiteX2" fmla="*/ 388188 w 439947"/>
              <a:gd name="connsiteY2" fmla="*/ 508958 h 1199071"/>
              <a:gd name="connsiteX3" fmla="*/ 439947 w 439947"/>
              <a:gd name="connsiteY3" fmla="*/ 0 h 1199071"/>
              <a:gd name="connsiteX0" fmla="*/ 0 w 535877"/>
              <a:gd name="connsiteY0" fmla="*/ 1199071 h 1199071"/>
              <a:gd name="connsiteX1" fmla="*/ 362310 w 535877"/>
              <a:gd name="connsiteY1" fmla="*/ 888521 h 1199071"/>
              <a:gd name="connsiteX2" fmla="*/ 534837 w 535877"/>
              <a:gd name="connsiteY2" fmla="*/ 508958 h 1199071"/>
              <a:gd name="connsiteX3" fmla="*/ 439947 w 535877"/>
              <a:gd name="connsiteY3" fmla="*/ 0 h 1199071"/>
              <a:gd name="connsiteX0" fmla="*/ 0 w 536011"/>
              <a:gd name="connsiteY0" fmla="*/ 1199071 h 1199071"/>
              <a:gd name="connsiteX1" fmla="*/ 362310 w 536011"/>
              <a:gd name="connsiteY1" fmla="*/ 888521 h 1199071"/>
              <a:gd name="connsiteX2" fmla="*/ 534837 w 536011"/>
              <a:gd name="connsiteY2" fmla="*/ 508958 h 1199071"/>
              <a:gd name="connsiteX3" fmla="*/ 439947 w 536011"/>
              <a:gd name="connsiteY3" fmla="*/ 0 h 1199071"/>
              <a:gd name="connsiteX0" fmla="*/ 0 w 536011"/>
              <a:gd name="connsiteY0" fmla="*/ 1199071 h 1199071"/>
              <a:gd name="connsiteX1" fmla="*/ 362310 w 536011"/>
              <a:gd name="connsiteY1" fmla="*/ 888521 h 1199071"/>
              <a:gd name="connsiteX2" fmla="*/ 534837 w 536011"/>
              <a:gd name="connsiteY2" fmla="*/ 508958 h 1199071"/>
              <a:gd name="connsiteX3" fmla="*/ 439947 w 536011"/>
              <a:gd name="connsiteY3" fmla="*/ 0 h 1199071"/>
              <a:gd name="connsiteX0" fmla="*/ 0 w 1347700"/>
              <a:gd name="connsiteY0" fmla="*/ 1406105 h 1406105"/>
              <a:gd name="connsiteX1" fmla="*/ 1164567 w 1347700"/>
              <a:gd name="connsiteY1" fmla="*/ 888521 h 1406105"/>
              <a:gd name="connsiteX2" fmla="*/ 1337094 w 1347700"/>
              <a:gd name="connsiteY2" fmla="*/ 508958 h 1406105"/>
              <a:gd name="connsiteX3" fmla="*/ 1242204 w 1347700"/>
              <a:gd name="connsiteY3" fmla="*/ 0 h 1406105"/>
              <a:gd name="connsiteX0" fmla="*/ 0 w 1337998"/>
              <a:gd name="connsiteY0" fmla="*/ 1406105 h 1406105"/>
              <a:gd name="connsiteX1" fmla="*/ 1000665 w 1337998"/>
              <a:gd name="connsiteY1" fmla="*/ 923026 h 1406105"/>
              <a:gd name="connsiteX2" fmla="*/ 1337094 w 1337998"/>
              <a:gd name="connsiteY2" fmla="*/ 508958 h 1406105"/>
              <a:gd name="connsiteX3" fmla="*/ 1242204 w 1337998"/>
              <a:gd name="connsiteY3" fmla="*/ 0 h 1406105"/>
              <a:gd name="connsiteX0" fmla="*/ 0 w 1283020"/>
              <a:gd name="connsiteY0" fmla="*/ 1406105 h 1406105"/>
              <a:gd name="connsiteX1" fmla="*/ 1000665 w 1283020"/>
              <a:gd name="connsiteY1" fmla="*/ 923026 h 1406105"/>
              <a:gd name="connsiteX2" fmla="*/ 1268083 w 1283020"/>
              <a:gd name="connsiteY2" fmla="*/ 534837 h 1406105"/>
              <a:gd name="connsiteX3" fmla="*/ 1242204 w 1283020"/>
              <a:gd name="connsiteY3" fmla="*/ 0 h 1406105"/>
              <a:gd name="connsiteX0" fmla="*/ 0 w 1283020"/>
              <a:gd name="connsiteY0" fmla="*/ 1406105 h 1406105"/>
              <a:gd name="connsiteX1" fmla="*/ 1000665 w 1283020"/>
              <a:gd name="connsiteY1" fmla="*/ 923026 h 1406105"/>
              <a:gd name="connsiteX2" fmla="*/ 1268083 w 1283020"/>
              <a:gd name="connsiteY2" fmla="*/ 534837 h 1406105"/>
              <a:gd name="connsiteX3" fmla="*/ 1242204 w 1283020"/>
              <a:gd name="connsiteY3" fmla="*/ 0 h 1406105"/>
              <a:gd name="connsiteX0" fmla="*/ 0 w 1297197"/>
              <a:gd name="connsiteY0" fmla="*/ 1406105 h 1406105"/>
              <a:gd name="connsiteX1" fmla="*/ 1000665 w 1297197"/>
              <a:gd name="connsiteY1" fmla="*/ 923026 h 1406105"/>
              <a:gd name="connsiteX2" fmla="*/ 1268083 w 1297197"/>
              <a:gd name="connsiteY2" fmla="*/ 534837 h 1406105"/>
              <a:gd name="connsiteX3" fmla="*/ 1242204 w 1297197"/>
              <a:gd name="connsiteY3" fmla="*/ 0 h 1406105"/>
              <a:gd name="connsiteX0" fmla="*/ 0 w 1242204"/>
              <a:gd name="connsiteY0" fmla="*/ 1406105 h 1406105"/>
              <a:gd name="connsiteX1" fmla="*/ 1000665 w 1242204"/>
              <a:gd name="connsiteY1" fmla="*/ 923026 h 1406105"/>
              <a:gd name="connsiteX2" fmla="*/ 1242204 w 1242204"/>
              <a:gd name="connsiteY2" fmla="*/ 0 h 1406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2204" h="1406105">
                <a:moveTo>
                  <a:pt x="0" y="1406105"/>
                </a:moveTo>
                <a:cubicBezTo>
                  <a:pt x="126520" y="1381664"/>
                  <a:pt x="793631" y="1157377"/>
                  <a:pt x="1000665" y="923026"/>
                </a:cubicBezTo>
                <a:cubicBezTo>
                  <a:pt x="1207699" y="688675"/>
                  <a:pt x="1191884" y="192297"/>
                  <a:pt x="1242204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3601" y="2561272"/>
            <a:ext cx="25908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זה לא ביטוי אומגה רגולרי, רק קיצור נוח לכתיבה עבורנו, בהבנה שכולנו יודעים איך לפרוש אותו לביטוי אומגה רגולרי תקין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/>
              <a:pPr/>
              <a:t>21 מאי 25</a:t>
            </a:fld>
            <a:endParaRPr lang="he-IL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938530692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AFAD9C6-8DD1-446E-D052-192BEC79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795" y="184030"/>
            <a:ext cx="8249701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אוטומט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לא דטרמיניסטי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479430"/>
                <a:ext cx="8573219" cy="5334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בדרך כלל: משתמשים באוטומטים להגדרת שפות של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מילים</a:t>
                </a:r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באורך סופי</a:t>
                </a:r>
              </a:p>
              <a:p>
                <a:pPr>
                  <a:lnSpc>
                    <a:spcPct val="110000"/>
                  </a:lnSpc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אנחנו נשתמש באוטומטים גם להגדרת שפות של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מילים באורך אינסופי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דרך נוספת להגדרת שפות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נשתמש באוטומטי </a:t>
                </a:r>
                <a:r>
                  <a:rPr lang="en-US" sz="2000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לא דטרמיניסטיים (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>
                  <a:lnSpc>
                    <a:spcPct val="110000"/>
                  </a:lnSpc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ריצה מקבלת צריכה לבדוק את כל מילת הקלט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⇐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הריצה אינסופית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הדרישה הרגילה ש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הריצה תסתיים במצב מקבל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לא רלוונטית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נדרש תנאי קבלה אחר לריצות אינסופיות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התנאי שהגדיר בוקי: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הריצה תבקר במצבים המקבלים אינסוף פעמים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479430"/>
                <a:ext cx="8573219" cy="5334000"/>
              </a:xfrm>
              <a:blipFill>
                <a:blip r:embed="rId2"/>
                <a:stretch>
                  <a:fillRect t="-571" r="-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6742F25-DEB1-EE7C-6D34-28BFC43C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אוטומט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565476"/>
                <a:ext cx="8077200" cy="48006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 sz="28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לא דטרמיניסטי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) הוא 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〈</m:t>
                    </m:r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Σ</m:t>
                    </m:r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r>
                      <a:rPr lang="en-US" sz="2800" b="0" i="1" dirty="0" smtClean="0">
                        <a:latin typeface="Cambria Math"/>
                      </a:rPr>
                      <m:t>𝛿</m:t>
                    </m:r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r>
                      <a:rPr lang="en-US" sz="2800" b="0" i="1" dirty="0" smtClean="0">
                        <a:latin typeface="Cambria Math"/>
                      </a:rPr>
                      <m:t>𝐹</m:t>
                    </m:r>
                    <m:r>
                      <a:rPr lang="en-US" sz="2800" b="0" i="1" dirty="0" smtClean="0">
                        <a:latin typeface="Cambria Math"/>
                      </a:rPr>
                      <m:t>〉</m:t>
                    </m:r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סופית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הוא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האלפבית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𝛿</m:t>
                    </m:r>
                    <m:r>
                      <a:rPr lang="en-US" sz="2800" i="1" dirty="0" smtClean="0">
                        <a:latin typeface="Cambria Math"/>
                      </a:rPr>
                      <m:t>: </m:t>
                    </m:r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  <m:r>
                      <a:rPr lang="en-US" sz="2800" b="0" i="1" dirty="0" smtClean="0">
                        <a:latin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Σ</m:t>
                    </m:r>
                    <m:r>
                      <a:rPr lang="en-US" sz="2800" b="0" i="1" dirty="0" smtClean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פונקציית מעברים</a:t>
                </a: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⊆</m:t>
                    </m:r>
                    <m:r>
                      <a:rPr lang="en-US" sz="2800" b="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 התחלתיים</a:t>
                </a: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𝐹</m:t>
                    </m:r>
                    <m:r>
                      <a:rPr lang="en-US" sz="2800" i="1">
                        <a:latin typeface="Cambria Math"/>
                      </a:rPr>
                      <m:t>⊆</m:t>
                    </m:r>
                    <m:r>
                      <a:rPr lang="en-US" sz="2800" i="1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 מקבלים</a:t>
                </a:r>
                <a:endParaRPr lang="he-IL" sz="2800">
                  <a:solidFill>
                    <a:srgbClr val="007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565476"/>
                <a:ext cx="8077200" cy="4800600"/>
              </a:xfrm>
              <a:blipFill>
                <a:blip r:embed="rId2"/>
                <a:stretch>
                  <a:fillRect l="-2038" t="-1525" r="-1509" b="-3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6">
            <a:extLst>
              <a:ext uri="{FF2B5EF4-FFF2-40B4-BE49-F238E27FC236}">
                <a16:creationId xmlns:a16="http://schemas.microsoft.com/office/drawing/2014/main" id="{AF560477-50A4-8B9C-1679-058338FEA8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" y="2386013"/>
            <a:ext cx="3346450" cy="1400176"/>
            <a:chOff x="288" y="1503"/>
            <a:chExt cx="2108" cy="882"/>
          </a:xfrm>
        </p:grpSpPr>
        <p:sp>
          <p:nvSpPr>
            <p:cNvPr id="50" name="AutoShape 45">
              <a:extLst>
                <a:ext uri="{FF2B5EF4-FFF2-40B4-BE49-F238E27FC236}">
                  <a16:creationId xmlns:a16="http://schemas.microsoft.com/office/drawing/2014/main" id="{4BF428CB-67C5-E315-6727-0545C2D1522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8" y="1512"/>
              <a:ext cx="2108" cy="8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7" dir="2700128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7">
              <a:extLst>
                <a:ext uri="{FF2B5EF4-FFF2-40B4-BE49-F238E27FC236}">
                  <a16:creationId xmlns:a16="http://schemas.microsoft.com/office/drawing/2014/main" id="{281C6724-E0D5-4B35-7342-B2988CA4C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" y="1793"/>
              <a:ext cx="224" cy="225"/>
            </a:xfrm>
            <a:custGeom>
              <a:avLst/>
              <a:gdLst>
                <a:gd name="T0" fmla="*/ 224 w 224"/>
                <a:gd name="T1" fmla="*/ 113 h 225"/>
                <a:gd name="T2" fmla="*/ 215 w 224"/>
                <a:gd name="T3" fmla="*/ 68 h 225"/>
                <a:gd name="T4" fmla="*/ 191 w 224"/>
                <a:gd name="T5" fmla="*/ 33 h 225"/>
                <a:gd name="T6" fmla="*/ 156 w 224"/>
                <a:gd name="T7" fmla="*/ 9 h 225"/>
                <a:gd name="T8" fmla="*/ 112 w 224"/>
                <a:gd name="T9" fmla="*/ 0 h 225"/>
                <a:gd name="T10" fmla="*/ 68 w 224"/>
                <a:gd name="T11" fmla="*/ 9 h 225"/>
                <a:gd name="T12" fmla="*/ 32 w 224"/>
                <a:gd name="T13" fmla="*/ 33 h 225"/>
                <a:gd name="T14" fmla="*/ 9 w 224"/>
                <a:gd name="T15" fmla="*/ 68 h 225"/>
                <a:gd name="T16" fmla="*/ 0 w 224"/>
                <a:gd name="T17" fmla="*/ 113 h 225"/>
                <a:gd name="T18" fmla="*/ 9 w 224"/>
                <a:gd name="T19" fmla="*/ 156 h 225"/>
                <a:gd name="T20" fmla="*/ 32 w 224"/>
                <a:gd name="T21" fmla="*/ 192 h 225"/>
                <a:gd name="T22" fmla="*/ 68 w 224"/>
                <a:gd name="T23" fmla="*/ 216 h 225"/>
                <a:gd name="T24" fmla="*/ 112 w 224"/>
                <a:gd name="T25" fmla="*/ 225 h 225"/>
                <a:gd name="T26" fmla="*/ 156 w 224"/>
                <a:gd name="T27" fmla="*/ 216 h 225"/>
                <a:gd name="T28" fmla="*/ 191 w 224"/>
                <a:gd name="T29" fmla="*/ 192 h 225"/>
                <a:gd name="T30" fmla="*/ 215 w 224"/>
                <a:gd name="T31" fmla="*/ 156 h 225"/>
                <a:gd name="T32" fmla="*/ 224 w 224"/>
                <a:gd name="T33" fmla="*/ 11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4" h="225">
                  <a:moveTo>
                    <a:pt x="224" y="113"/>
                  </a:moveTo>
                  <a:lnTo>
                    <a:pt x="215" y="68"/>
                  </a:lnTo>
                  <a:lnTo>
                    <a:pt x="191" y="33"/>
                  </a:lnTo>
                  <a:lnTo>
                    <a:pt x="156" y="9"/>
                  </a:lnTo>
                  <a:lnTo>
                    <a:pt x="112" y="0"/>
                  </a:lnTo>
                  <a:lnTo>
                    <a:pt x="68" y="9"/>
                  </a:lnTo>
                  <a:lnTo>
                    <a:pt x="32" y="33"/>
                  </a:lnTo>
                  <a:lnTo>
                    <a:pt x="9" y="68"/>
                  </a:lnTo>
                  <a:lnTo>
                    <a:pt x="0" y="113"/>
                  </a:lnTo>
                  <a:lnTo>
                    <a:pt x="9" y="156"/>
                  </a:lnTo>
                  <a:lnTo>
                    <a:pt x="32" y="192"/>
                  </a:lnTo>
                  <a:lnTo>
                    <a:pt x="68" y="216"/>
                  </a:lnTo>
                  <a:lnTo>
                    <a:pt x="112" y="225"/>
                  </a:lnTo>
                  <a:lnTo>
                    <a:pt x="156" y="216"/>
                  </a:lnTo>
                  <a:lnTo>
                    <a:pt x="191" y="192"/>
                  </a:lnTo>
                  <a:lnTo>
                    <a:pt x="215" y="156"/>
                  </a:lnTo>
                  <a:lnTo>
                    <a:pt x="224" y="11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Freeform 48">
                  <a:extLst>
                    <a:ext uri="{FF2B5EF4-FFF2-40B4-BE49-F238E27FC236}">
                      <a16:creationId xmlns:a16="http://schemas.microsoft.com/office/drawing/2014/main" id="{B4296273-ED8B-9D60-5FDA-91F0DF73CC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" y="1769"/>
                  <a:ext cx="224" cy="225"/>
                </a:xfrm>
                <a:custGeom>
                  <a:avLst/>
                  <a:gdLst>
                    <a:gd name="T0" fmla="*/ 224 w 224"/>
                    <a:gd name="T1" fmla="*/ 113 h 225"/>
                    <a:gd name="T2" fmla="*/ 215 w 224"/>
                    <a:gd name="T3" fmla="*/ 68 h 225"/>
                    <a:gd name="T4" fmla="*/ 191 w 224"/>
                    <a:gd name="T5" fmla="*/ 33 h 225"/>
                    <a:gd name="T6" fmla="*/ 156 w 224"/>
                    <a:gd name="T7" fmla="*/ 9 h 225"/>
                    <a:gd name="T8" fmla="*/ 112 w 224"/>
                    <a:gd name="T9" fmla="*/ 0 h 225"/>
                    <a:gd name="T10" fmla="*/ 68 w 224"/>
                    <a:gd name="T11" fmla="*/ 9 h 225"/>
                    <a:gd name="T12" fmla="*/ 33 w 224"/>
                    <a:gd name="T13" fmla="*/ 33 h 225"/>
                    <a:gd name="T14" fmla="*/ 9 w 224"/>
                    <a:gd name="T15" fmla="*/ 68 h 225"/>
                    <a:gd name="T16" fmla="*/ 0 w 224"/>
                    <a:gd name="T17" fmla="*/ 113 h 225"/>
                    <a:gd name="T18" fmla="*/ 9 w 224"/>
                    <a:gd name="T19" fmla="*/ 156 h 225"/>
                    <a:gd name="T20" fmla="*/ 33 w 224"/>
                    <a:gd name="T21" fmla="*/ 192 h 225"/>
                    <a:gd name="T22" fmla="*/ 68 w 224"/>
                    <a:gd name="T23" fmla="*/ 216 h 225"/>
                    <a:gd name="T24" fmla="*/ 112 w 224"/>
                    <a:gd name="T25" fmla="*/ 225 h 225"/>
                    <a:gd name="T26" fmla="*/ 156 w 224"/>
                    <a:gd name="T27" fmla="*/ 216 h 225"/>
                    <a:gd name="T28" fmla="*/ 191 w 224"/>
                    <a:gd name="T29" fmla="*/ 192 h 225"/>
                    <a:gd name="T30" fmla="*/ 215 w 224"/>
                    <a:gd name="T31" fmla="*/ 156 h 225"/>
                    <a:gd name="T32" fmla="*/ 224 w 224"/>
                    <a:gd name="T33" fmla="*/ 113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24" h="225">
                      <a:moveTo>
                        <a:pt x="224" y="113"/>
                      </a:moveTo>
                      <a:lnTo>
                        <a:pt x="215" y="68"/>
                      </a:lnTo>
                      <a:lnTo>
                        <a:pt x="191" y="33"/>
                      </a:lnTo>
                      <a:lnTo>
                        <a:pt x="156" y="9"/>
                      </a:lnTo>
                      <a:lnTo>
                        <a:pt x="112" y="0"/>
                      </a:lnTo>
                      <a:lnTo>
                        <a:pt x="68" y="9"/>
                      </a:lnTo>
                      <a:lnTo>
                        <a:pt x="33" y="33"/>
                      </a:lnTo>
                      <a:lnTo>
                        <a:pt x="9" y="68"/>
                      </a:lnTo>
                      <a:lnTo>
                        <a:pt x="0" y="113"/>
                      </a:lnTo>
                      <a:lnTo>
                        <a:pt x="9" y="156"/>
                      </a:lnTo>
                      <a:lnTo>
                        <a:pt x="33" y="192"/>
                      </a:lnTo>
                      <a:lnTo>
                        <a:pt x="68" y="216"/>
                      </a:lnTo>
                      <a:lnTo>
                        <a:pt x="112" y="225"/>
                      </a:lnTo>
                      <a:lnTo>
                        <a:pt x="156" y="216"/>
                      </a:lnTo>
                      <a:lnTo>
                        <a:pt x="191" y="192"/>
                      </a:lnTo>
                      <a:lnTo>
                        <a:pt x="215" y="156"/>
                      </a:lnTo>
                      <a:lnTo>
                        <a:pt x="224" y="11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Freeform 48">
                  <a:extLst>
                    <a:ext uri="{FF2B5EF4-FFF2-40B4-BE49-F238E27FC236}">
                      <a16:creationId xmlns:a16="http://schemas.microsoft.com/office/drawing/2014/main" id="{B4296273-ED8B-9D60-5FDA-91F0DF73CC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" y="1769"/>
                  <a:ext cx="224" cy="225"/>
                </a:xfrm>
                <a:custGeom>
                  <a:avLst/>
                  <a:gdLst>
                    <a:gd name="T0" fmla="*/ 224 w 224"/>
                    <a:gd name="T1" fmla="*/ 113 h 225"/>
                    <a:gd name="T2" fmla="*/ 215 w 224"/>
                    <a:gd name="T3" fmla="*/ 68 h 225"/>
                    <a:gd name="T4" fmla="*/ 191 w 224"/>
                    <a:gd name="T5" fmla="*/ 33 h 225"/>
                    <a:gd name="T6" fmla="*/ 156 w 224"/>
                    <a:gd name="T7" fmla="*/ 9 h 225"/>
                    <a:gd name="T8" fmla="*/ 112 w 224"/>
                    <a:gd name="T9" fmla="*/ 0 h 225"/>
                    <a:gd name="T10" fmla="*/ 68 w 224"/>
                    <a:gd name="T11" fmla="*/ 9 h 225"/>
                    <a:gd name="T12" fmla="*/ 33 w 224"/>
                    <a:gd name="T13" fmla="*/ 33 h 225"/>
                    <a:gd name="T14" fmla="*/ 9 w 224"/>
                    <a:gd name="T15" fmla="*/ 68 h 225"/>
                    <a:gd name="T16" fmla="*/ 0 w 224"/>
                    <a:gd name="T17" fmla="*/ 113 h 225"/>
                    <a:gd name="T18" fmla="*/ 9 w 224"/>
                    <a:gd name="T19" fmla="*/ 156 h 225"/>
                    <a:gd name="T20" fmla="*/ 33 w 224"/>
                    <a:gd name="T21" fmla="*/ 192 h 225"/>
                    <a:gd name="T22" fmla="*/ 68 w 224"/>
                    <a:gd name="T23" fmla="*/ 216 h 225"/>
                    <a:gd name="T24" fmla="*/ 112 w 224"/>
                    <a:gd name="T25" fmla="*/ 225 h 225"/>
                    <a:gd name="T26" fmla="*/ 156 w 224"/>
                    <a:gd name="T27" fmla="*/ 216 h 225"/>
                    <a:gd name="T28" fmla="*/ 191 w 224"/>
                    <a:gd name="T29" fmla="*/ 192 h 225"/>
                    <a:gd name="T30" fmla="*/ 215 w 224"/>
                    <a:gd name="T31" fmla="*/ 156 h 225"/>
                    <a:gd name="T32" fmla="*/ 224 w 224"/>
                    <a:gd name="T33" fmla="*/ 113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24" h="225">
                      <a:moveTo>
                        <a:pt x="224" y="113"/>
                      </a:moveTo>
                      <a:lnTo>
                        <a:pt x="215" y="68"/>
                      </a:lnTo>
                      <a:lnTo>
                        <a:pt x="191" y="33"/>
                      </a:lnTo>
                      <a:lnTo>
                        <a:pt x="156" y="9"/>
                      </a:lnTo>
                      <a:lnTo>
                        <a:pt x="112" y="0"/>
                      </a:lnTo>
                      <a:lnTo>
                        <a:pt x="68" y="9"/>
                      </a:lnTo>
                      <a:lnTo>
                        <a:pt x="33" y="33"/>
                      </a:lnTo>
                      <a:lnTo>
                        <a:pt x="9" y="68"/>
                      </a:lnTo>
                      <a:lnTo>
                        <a:pt x="0" y="113"/>
                      </a:lnTo>
                      <a:lnTo>
                        <a:pt x="9" y="156"/>
                      </a:lnTo>
                      <a:lnTo>
                        <a:pt x="33" y="192"/>
                      </a:lnTo>
                      <a:lnTo>
                        <a:pt x="68" y="216"/>
                      </a:lnTo>
                      <a:lnTo>
                        <a:pt x="112" y="225"/>
                      </a:lnTo>
                      <a:lnTo>
                        <a:pt x="156" y="216"/>
                      </a:lnTo>
                      <a:lnTo>
                        <a:pt x="191" y="192"/>
                      </a:lnTo>
                      <a:lnTo>
                        <a:pt x="215" y="156"/>
                      </a:lnTo>
                      <a:lnTo>
                        <a:pt x="224" y="113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 b="-5085"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Freeform 49">
              <a:extLst>
                <a:ext uri="{FF2B5EF4-FFF2-40B4-BE49-F238E27FC236}">
                  <a16:creationId xmlns:a16="http://schemas.microsoft.com/office/drawing/2014/main" id="{D1BBEB64-9827-6530-ABD2-02DD6428398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14" y="1769"/>
              <a:ext cx="224" cy="225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80 h 402"/>
                <a:gd name="T4" fmla="*/ 343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2 w 402"/>
                <a:gd name="T11" fmla="*/ 386 h 402"/>
                <a:gd name="T12" fmla="*/ 59 w 402"/>
                <a:gd name="T13" fmla="*/ 343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2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3 w 402"/>
                <a:gd name="T29" fmla="*/ 59 h 402"/>
                <a:gd name="T30" fmla="*/ 386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80"/>
                  </a:lnTo>
                  <a:lnTo>
                    <a:pt x="343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2" y="386"/>
                  </a:lnTo>
                  <a:lnTo>
                    <a:pt x="59" y="343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2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3" y="59"/>
                  </a:lnTo>
                  <a:lnTo>
                    <a:pt x="386" y="123"/>
                  </a:lnTo>
                  <a:lnTo>
                    <a:pt x="402" y="20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50">
              <a:extLst>
                <a:ext uri="{FF2B5EF4-FFF2-40B4-BE49-F238E27FC236}">
                  <a16:creationId xmlns:a16="http://schemas.microsoft.com/office/drawing/2014/main" id="{DD69C233-D014-6025-959D-FFBDC4450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" y="179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1">
              <a:extLst>
                <a:ext uri="{FF2B5EF4-FFF2-40B4-BE49-F238E27FC236}">
                  <a16:creationId xmlns:a16="http://schemas.microsoft.com/office/drawing/2014/main" id="{0CAEDA9F-23ED-8302-D7A3-2BC4E8998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184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AF157F2D-14A9-64B1-81F1-D35B17452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" y="1882"/>
              <a:ext cx="89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3">
              <a:extLst>
                <a:ext uri="{FF2B5EF4-FFF2-40B4-BE49-F238E27FC236}">
                  <a16:creationId xmlns:a16="http://schemas.microsoft.com/office/drawing/2014/main" id="{6E181517-BFF2-0315-F140-A38C281FF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" y="1867"/>
              <a:ext cx="36" cy="29"/>
            </a:xfrm>
            <a:custGeom>
              <a:avLst/>
              <a:gdLst>
                <a:gd name="T0" fmla="*/ 36 w 36"/>
                <a:gd name="T1" fmla="*/ 15 h 29"/>
                <a:gd name="T2" fmla="*/ 0 w 36"/>
                <a:gd name="T3" fmla="*/ 0 h 29"/>
                <a:gd name="T4" fmla="*/ 10 w 36"/>
                <a:gd name="T5" fmla="*/ 15 h 29"/>
                <a:gd name="T6" fmla="*/ 0 w 36"/>
                <a:gd name="T7" fmla="*/ 29 h 29"/>
                <a:gd name="T8" fmla="*/ 36 w 36"/>
                <a:gd name="T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9">
                  <a:moveTo>
                    <a:pt x="36" y="15"/>
                  </a:moveTo>
                  <a:lnTo>
                    <a:pt x="0" y="0"/>
                  </a:lnTo>
                  <a:lnTo>
                    <a:pt x="10" y="15"/>
                  </a:lnTo>
                  <a:lnTo>
                    <a:pt x="0" y="29"/>
                  </a:lnTo>
                  <a:lnTo>
                    <a:pt x="36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4">
              <a:extLst>
                <a:ext uri="{FF2B5EF4-FFF2-40B4-BE49-F238E27FC236}">
                  <a16:creationId xmlns:a16="http://schemas.microsoft.com/office/drawing/2014/main" id="{1561BC54-6CB1-D0D0-BF9B-8AF86E7A669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3" y="1867"/>
              <a:ext cx="36" cy="29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5">
              <a:extLst>
                <a:ext uri="{FF2B5EF4-FFF2-40B4-BE49-F238E27FC236}">
                  <a16:creationId xmlns:a16="http://schemas.microsoft.com/office/drawing/2014/main" id="{AC2695C4-094D-0A29-88AB-7C1B863A1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793"/>
              <a:ext cx="224" cy="225"/>
            </a:xfrm>
            <a:custGeom>
              <a:avLst/>
              <a:gdLst>
                <a:gd name="T0" fmla="*/ 224 w 224"/>
                <a:gd name="T1" fmla="*/ 113 h 225"/>
                <a:gd name="T2" fmla="*/ 215 w 224"/>
                <a:gd name="T3" fmla="*/ 68 h 225"/>
                <a:gd name="T4" fmla="*/ 191 w 224"/>
                <a:gd name="T5" fmla="*/ 33 h 225"/>
                <a:gd name="T6" fmla="*/ 156 w 224"/>
                <a:gd name="T7" fmla="*/ 9 h 225"/>
                <a:gd name="T8" fmla="*/ 112 w 224"/>
                <a:gd name="T9" fmla="*/ 0 h 225"/>
                <a:gd name="T10" fmla="*/ 68 w 224"/>
                <a:gd name="T11" fmla="*/ 9 h 225"/>
                <a:gd name="T12" fmla="*/ 32 w 224"/>
                <a:gd name="T13" fmla="*/ 33 h 225"/>
                <a:gd name="T14" fmla="*/ 9 w 224"/>
                <a:gd name="T15" fmla="*/ 68 h 225"/>
                <a:gd name="T16" fmla="*/ 0 w 224"/>
                <a:gd name="T17" fmla="*/ 113 h 225"/>
                <a:gd name="T18" fmla="*/ 9 w 224"/>
                <a:gd name="T19" fmla="*/ 156 h 225"/>
                <a:gd name="T20" fmla="*/ 32 w 224"/>
                <a:gd name="T21" fmla="*/ 192 h 225"/>
                <a:gd name="T22" fmla="*/ 68 w 224"/>
                <a:gd name="T23" fmla="*/ 216 h 225"/>
                <a:gd name="T24" fmla="*/ 112 w 224"/>
                <a:gd name="T25" fmla="*/ 225 h 225"/>
                <a:gd name="T26" fmla="*/ 156 w 224"/>
                <a:gd name="T27" fmla="*/ 216 h 225"/>
                <a:gd name="T28" fmla="*/ 191 w 224"/>
                <a:gd name="T29" fmla="*/ 192 h 225"/>
                <a:gd name="T30" fmla="*/ 215 w 224"/>
                <a:gd name="T31" fmla="*/ 156 h 225"/>
                <a:gd name="T32" fmla="*/ 224 w 224"/>
                <a:gd name="T33" fmla="*/ 11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4" h="225">
                  <a:moveTo>
                    <a:pt x="224" y="113"/>
                  </a:moveTo>
                  <a:lnTo>
                    <a:pt x="215" y="68"/>
                  </a:lnTo>
                  <a:lnTo>
                    <a:pt x="191" y="33"/>
                  </a:lnTo>
                  <a:lnTo>
                    <a:pt x="156" y="9"/>
                  </a:lnTo>
                  <a:lnTo>
                    <a:pt x="112" y="0"/>
                  </a:lnTo>
                  <a:lnTo>
                    <a:pt x="68" y="9"/>
                  </a:lnTo>
                  <a:lnTo>
                    <a:pt x="32" y="33"/>
                  </a:lnTo>
                  <a:lnTo>
                    <a:pt x="9" y="68"/>
                  </a:lnTo>
                  <a:lnTo>
                    <a:pt x="0" y="113"/>
                  </a:lnTo>
                  <a:lnTo>
                    <a:pt x="9" y="156"/>
                  </a:lnTo>
                  <a:lnTo>
                    <a:pt x="32" y="192"/>
                  </a:lnTo>
                  <a:lnTo>
                    <a:pt x="68" y="216"/>
                  </a:lnTo>
                  <a:lnTo>
                    <a:pt x="112" y="225"/>
                  </a:lnTo>
                  <a:lnTo>
                    <a:pt x="156" y="216"/>
                  </a:lnTo>
                  <a:lnTo>
                    <a:pt x="191" y="192"/>
                  </a:lnTo>
                  <a:lnTo>
                    <a:pt x="215" y="156"/>
                  </a:lnTo>
                  <a:lnTo>
                    <a:pt x="224" y="11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Freeform 56">
                  <a:extLst>
                    <a:ext uri="{FF2B5EF4-FFF2-40B4-BE49-F238E27FC236}">
                      <a16:creationId xmlns:a16="http://schemas.microsoft.com/office/drawing/2014/main" id="{B827D1AD-DF95-EEF8-D970-9162B99AD4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5" y="1769"/>
                  <a:ext cx="224" cy="225"/>
                </a:xfrm>
                <a:custGeom>
                  <a:avLst/>
                  <a:gdLst>
                    <a:gd name="T0" fmla="*/ 224 w 224"/>
                    <a:gd name="T1" fmla="*/ 113 h 225"/>
                    <a:gd name="T2" fmla="*/ 215 w 224"/>
                    <a:gd name="T3" fmla="*/ 68 h 225"/>
                    <a:gd name="T4" fmla="*/ 191 w 224"/>
                    <a:gd name="T5" fmla="*/ 33 h 225"/>
                    <a:gd name="T6" fmla="*/ 156 w 224"/>
                    <a:gd name="T7" fmla="*/ 9 h 225"/>
                    <a:gd name="T8" fmla="*/ 112 w 224"/>
                    <a:gd name="T9" fmla="*/ 0 h 225"/>
                    <a:gd name="T10" fmla="*/ 68 w 224"/>
                    <a:gd name="T11" fmla="*/ 9 h 225"/>
                    <a:gd name="T12" fmla="*/ 33 w 224"/>
                    <a:gd name="T13" fmla="*/ 33 h 225"/>
                    <a:gd name="T14" fmla="*/ 9 w 224"/>
                    <a:gd name="T15" fmla="*/ 68 h 225"/>
                    <a:gd name="T16" fmla="*/ 0 w 224"/>
                    <a:gd name="T17" fmla="*/ 113 h 225"/>
                    <a:gd name="T18" fmla="*/ 9 w 224"/>
                    <a:gd name="T19" fmla="*/ 156 h 225"/>
                    <a:gd name="T20" fmla="*/ 33 w 224"/>
                    <a:gd name="T21" fmla="*/ 192 h 225"/>
                    <a:gd name="T22" fmla="*/ 68 w 224"/>
                    <a:gd name="T23" fmla="*/ 216 h 225"/>
                    <a:gd name="T24" fmla="*/ 112 w 224"/>
                    <a:gd name="T25" fmla="*/ 225 h 225"/>
                    <a:gd name="T26" fmla="*/ 156 w 224"/>
                    <a:gd name="T27" fmla="*/ 216 h 225"/>
                    <a:gd name="T28" fmla="*/ 191 w 224"/>
                    <a:gd name="T29" fmla="*/ 192 h 225"/>
                    <a:gd name="T30" fmla="*/ 215 w 224"/>
                    <a:gd name="T31" fmla="*/ 156 h 225"/>
                    <a:gd name="T32" fmla="*/ 224 w 224"/>
                    <a:gd name="T33" fmla="*/ 113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24" h="225">
                      <a:moveTo>
                        <a:pt x="224" y="113"/>
                      </a:moveTo>
                      <a:lnTo>
                        <a:pt x="215" y="68"/>
                      </a:lnTo>
                      <a:lnTo>
                        <a:pt x="191" y="33"/>
                      </a:lnTo>
                      <a:lnTo>
                        <a:pt x="156" y="9"/>
                      </a:lnTo>
                      <a:lnTo>
                        <a:pt x="112" y="0"/>
                      </a:lnTo>
                      <a:lnTo>
                        <a:pt x="68" y="9"/>
                      </a:lnTo>
                      <a:lnTo>
                        <a:pt x="33" y="33"/>
                      </a:lnTo>
                      <a:lnTo>
                        <a:pt x="9" y="68"/>
                      </a:lnTo>
                      <a:lnTo>
                        <a:pt x="0" y="113"/>
                      </a:lnTo>
                      <a:lnTo>
                        <a:pt x="9" y="156"/>
                      </a:lnTo>
                      <a:lnTo>
                        <a:pt x="33" y="192"/>
                      </a:lnTo>
                      <a:lnTo>
                        <a:pt x="68" y="216"/>
                      </a:lnTo>
                      <a:lnTo>
                        <a:pt x="112" y="225"/>
                      </a:lnTo>
                      <a:lnTo>
                        <a:pt x="156" y="216"/>
                      </a:lnTo>
                      <a:lnTo>
                        <a:pt x="191" y="192"/>
                      </a:lnTo>
                      <a:lnTo>
                        <a:pt x="215" y="156"/>
                      </a:lnTo>
                      <a:lnTo>
                        <a:pt x="224" y="11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0" name="Freeform 56">
                  <a:extLst>
                    <a:ext uri="{FF2B5EF4-FFF2-40B4-BE49-F238E27FC236}">
                      <a16:creationId xmlns:a16="http://schemas.microsoft.com/office/drawing/2014/main" id="{B827D1AD-DF95-EEF8-D970-9162B99AD4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5" y="1769"/>
                  <a:ext cx="224" cy="225"/>
                </a:xfrm>
                <a:custGeom>
                  <a:avLst/>
                  <a:gdLst>
                    <a:gd name="T0" fmla="*/ 224 w 224"/>
                    <a:gd name="T1" fmla="*/ 113 h 225"/>
                    <a:gd name="T2" fmla="*/ 215 w 224"/>
                    <a:gd name="T3" fmla="*/ 68 h 225"/>
                    <a:gd name="T4" fmla="*/ 191 w 224"/>
                    <a:gd name="T5" fmla="*/ 33 h 225"/>
                    <a:gd name="T6" fmla="*/ 156 w 224"/>
                    <a:gd name="T7" fmla="*/ 9 h 225"/>
                    <a:gd name="T8" fmla="*/ 112 w 224"/>
                    <a:gd name="T9" fmla="*/ 0 h 225"/>
                    <a:gd name="T10" fmla="*/ 68 w 224"/>
                    <a:gd name="T11" fmla="*/ 9 h 225"/>
                    <a:gd name="T12" fmla="*/ 33 w 224"/>
                    <a:gd name="T13" fmla="*/ 33 h 225"/>
                    <a:gd name="T14" fmla="*/ 9 w 224"/>
                    <a:gd name="T15" fmla="*/ 68 h 225"/>
                    <a:gd name="T16" fmla="*/ 0 w 224"/>
                    <a:gd name="T17" fmla="*/ 113 h 225"/>
                    <a:gd name="T18" fmla="*/ 9 w 224"/>
                    <a:gd name="T19" fmla="*/ 156 h 225"/>
                    <a:gd name="T20" fmla="*/ 33 w 224"/>
                    <a:gd name="T21" fmla="*/ 192 h 225"/>
                    <a:gd name="T22" fmla="*/ 68 w 224"/>
                    <a:gd name="T23" fmla="*/ 216 h 225"/>
                    <a:gd name="T24" fmla="*/ 112 w 224"/>
                    <a:gd name="T25" fmla="*/ 225 h 225"/>
                    <a:gd name="T26" fmla="*/ 156 w 224"/>
                    <a:gd name="T27" fmla="*/ 216 h 225"/>
                    <a:gd name="T28" fmla="*/ 191 w 224"/>
                    <a:gd name="T29" fmla="*/ 192 h 225"/>
                    <a:gd name="T30" fmla="*/ 215 w 224"/>
                    <a:gd name="T31" fmla="*/ 156 h 225"/>
                    <a:gd name="T32" fmla="*/ 224 w 224"/>
                    <a:gd name="T33" fmla="*/ 113 h 2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24" h="225">
                      <a:moveTo>
                        <a:pt x="224" y="113"/>
                      </a:moveTo>
                      <a:lnTo>
                        <a:pt x="215" y="68"/>
                      </a:lnTo>
                      <a:lnTo>
                        <a:pt x="191" y="33"/>
                      </a:lnTo>
                      <a:lnTo>
                        <a:pt x="156" y="9"/>
                      </a:lnTo>
                      <a:lnTo>
                        <a:pt x="112" y="0"/>
                      </a:lnTo>
                      <a:lnTo>
                        <a:pt x="68" y="9"/>
                      </a:lnTo>
                      <a:lnTo>
                        <a:pt x="33" y="33"/>
                      </a:lnTo>
                      <a:lnTo>
                        <a:pt x="9" y="68"/>
                      </a:lnTo>
                      <a:lnTo>
                        <a:pt x="0" y="113"/>
                      </a:lnTo>
                      <a:lnTo>
                        <a:pt x="9" y="156"/>
                      </a:lnTo>
                      <a:lnTo>
                        <a:pt x="33" y="192"/>
                      </a:lnTo>
                      <a:lnTo>
                        <a:pt x="68" y="216"/>
                      </a:lnTo>
                      <a:lnTo>
                        <a:pt x="112" y="225"/>
                      </a:lnTo>
                      <a:lnTo>
                        <a:pt x="156" y="216"/>
                      </a:lnTo>
                      <a:lnTo>
                        <a:pt x="191" y="192"/>
                      </a:lnTo>
                      <a:lnTo>
                        <a:pt x="215" y="156"/>
                      </a:lnTo>
                      <a:lnTo>
                        <a:pt x="224" y="113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 r="-1695" b="-5085"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4C4104D2-4CC2-DB33-338A-F73014383C0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75" y="1769"/>
              <a:ext cx="224" cy="225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3 w 402"/>
                <a:gd name="T11" fmla="*/ 386 h 402"/>
                <a:gd name="T12" fmla="*/ 59 w 402"/>
                <a:gd name="T13" fmla="*/ 343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3" y="386"/>
                  </a:lnTo>
                  <a:lnTo>
                    <a:pt x="59" y="343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58">
              <a:extLst>
                <a:ext uri="{FF2B5EF4-FFF2-40B4-BE49-F238E27FC236}">
                  <a16:creationId xmlns:a16="http://schemas.microsoft.com/office/drawing/2014/main" id="{38D90341-AB41-00ED-DA06-1BD6E4EB0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179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59">
              <a:extLst>
                <a:ext uri="{FF2B5EF4-FFF2-40B4-BE49-F238E27FC236}">
                  <a16:creationId xmlns:a16="http://schemas.microsoft.com/office/drawing/2014/main" id="{B7508C4E-55FD-0624-1D66-24477E81B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84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Freeform 60">
              <a:extLst>
                <a:ext uri="{FF2B5EF4-FFF2-40B4-BE49-F238E27FC236}">
                  <a16:creationId xmlns:a16="http://schemas.microsoft.com/office/drawing/2014/main" id="{EB110A9C-2638-4B8D-3FAE-5B7350627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1793"/>
              <a:ext cx="224" cy="225"/>
            </a:xfrm>
            <a:custGeom>
              <a:avLst/>
              <a:gdLst>
                <a:gd name="T0" fmla="*/ 224 w 224"/>
                <a:gd name="T1" fmla="*/ 113 h 225"/>
                <a:gd name="T2" fmla="*/ 216 w 224"/>
                <a:gd name="T3" fmla="*/ 68 h 225"/>
                <a:gd name="T4" fmla="*/ 192 w 224"/>
                <a:gd name="T5" fmla="*/ 33 h 225"/>
                <a:gd name="T6" fmla="*/ 156 w 224"/>
                <a:gd name="T7" fmla="*/ 9 h 225"/>
                <a:gd name="T8" fmla="*/ 112 w 224"/>
                <a:gd name="T9" fmla="*/ 0 h 225"/>
                <a:gd name="T10" fmla="*/ 69 w 224"/>
                <a:gd name="T11" fmla="*/ 9 h 225"/>
                <a:gd name="T12" fmla="*/ 33 w 224"/>
                <a:gd name="T13" fmla="*/ 33 h 225"/>
                <a:gd name="T14" fmla="*/ 9 w 224"/>
                <a:gd name="T15" fmla="*/ 68 h 225"/>
                <a:gd name="T16" fmla="*/ 0 w 224"/>
                <a:gd name="T17" fmla="*/ 113 h 225"/>
                <a:gd name="T18" fmla="*/ 9 w 224"/>
                <a:gd name="T19" fmla="*/ 156 h 225"/>
                <a:gd name="T20" fmla="*/ 33 w 224"/>
                <a:gd name="T21" fmla="*/ 192 h 225"/>
                <a:gd name="T22" fmla="*/ 69 w 224"/>
                <a:gd name="T23" fmla="*/ 216 h 225"/>
                <a:gd name="T24" fmla="*/ 112 w 224"/>
                <a:gd name="T25" fmla="*/ 225 h 225"/>
                <a:gd name="T26" fmla="*/ 156 w 224"/>
                <a:gd name="T27" fmla="*/ 216 h 225"/>
                <a:gd name="T28" fmla="*/ 192 w 224"/>
                <a:gd name="T29" fmla="*/ 192 h 225"/>
                <a:gd name="T30" fmla="*/ 216 w 224"/>
                <a:gd name="T31" fmla="*/ 156 h 225"/>
                <a:gd name="T32" fmla="*/ 224 w 224"/>
                <a:gd name="T33" fmla="*/ 11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4" h="225">
                  <a:moveTo>
                    <a:pt x="224" y="113"/>
                  </a:moveTo>
                  <a:lnTo>
                    <a:pt x="216" y="68"/>
                  </a:lnTo>
                  <a:lnTo>
                    <a:pt x="192" y="33"/>
                  </a:lnTo>
                  <a:lnTo>
                    <a:pt x="156" y="9"/>
                  </a:lnTo>
                  <a:lnTo>
                    <a:pt x="112" y="0"/>
                  </a:lnTo>
                  <a:lnTo>
                    <a:pt x="69" y="9"/>
                  </a:lnTo>
                  <a:lnTo>
                    <a:pt x="33" y="33"/>
                  </a:lnTo>
                  <a:lnTo>
                    <a:pt x="9" y="68"/>
                  </a:lnTo>
                  <a:lnTo>
                    <a:pt x="0" y="113"/>
                  </a:lnTo>
                  <a:lnTo>
                    <a:pt x="9" y="156"/>
                  </a:lnTo>
                  <a:lnTo>
                    <a:pt x="33" y="192"/>
                  </a:lnTo>
                  <a:lnTo>
                    <a:pt x="69" y="216"/>
                  </a:lnTo>
                  <a:lnTo>
                    <a:pt x="112" y="225"/>
                  </a:lnTo>
                  <a:lnTo>
                    <a:pt x="156" y="216"/>
                  </a:lnTo>
                  <a:lnTo>
                    <a:pt x="192" y="192"/>
                  </a:lnTo>
                  <a:lnTo>
                    <a:pt x="216" y="156"/>
                  </a:lnTo>
                  <a:lnTo>
                    <a:pt x="224" y="11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1">
              <a:extLst>
                <a:ext uri="{FF2B5EF4-FFF2-40B4-BE49-F238E27FC236}">
                  <a16:creationId xmlns:a16="http://schemas.microsoft.com/office/drawing/2014/main" id="{473EFA32-A15B-1D34-6B99-D7A659D85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1769"/>
              <a:ext cx="224" cy="225"/>
            </a:xfrm>
            <a:custGeom>
              <a:avLst/>
              <a:gdLst>
                <a:gd name="T0" fmla="*/ 224 w 224"/>
                <a:gd name="T1" fmla="*/ 113 h 225"/>
                <a:gd name="T2" fmla="*/ 216 w 224"/>
                <a:gd name="T3" fmla="*/ 68 h 225"/>
                <a:gd name="T4" fmla="*/ 192 w 224"/>
                <a:gd name="T5" fmla="*/ 33 h 225"/>
                <a:gd name="T6" fmla="*/ 156 w 224"/>
                <a:gd name="T7" fmla="*/ 9 h 225"/>
                <a:gd name="T8" fmla="*/ 112 w 224"/>
                <a:gd name="T9" fmla="*/ 0 h 225"/>
                <a:gd name="T10" fmla="*/ 69 w 224"/>
                <a:gd name="T11" fmla="*/ 9 h 225"/>
                <a:gd name="T12" fmla="*/ 33 w 224"/>
                <a:gd name="T13" fmla="*/ 33 h 225"/>
                <a:gd name="T14" fmla="*/ 9 w 224"/>
                <a:gd name="T15" fmla="*/ 68 h 225"/>
                <a:gd name="T16" fmla="*/ 0 w 224"/>
                <a:gd name="T17" fmla="*/ 113 h 225"/>
                <a:gd name="T18" fmla="*/ 9 w 224"/>
                <a:gd name="T19" fmla="*/ 156 h 225"/>
                <a:gd name="T20" fmla="*/ 33 w 224"/>
                <a:gd name="T21" fmla="*/ 192 h 225"/>
                <a:gd name="T22" fmla="*/ 69 w 224"/>
                <a:gd name="T23" fmla="*/ 216 h 225"/>
                <a:gd name="T24" fmla="*/ 112 w 224"/>
                <a:gd name="T25" fmla="*/ 225 h 225"/>
                <a:gd name="T26" fmla="*/ 156 w 224"/>
                <a:gd name="T27" fmla="*/ 216 h 225"/>
                <a:gd name="T28" fmla="*/ 192 w 224"/>
                <a:gd name="T29" fmla="*/ 192 h 225"/>
                <a:gd name="T30" fmla="*/ 216 w 224"/>
                <a:gd name="T31" fmla="*/ 156 h 225"/>
                <a:gd name="T32" fmla="*/ 224 w 224"/>
                <a:gd name="T33" fmla="*/ 11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4" h="225">
                  <a:moveTo>
                    <a:pt x="224" y="113"/>
                  </a:moveTo>
                  <a:lnTo>
                    <a:pt x="216" y="68"/>
                  </a:lnTo>
                  <a:lnTo>
                    <a:pt x="192" y="33"/>
                  </a:lnTo>
                  <a:lnTo>
                    <a:pt x="156" y="9"/>
                  </a:lnTo>
                  <a:lnTo>
                    <a:pt x="112" y="0"/>
                  </a:lnTo>
                  <a:lnTo>
                    <a:pt x="69" y="9"/>
                  </a:lnTo>
                  <a:lnTo>
                    <a:pt x="33" y="33"/>
                  </a:lnTo>
                  <a:lnTo>
                    <a:pt x="9" y="68"/>
                  </a:lnTo>
                  <a:lnTo>
                    <a:pt x="0" y="113"/>
                  </a:lnTo>
                  <a:lnTo>
                    <a:pt x="9" y="156"/>
                  </a:lnTo>
                  <a:lnTo>
                    <a:pt x="33" y="192"/>
                  </a:lnTo>
                  <a:lnTo>
                    <a:pt x="69" y="216"/>
                  </a:lnTo>
                  <a:lnTo>
                    <a:pt x="112" y="225"/>
                  </a:lnTo>
                  <a:lnTo>
                    <a:pt x="156" y="216"/>
                  </a:lnTo>
                  <a:lnTo>
                    <a:pt x="192" y="192"/>
                  </a:lnTo>
                  <a:lnTo>
                    <a:pt x="216" y="156"/>
                  </a:lnTo>
                  <a:lnTo>
                    <a:pt x="224" y="113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2">
              <a:extLst>
                <a:ext uri="{FF2B5EF4-FFF2-40B4-BE49-F238E27FC236}">
                  <a16:creationId xmlns:a16="http://schemas.microsoft.com/office/drawing/2014/main" id="{98F3DBBD-8BE0-C1B6-AE45-17C9CE79BAA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38" y="1769"/>
              <a:ext cx="224" cy="225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3 w 402"/>
                <a:gd name="T11" fmla="*/ 386 h 402"/>
                <a:gd name="T12" fmla="*/ 59 w 402"/>
                <a:gd name="T13" fmla="*/ 343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3" y="386"/>
                  </a:lnTo>
                  <a:lnTo>
                    <a:pt x="59" y="343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3">
              <a:extLst>
                <a:ext uri="{FF2B5EF4-FFF2-40B4-BE49-F238E27FC236}">
                  <a16:creationId xmlns:a16="http://schemas.microsoft.com/office/drawing/2014/main" id="{9D180B77-ACEA-33E8-EA8C-1BEAB4FB286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38" y="1769"/>
              <a:ext cx="224" cy="225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3 w 402"/>
                <a:gd name="T11" fmla="*/ 386 h 402"/>
                <a:gd name="T12" fmla="*/ 59 w 402"/>
                <a:gd name="T13" fmla="*/ 343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3" y="386"/>
                  </a:lnTo>
                  <a:lnTo>
                    <a:pt x="59" y="343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952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64">
              <a:extLst>
                <a:ext uri="{FF2B5EF4-FFF2-40B4-BE49-F238E27FC236}">
                  <a16:creationId xmlns:a16="http://schemas.microsoft.com/office/drawing/2014/main" id="{9F732DE4-0C51-EC47-EF19-ED907255A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794"/>
              <a:ext cx="9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charset="0"/>
                </a:rPr>
                <a:t>q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65">
              <a:extLst>
                <a:ext uri="{FF2B5EF4-FFF2-40B4-BE49-F238E27FC236}">
                  <a16:creationId xmlns:a16="http://schemas.microsoft.com/office/drawing/2014/main" id="{FBEA0E3F-E8F3-58D8-686A-A868ACC71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1842"/>
              <a:ext cx="72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Line 66">
              <a:extLst>
                <a:ext uri="{FF2B5EF4-FFF2-40B4-BE49-F238E27FC236}">
                  <a16:creationId xmlns:a16="http://schemas.microsoft.com/office/drawing/2014/main" id="{13D9EF3D-50AB-49F3-59B7-87968674B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" y="1882"/>
              <a:ext cx="61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217F5E51-8E62-B9A3-7C27-B418EE35F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" y="1867"/>
              <a:ext cx="36" cy="29"/>
            </a:xfrm>
            <a:custGeom>
              <a:avLst/>
              <a:gdLst>
                <a:gd name="T0" fmla="*/ 36 w 36"/>
                <a:gd name="T1" fmla="*/ 15 h 29"/>
                <a:gd name="T2" fmla="*/ 0 w 36"/>
                <a:gd name="T3" fmla="*/ 0 h 29"/>
                <a:gd name="T4" fmla="*/ 10 w 36"/>
                <a:gd name="T5" fmla="*/ 15 h 29"/>
                <a:gd name="T6" fmla="*/ 0 w 36"/>
                <a:gd name="T7" fmla="*/ 29 h 29"/>
                <a:gd name="T8" fmla="*/ 36 w 36"/>
                <a:gd name="T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9">
                  <a:moveTo>
                    <a:pt x="36" y="15"/>
                  </a:moveTo>
                  <a:lnTo>
                    <a:pt x="0" y="0"/>
                  </a:lnTo>
                  <a:lnTo>
                    <a:pt x="10" y="15"/>
                  </a:lnTo>
                  <a:lnTo>
                    <a:pt x="0" y="29"/>
                  </a:lnTo>
                  <a:lnTo>
                    <a:pt x="36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4962F18C-2188-2883-BA8C-88134C32BF7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23" y="1867"/>
              <a:ext cx="36" cy="29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69">
                  <a:extLst>
                    <a:ext uri="{FF2B5EF4-FFF2-40B4-BE49-F238E27FC236}">
                      <a16:creationId xmlns:a16="http://schemas.microsoft.com/office/drawing/2014/main" id="{42DE0E0E-0861-D776-46AE-6ABCA73C0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5" y="1756"/>
                  <a:ext cx="104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3" name="Rectangle 69">
                  <a:extLst>
                    <a:ext uri="{FF2B5EF4-FFF2-40B4-BE49-F238E27FC236}">
                      <a16:creationId xmlns:a16="http://schemas.microsoft.com/office/drawing/2014/main" id="{42DE0E0E-0861-D776-46AE-6ABCA73C00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5" y="1756"/>
                  <a:ext cx="104" cy="136"/>
                </a:xfrm>
                <a:prstGeom prst="rect">
                  <a:avLst/>
                </a:prstGeom>
                <a:blipFill>
                  <a:blip r:embed="rId5"/>
                  <a:stretch>
                    <a:fillRect l="-22222" r="-18519" b="-555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8FABBFE0-A3AC-1269-2FC4-9828E5BB788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7" y="1633"/>
              <a:ext cx="82" cy="137"/>
            </a:xfrm>
            <a:custGeom>
              <a:avLst/>
              <a:gdLst>
                <a:gd name="T0" fmla="*/ 17 w 147"/>
                <a:gd name="T1" fmla="*/ 0 h 245"/>
                <a:gd name="T2" fmla="*/ 0 w 147"/>
                <a:gd name="T3" fmla="*/ 105 h 245"/>
                <a:gd name="T4" fmla="*/ 9 w 147"/>
                <a:gd name="T5" fmla="*/ 181 h 245"/>
                <a:gd name="T6" fmla="*/ 36 w 147"/>
                <a:gd name="T7" fmla="*/ 227 h 245"/>
                <a:gd name="T8" fmla="*/ 71 w 147"/>
                <a:gd name="T9" fmla="*/ 245 h 245"/>
                <a:gd name="T10" fmla="*/ 107 w 147"/>
                <a:gd name="T11" fmla="*/ 234 h 245"/>
                <a:gd name="T12" fmla="*/ 135 w 147"/>
                <a:gd name="T13" fmla="*/ 196 h 245"/>
                <a:gd name="T14" fmla="*/ 147 w 147"/>
                <a:gd name="T15" fmla="*/ 131 h 245"/>
                <a:gd name="T16" fmla="*/ 134 w 147"/>
                <a:gd name="T17" fmla="*/ 3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245">
                  <a:moveTo>
                    <a:pt x="17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6" y="227"/>
                  </a:lnTo>
                  <a:lnTo>
                    <a:pt x="71" y="245"/>
                  </a:lnTo>
                  <a:lnTo>
                    <a:pt x="107" y="234"/>
                  </a:lnTo>
                  <a:lnTo>
                    <a:pt x="135" y="196"/>
                  </a:lnTo>
                  <a:lnTo>
                    <a:pt x="147" y="131"/>
                  </a:lnTo>
                  <a:lnTo>
                    <a:pt x="134" y="38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1">
              <a:extLst>
                <a:ext uri="{FF2B5EF4-FFF2-40B4-BE49-F238E27FC236}">
                  <a16:creationId xmlns:a16="http://schemas.microsoft.com/office/drawing/2014/main" id="{54FD4695-B50A-C26A-944B-4152DA2E8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" y="1719"/>
              <a:ext cx="27" cy="38"/>
            </a:xfrm>
            <a:custGeom>
              <a:avLst/>
              <a:gdLst>
                <a:gd name="T0" fmla="*/ 4 w 27"/>
                <a:gd name="T1" fmla="*/ 38 h 38"/>
                <a:gd name="T2" fmla="*/ 27 w 27"/>
                <a:gd name="T3" fmla="*/ 8 h 38"/>
                <a:gd name="T4" fmla="*/ 11 w 27"/>
                <a:gd name="T5" fmla="*/ 14 h 38"/>
                <a:gd name="T6" fmla="*/ 0 w 27"/>
                <a:gd name="T7" fmla="*/ 0 h 38"/>
                <a:gd name="T8" fmla="*/ 4 w 27"/>
                <a:gd name="T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4" y="38"/>
                  </a:moveTo>
                  <a:lnTo>
                    <a:pt x="27" y="8"/>
                  </a:lnTo>
                  <a:lnTo>
                    <a:pt x="11" y="14"/>
                  </a:lnTo>
                  <a:lnTo>
                    <a:pt x="0" y="0"/>
                  </a:lnTo>
                  <a:lnTo>
                    <a:pt x="4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2">
              <a:extLst>
                <a:ext uri="{FF2B5EF4-FFF2-40B4-BE49-F238E27FC236}">
                  <a16:creationId xmlns:a16="http://schemas.microsoft.com/office/drawing/2014/main" id="{02C36220-33A8-22C5-7546-7736253C1E9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5" y="1719"/>
              <a:ext cx="27" cy="38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3">
                  <a:extLst>
                    <a:ext uri="{FF2B5EF4-FFF2-40B4-BE49-F238E27FC236}">
                      <a16:creationId xmlns:a16="http://schemas.microsoft.com/office/drawing/2014/main" id="{6729D522-8B7B-AB6B-75C1-15458B130A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3" y="1510"/>
                  <a:ext cx="104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Rectangle 73">
                  <a:extLst>
                    <a:ext uri="{FF2B5EF4-FFF2-40B4-BE49-F238E27FC236}">
                      <a16:creationId xmlns:a16="http://schemas.microsoft.com/office/drawing/2014/main" id="{6729D522-8B7B-AB6B-75C1-15458B130A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3" y="1510"/>
                  <a:ext cx="104" cy="136"/>
                </a:xfrm>
                <a:prstGeom prst="rect">
                  <a:avLst/>
                </a:prstGeom>
                <a:blipFill>
                  <a:blip r:embed="rId6"/>
                  <a:stretch>
                    <a:fillRect l="-22222" r="-14815" b="-555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Line 74">
              <a:extLst>
                <a:ext uri="{FF2B5EF4-FFF2-40B4-BE49-F238E27FC236}">
                  <a16:creationId xmlns:a16="http://schemas.microsoft.com/office/drawing/2014/main" id="{F5595DAE-2777-82BD-8F71-2C2086C238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1" y="1882"/>
              <a:ext cx="61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5">
              <a:extLst>
                <a:ext uri="{FF2B5EF4-FFF2-40B4-BE49-F238E27FC236}">
                  <a16:creationId xmlns:a16="http://schemas.microsoft.com/office/drawing/2014/main" id="{E27016A8-059B-1AAA-9CF5-9B533B916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1867"/>
              <a:ext cx="35" cy="29"/>
            </a:xfrm>
            <a:custGeom>
              <a:avLst/>
              <a:gdLst>
                <a:gd name="T0" fmla="*/ 35 w 35"/>
                <a:gd name="T1" fmla="*/ 15 h 29"/>
                <a:gd name="T2" fmla="*/ 0 w 35"/>
                <a:gd name="T3" fmla="*/ 0 h 29"/>
                <a:gd name="T4" fmla="*/ 10 w 35"/>
                <a:gd name="T5" fmla="*/ 15 h 29"/>
                <a:gd name="T6" fmla="*/ 0 w 35"/>
                <a:gd name="T7" fmla="*/ 29 h 29"/>
                <a:gd name="T8" fmla="*/ 35 w 35"/>
                <a:gd name="T9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9">
                  <a:moveTo>
                    <a:pt x="35" y="15"/>
                  </a:moveTo>
                  <a:lnTo>
                    <a:pt x="0" y="0"/>
                  </a:lnTo>
                  <a:lnTo>
                    <a:pt x="10" y="15"/>
                  </a:lnTo>
                  <a:lnTo>
                    <a:pt x="0" y="29"/>
                  </a:lnTo>
                  <a:lnTo>
                    <a:pt x="35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76">
              <a:extLst>
                <a:ext uri="{FF2B5EF4-FFF2-40B4-BE49-F238E27FC236}">
                  <a16:creationId xmlns:a16="http://schemas.microsoft.com/office/drawing/2014/main" id="{6C937D3B-F333-1285-2D58-3E0FDECE99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4" y="1867"/>
              <a:ext cx="35" cy="29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77">
                  <a:extLst>
                    <a:ext uri="{FF2B5EF4-FFF2-40B4-BE49-F238E27FC236}">
                      <a16:creationId xmlns:a16="http://schemas.microsoft.com/office/drawing/2014/main" id="{F25D6DFF-82FE-EF8E-6BCB-96A4EFB36B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2" y="1756"/>
                  <a:ext cx="109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1" name="Rectangle 77">
                  <a:extLst>
                    <a:ext uri="{FF2B5EF4-FFF2-40B4-BE49-F238E27FC236}">
                      <a16:creationId xmlns:a16="http://schemas.microsoft.com/office/drawing/2014/main" id="{F25D6DFF-82FE-EF8E-6BCB-96A4EFB36B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72" y="1756"/>
                  <a:ext cx="109" cy="136"/>
                </a:xfrm>
                <a:prstGeom prst="rect">
                  <a:avLst/>
                </a:prstGeom>
                <a:blipFill>
                  <a:blip r:embed="rId7"/>
                  <a:stretch>
                    <a:fillRect l="-20690" r="-13793" b="-555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F6980BE2-1C18-BE37-6A45-071A34415C5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10" y="1626"/>
              <a:ext cx="84" cy="141"/>
            </a:xfrm>
            <a:custGeom>
              <a:avLst/>
              <a:gdLst>
                <a:gd name="T0" fmla="*/ 18 w 151"/>
                <a:gd name="T1" fmla="*/ 0 h 253"/>
                <a:gd name="T2" fmla="*/ 0 w 151"/>
                <a:gd name="T3" fmla="*/ 109 h 253"/>
                <a:gd name="T4" fmla="*/ 10 w 151"/>
                <a:gd name="T5" fmla="*/ 187 h 253"/>
                <a:gd name="T6" fmla="*/ 37 w 151"/>
                <a:gd name="T7" fmla="*/ 234 h 253"/>
                <a:gd name="T8" fmla="*/ 74 w 151"/>
                <a:gd name="T9" fmla="*/ 253 h 253"/>
                <a:gd name="T10" fmla="*/ 110 w 151"/>
                <a:gd name="T11" fmla="*/ 242 h 253"/>
                <a:gd name="T12" fmla="*/ 139 w 151"/>
                <a:gd name="T13" fmla="*/ 202 h 253"/>
                <a:gd name="T14" fmla="*/ 151 w 151"/>
                <a:gd name="T15" fmla="*/ 134 h 253"/>
                <a:gd name="T16" fmla="*/ 137 w 151"/>
                <a:gd name="T17" fmla="*/ 3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53">
                  <a:moveTo>
                    <a:pt x="18" y="0"/>
                  </a:moveTo>
                  <a:lnTo>
                    <a:pt x="0" y="109"/>
                  </a:lnTo>
                  <a:lnTo>
                    <a:pt x="10" y="187"/>
                  </a:lnTo>
                  <a:lnTo>
                    <a:pt x="37" y="234"/>
                  </a:lnTo>
                  <a:lnTo>
                    <a:pt x="74" y="253"/>
                  </a:lnTo>
                  <a:lnTo>
                    <a:pt x="110" y="242"/>
                  </a:lnTo>
                  <a:lnTo>
                    <a:pt x="139" y="202"/>
                  </a:lnTo>
                  <a:lnTo>
                    <a:pt x="151" y="134"/>
                  </a:lnTo>
                  <a:lnTo>
                    <a:pt x="137" y="39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9">
              <a:extLst>
                <a:ext uri="{FF2B5EF4-FFF2-40B4-BE49-F238E27FC236}">
                  <a16:creationId xmlns:a16="http://schemas.microsoft.com/office/drawing/2014/main" id="{CE4E67CF-9FCA-C4D4-67A5-BCFA48808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0" y="1716"/>
              <a:ext cx="28" cy="39"/>
            </a:xfrm>
            <a:custGeom>
              <a:avLst/>
              <a:gdLst>
                <a:gd name="T0" fmla="*/ 4 w 28"/>
                <a:gd name="T1" fmla="*/ 39 h 39"/>
                <a:gd name="T2" fmla="*/ 28 w 28"/>
                <a:gd name="T3" fmla="*/ 8 h 39"/>
                <a:gd name="T4" fmla="*/ 11 w 28"/>
                <a:gd name="T5" fmla="*/ 13 h 39"/>
                <a:gd name="T6" fmla="*/ 0 w 28"/>
                <a:gd name="T7" fmla="*/ 0 h 39"/>
                <a:gd name="T8" fmla="*/ 4 w 28"/>
                <a:gd name="T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4" y="39"/>
                  </a:moveTo>
                  <a:lnTo>
                    <a:pt x="28" y="8"/>
                  </a:lnTo>
                  <a:lnTo>
                    <a:pt x="11" y="13"/>
                  </a:lnTo>
                  <a:lnTo>
                    <a:pt x="0" y="0"/>
                  </a:lnTo>
                  <a:lnTo>
                    <a:pt x="4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80">
              <a:extLst>
                <a:ext uri="{FF2B5EF4-FFF2-40B4-BE49-F238E27FC236}">
                  <a16:creationId xmlns:a16="http://schemas.microsoft.com/office/drawing/2014/main" id="{08FEA7ED-2B97-ABF1-7224-E0F24CD4183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80" y="1716"/>
              <a:ext cx="28" cy="39"/>
            </a:xfrm>
            <a:custGeom>
              <a:avLst/>
              <a:gdLst>
                <a:gd name="T0" fmla="*/ 8 w 50"/>
                <a:gd name="T1" fmla="*/ 0 h 69"/>
                <a:gd name="T2" fmla="*/ 50 w 50"/>
                <a:gd name="T3" fmla="*/ 55 h 69"/>
                <a:gd name="T4" fmla="*/ 20 w 50"/>
                <a:gd name="T5" fmla="*/ 45 h 69"/>
                <a:gd name="T6" fmla="*/ 0 w 50"/>
                <a:gd name="T7" fmla="*/ 69 h 69"/>
                <a:gd name="T8" fmla="*/ 8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8" y="0"/>
                  </a:moveTo>
                  <a:lnTo>
                    <a:pt x="50" y="55"/>
                  </a:lnTo>
                  <a:lnTo>
                    <a:pt x="20" y="45"/>
                  </a:lnTo>
                  <a:lnTo>
                    <a:pt x="0" y="69"/>
                  </a:lnTo>
                  <a:lnTo>
                    <a:pt x="8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1">
                  <a:extLst>
                    <a:ext uri="{FF2B5EF4-FFF2-40B4-BE49-F238E27FC236}">
                      <a16:creationId xmlns:a16="http://schemas.microsoft.com/office/drawing/2014/main" id="{1250D733-5CF3-4DB7-1331-8D748C02C0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6" y="1503"/>
                  <a:ext cx="109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5" name="Rectangle 81">
                  <a:extLst>
                    <a:ext uri="{FF2B5EF4-FFF2-40B4-BE49-F238E27FC236}">
                      <a16:creationId xmlns:a16="http://schemas.microsoft.com/office/drawing/2014/main" id="{1250D733-5CF3-4DB7-1331-8D748C02C0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6" y="1503"/>
                  <a:ext cx="109" cy="136"/>
                </a:xfrm>
                <a:prstGeom prst="rect">
                  <a:avLst/>
                </a:prstGeom>
                <a:blipFill>
                  <a:blip r:embed="rId8"/>
                  <a:stretch>
                    <a:fillRect l="-20690" r="-13793" b="-555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Freeform 82">
              <a:extLst>
                <a:ext uri="{FF2B5EF4-FFF2-40B4-BE49-F238E27FC236}">
                  <a16:creationId xmlns:a16="http://schemas.microsoft.com/office/drawing/2014/main" id="{42A3A283-9A38-6D60-97A9-FADC74BB8FF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1" y="1958"/>
              <a:ext cx="1529" cy="293"/>
            </a:xfrm>
            <a:custGeom>
              <a:avLst/>
              <a:gdLst>
                <a:gd name="T0" fmla="*/ 2744 w 2744"/>
                <a:gd name="T1" fmla="*/ 523 h 523"/>
                <a:gd name="T2" fmla="*/ 2420 w 2744"/>
                <a:gd name="T3" fmla="*/ 295 h 523"/>
                <a:gd name="T4" fmla="*/ 2077 w 2744"/>
                <a:gd name="T5" fmla="*/ 132 h 523"/>
                <a:gd name="T6" fmla="*/ 1721 w 2744"/>
                <a:gd name="T7" fmla="*/ 34 h 523"/>
                <a:gd name="T8" fmla="*/ 1360 w 2744"/>
                <a:gd name="T9" fmla="*/ 0 h 523"/>
                <a:gd name="T10" fmla="*/ 1000 w 2744"/>
                <a:gd name="T11" fmla="*/ 30 h 523"/>
                <a:gd name="T12" fmla="*/ 649 w 2744"/>
                <a:gd name="T13" fmla="*/ 124 h 523"/>
                <a:gd name="T14" fmla="*/ 313 w 2744"/>
                <a:gd name="T15" fmla="*/ 281 h 523"/>
                <a:gd name="T16" fmla="*/ 0 w 2744"/>
                <a:gd name="T17" fmla="*/ 501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4" h="523">
                  <a:moveTo>
                    <a:pt x="2744" y="523"/>
                  </a:moveTo>
                  <a:lnTo>
                    <a:pt x="2420" y="295"/>
                  </a:lnTo>
                  <a:lnTo>
                    <a:pt x="2077" y="132"/>
                  </a:lnTo>
                  <a:lnTo>
                    <a:pt x="1721" y="34"/>
                  </a:lnTo>
                  <a:lnTo>
                    <a:pt x="1360" y="0"/>
                  </a:lnTo>
                  <a:lnTo>
                    <a:pt x="1000" y="30"/>
                  </a:lnTo>
                  <a:lnTo>
                    <a:pt x="649" y="124"/>
                  </a:lnTo>
                  <a:lnTo>
                    <a:pt x="313" y="281"/>
                  </a:lnTo>
                  <a:lnTo>
                    <a:pt x="0" y="50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3">
              <a:extLst>
                <a:ext uri="{FF2B5EF4-FFF2-40B4-BE49-F238E27FC236}">
                  <a16:creationId xmlns:a16="http://schemas.microsoft.com/office/drawing/2014/main" id="{53D68E6A-7F98-8DBF-18DC-DB851D86C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1965"/>
              <a:ext cx="37" cy="34"/>
            </a:xfrm>
            <a:custGeom>
              <a:avLst/>
              <a:gdLst>
                <a:gd name="T0" fmla="*/ 0 w 37"/>
                <a:gd name="T1" fmla="*/ 0 h 34"/>
                <a:gd name="T2" fmla="*/ 18 w 37"/>
                <a:gd name="T3" fmla="*/ 34 h 34"/>
                <a:gd name="T4" fmla="*/ 20 w 37"/>
                <a:gd name="T5" fmla="*/ 16 h 34"/>
                <a:gd name="T6" fmla="*/ 37 w 37"/>
                <a:gd name="T7" fmla="*/ 11 h 34"/>
                <a:gd name="T8" fmla="*/ 0 w 37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34">
                  <a:moveTo>
                    <a:pt x="0" y="0"/>
                  </a:moveTo>
                  <a:lnTo>
                    <a:pt x="18" y="34"/>
                  </a:lnTo>
                  <a:lnTo>
                    <a:pt x="20" y="16"/>
                  </a:lnTo>
                  <a:lnTo>
                    <a:pt x="37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4">
              <a:extLst>
                <a:ext uri="{FF2B5EF4-FFF2-40B4-BE49-F238E27FC236}">
                  <a16:creationId xmlns:a16="http://schemas.microsoft.com/office/drawing/2014/main" id="{BFBD5FAA-6519-C26C-C59B-463CC304933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4" y="1965"/>
              <a:ext cx="37" cy="34"/>
            </a:xfrm>
            <a:custGeom>
              <a:avLst/>
              <a:gdLst>
                <a:gd name="T0" fmla="*/ 0 w 66"/>
                <a:gd name="T1" fmla="*/ 61 h 61"/>
                <a:gd name="T2" fmla="*/ 32 w 66"/>
                <a:gd name="T3" fmla="*/ 0 h 61"/>
                <a:gd name="T4" fmla="*/ 35 w 66"/>
                <a:gd name="T5" fmla="*/ 32 h 61"/>
                <a:gd name="T6" fmla="*/ 66 w 66"/>
                <a:gd name="T7" fmla="*/ 40 h 61"/>
                <a:gd name="T8" fmla="*/ 0 w 66"/>
                <a:gd name="T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61">
                  <a:moveTo>
                    <a:pt x="0" y="61"/>
                  </a:moveTo>
                  <a:lnTo>
                    <a:pt x="32" y="0"/>
                  </a:lnTo>
                  <a:lnTo>
                    <a:pt x="35" y="32"/>
                  </a:lnTo>
                  <a:lnTo>
                    <a:pt x="66" y="40"/>
                  </a:lnTo>
                  <a:lnTo>
                    <a:pt x="0" y="6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5">
                  <a:extLst>
                    <a:ext uri="{FF2B5EF4-FFF2-40B4-BE49-F238E27FC236}">
                      <a16:creationId xmlns:a16="http://schemas.microsoft.com/office/drawing/2014/main" id="{9AEE588D-340A-F6C1-F4E4-BEC0B5502E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2" y="2249"/>
                  <a:ext cx="109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4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9" name="Rectangle 85">
                  <a:extLst>
                    <a:ext uri="{FF2B5EF4-FFF2-40B4-BE49-F238E27FC236}">
                      <a16:creationId xmlns:a16="http://schemas.microsoft.com/office/drawing/2014/main" id="{9AEE588D-340A-F6C1-F4E4-BEC0B5502E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2" y="2249"/>
                  <a:ext cx="109" cy="136"/>
                </a:xfrm>
                <a:prstGeom prst="rect">
                  <a:avLst/>
                </a:prstGeom>
                <a:blipFill>
                  <a:blip r:embed="rId8"/>
                  <a:stretch>
                    <a:fillRect l="-20690" r="-13793" b="-8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AutoShape 4" descr="Image of ">
            <a:extLst>
              <a:ext uri="{FF2B5EF4-FFF2-40B4-BE49-F238E27FC236}">
                <a16:creationId xmlns:a16="http://schemas.microsoft.com/office/drawing/2014/main" id="{7D0D3998-D902-6DC7-7F42-31E95CA5B3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Generated image">
            <a:extLst>
              <a:ext uri="{FF2B5EF4-FFF2-40B4-BE49-F238E27FC236}">
                <a16:creationId xmlns:a16="http://schemas.microsoft.com/office/drawing/2014/main" id="{D76F6BED-5376-C259-47DE-7792218D0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464" b="98242" l="9961" r="89844">
                        <a14:foregroundMark x1="19727" y1="20443" x2="68848" y2="14844"/>
                        <a14:foregroundMark x1="49707" y1="8464" x2="77246" y2="20052"/>
                        <a14:foregroundMark x1="77246" y1="20052" x2="77246" y2="20052"/>
                        <a14:foregroundMark x1="16211" y1="96289" x2="23828" y2="75846"/>
                        <a14:foregroundMark x1="23828" y1="75846" x2="52930" y2="89974"/>
                        <a14:foregroundMark x1="52930" y1="89974" x2="72461" y2="90690"/>
                        <a14:foregroundMark x1="13770" y1="97461" x2="51367" y2="98242"/>
                        <a14:foregroundMark x1="51367" y1="98242" x2="61035" y2="93880"/>
                        <a14:foregroundMark x1="37695" y1="75911" x2="39551" y2="66732"/>
                        <a14:foregroundMark x1="48535" y1="50781" x2="42480" y2="47982"/>
                        <a14:foregroundMark x1="60449" y1="51563" x2="58105" y2="45182"/>
                        <a14:foregroundMark x1="68262" y1="72331" x2="74219" y2="79102"/>
                        <a14:foregroundMark x1="51465" y1="71159" x2="58105" y2="667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17" y="3980758"/>
            <a:ext cx="1848446" cy="277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0E9141-8ADD-95DA-1572-15493BFCEE22}"/>
              </a:ext>
            </a:extLst>
          </p:cNvPr>
          <p:cNvSpPr txBox="1"/>
          <p:nvPr/>
        </p:nvSpPr>
        <p:spPr>
          <a:xfrm>
            <a:off x="729695" y="4208970"/>
            <a:ext cx="1200737" cy="389513"/>
          </a:xfrm>
          <a:prstGeom prst="flowChartTerminator">
            <a:avLst/>
          </a:prstGeom>
          <a:solidFill>
            <a:srgbClr val="F1DEC8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מה ההבדל?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0416"/>
            <a:ext cx="8316468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שפה של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499" y="6858000"/>
            <a:ext cx="2649855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2000" y="1447800"/>
                <a:ext cx="815340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האוטומט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על מילה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447800"/>
                <a:ext cx="8153400" cy="1015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2000" y="2795823"/>
                <a:ext cx="8153400" cy="69076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מְקַבֶּלֶת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∃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.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func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795823"/>
                <a:ext cx="8153400" cy="6907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artoon character with arms and legs and arms and eyes&#10;&#10;Description automatically generated">
            <a:extLst>
              <a:ext uri="{FF2B5EF4-FFF2-40B4-BE49-F238E27FC236}">
                <a16:creationId xmlns:a16="http://schemas.microsoft.com/office/drawing/2014/main" id="{8BCB2BD9-77F2-89CC-F5B8-8C5DB78D37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55929"/>
            <a:ext cx="1513249" cy="151324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C389F19-8E43-0019-48A9-A00518AA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52" name="Firefly A robot traversing the states of a NFA (Nondeterministic Finite Automaton) visiting an accep">
            <a:hlinkClick r:id="" action="ppaction://media"/>
            <a:extLst>
              <a:ext uri="{FF2B5EF4-FFF2-40B4-BE49-F238E27FC236}">
                <a16:creationId xmlns:a16="http://schemas.microsoft.com/office/drawing/2014/main" id="{84CF3989-2291-F01E-FA93-31301357BF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117396" y="3741619"/>
            <a:ext cx="5086846" cy="2861351"/>
          </a:xfrm>
          <a:prstGeom prst="rect">
            <a:avLst/>
          </a:prstGeom>
        </p:spPr>
      </p:pic>
      <p:pic>
        <p:nvPicPr>
          <p:cNvPr id="4" name="Firefly Loop animation of a  robot traversing the states of a NFA (Nondeterministic Finite Automaton">
            <a:hlinkClick r:id="" action="ppaction://media"/>
            <a:extLst>
              <a:ext uri="{FF2B5EF4-FFF2-40B4-BE49-F238E27FC236}">
                <a16:creationId xmlns:a16="http://schemas.microsoft.com/office/drawing/2014/main" id="{5605C82A-9EB7-6801-0A06-CA4AA54D56D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443370" y="3741619"/>
            <a:ext cx="3336265" cy="18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1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2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50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remove" display="0">
                  <p:stCondLst>
                    <p:cond delay="indefinite"/>
                  </p:stCondLst>
                </p:cTn>
                <p:tgtEl>
                  <p:spTgt spid="52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video>
              <p:cMediaNode vol="80000">
                <p:cTn id="16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3AD4-2CB9-B60A-A4B4-D20AD6BF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3592-4D0A-B922-DE03-F6A209FD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0416"/>
            <a:ext cx="8316468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שפה של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2B1C4-1C1B-BDB9-F3C8-16230111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67499" y="6858000"/>
            <a:ext cx="2649855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74A2A1-5EC6-1358-13C6-47560E9D40F6}"/>
                  </a:ext>
                </a:extLst>
              </p:cNvPr>
              <p:cNvSpPr txBox="1"/>
              <p:nvPr/>
            </p:nvSpPr>
            <p:spPr>
              <a:xfrm>
                <a:off x="762000" y="1447800"/>
                <a:ext cx="815340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האוטומט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על מילה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74A2A1-5EC6-1358-13C6-47560E9D4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447800"/>
                <a:ext cx="8153400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51F555-AC40-9968-CB16-ADE9200D82C2}"/>
                  </a:ext>
                </a:extLst>
              </p:cNvPr>
              <p:cNvSpPr txBox="1"/>
              <p:nvPr/>
            </p:nvSpPr>
            <p:spPr>
              <a:xfrm>
                <a:off x="762000" y="2795823"/>
                <a:ext cx="8153400" cy="69076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מְקַבֶּלֶת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∃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.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func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51F555-AC40-9968-CB16-ADE9200D8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795823"/>
                <a:ext cx="8153400" cy="690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196AE6-A83B-F5B4-8A12-8C2748B654A6}"/>
                  </a:ext>
                </a:extLst>
              </p:cNvPr>
              <p:cNvSpPr txBox="1"/>
              <p:nvPr/>
            </p:nvSpPr>
            <p:spPr>
              <a:xfrm>
                <a:off x="762000" y="3683912"/>
                <a:ext cx="8153400" cy="55399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מילה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מִתְקַבֶּלֶת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אם יש ריצה מקבלת עליה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196AE6-A83B-F5B4-8A12-8C2748B65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683912"/>
                <a:ext cx="81534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EDCCA1-BCA7-FAFD-710A-D43254F5AC80}"/>
                  </a:ext>
                </a:extLst>
              </p:cNvPr>
              <p:cNvSpPr txBox="1"/>
              <p:nvPr/>
            </p:nvSpPr>
            <p:spPr>
              <a:xfrm>
                <a:off x="762000" y="4572000"/>
                <a:ext cx="8153400" cy="10970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שפת האומגה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של האוטומט היא הקבוצה: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0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: </m:t>
                          </m:r>
                          <m:r>
                            <m:rPr>
                              <m:nor/>
                            </m:rPr>
                            <a:rPr lang="he-IL" sz="20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ה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אוטומט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ידי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על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מתקבלת</m:t>
                          </m:r>
                          <m:r>
                            <a:rPr lang="he-IL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2EDCCA1-BCA7-FAFD-710A-D43254F5A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572000"/>
                <a:ext cx="8153400" cy="10970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Julius Richard Büchi">
            <a:extLst>
              <a:ext uri="{FF2B5EF4-FFF2-40B4-BE49-F238E27FC236}">
                <a16:creationId xmlns:a16="http://schemas.microsoft.com/office/drawing/2014/main" id="{8759C65B-4489-8A7F-017F-654337544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029200"/>
            <a:ext cx="1259524" cy="117712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C1B22E6-AB25-CD13-1327-C92C791117B2}"/>
              </a:ext>
            </a:extLst>
          </p:cNvPr>
          <p:cNvSpPr/>
          <p:nvPr/>
        </p:nvSpPr>
        <p:spPr>
          <a:xfrm>
            <a:off x="-76200" y="6206326"/>
            <a:ext cx="21014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Julius Richard </a:t>
            </a:r>
            <a:r>
              <a:rPr lang="en-US" sz="1400" dirty="0" err="1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 (1924–1984) </a:t>
            </a:r>
            <a:endParaRPr lang="he-IL" sz="1400" dirty="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6" name="Picture 5" descr="Cartoon character with arms and legs and arms and eyes&#10;&#10;Description automatically generated">
            <a:extLst>
              <a:ext uri="{FF2B5EF4-FFF2-40B4-BE49-F238E27FC236}">
                <a16:creationId xmlns:a16="http://schemas.microsoft.com/office/drawing/2014/main" id="{8803C171-DC2C-97AC-3B3B-AD3362674D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55929"/>
            <a:ext cx="1513249" cy="151324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AC0EE5-843D-A444-4960-AF35C284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06015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-𝜔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Arial Rounded MT Bold" panose="020F0704030504030204" pitchFamily="34" charset="0"/>
              </a:rPr>
              <a:pPr/>
              <a:t>21 מאי 25</a:t>
            </a:fld>
            <a:endParaRPr lang="he-IL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828800" y="2133600"/>
                <a:ext cx="5486400" cy="10668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אם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שפה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מעל האלפבית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2</m:t>
                    </m:r>
                    <m:r>
                      <a:rPr lang="en-US" sz="2400" i="1" baseline="30000" dirty="0" smtClean="0">
                        <a:latin typeface="Cambria Math"/>
                      </a:rPr>
                      <m:t>𝐴𝑃</m:t>
                    </m:r>
                  </m:oMath>
                </a14:m>
                <a:endParaRPr lang="he-IL" sz="2400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828800" y="2133600"/>
                <a:ext cx="5486400" cy="1066800"/>
              </a:xfr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/>
              <p:cNvSpPr txBox="1">
                <a:spLocks/>
              </p:cNvSpPr>
              <p:nvPr/>
            </p:nvSpPr>
            <p:spPr>
              <a:xfrm>
                <a:off x="1295400" y="4114800"/>
                <a:ext cx="6553200" cy="140487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>
                <a:normAutofit/>
              </a:bodyPr>
              <a:lstStyle/>
              <a:p>
                <a:pPr marL="274320" marR="0" lvl="0" indent="-274320" algn="ctr" defTabSz="914400" rtl="1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chemeClr val="accent1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he-IL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𝑃</m:t>
                    </m:r>
                  </m:oMath>
                </a14:m>
                <a:r>
                  <a:rPr kumimoji="0" lang="he-IL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kumimoji="0" lang="he-IL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אם ורק אם</a:t>
                </a:r>
              </a:p>
              <a:p>
                <a:pPr marL="274320" lvl="0" indent="-274320" algn="ctr">
                  <a:spcBef>
                    <a:spcPts val="580"/>
                  </a:spcBef>
                  <a:buClr>
                    <a:schemeClr val="accent1"/>
                  </a:buClr>
                  <a:buSzPct val="85000"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𝑃</m:t>
                    </m:r>
                  </m:oMath>
                </a14:m>
                <a:r>
                  <a:rPr kumimoji="0" lang="he-IL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היא השפה המתקבלת ע"י אוטומט </a:t>
                </a: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400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en-US" sz="2400" b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400" b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4320" lvl="0" indent="-274320" algn="ctr">
                  <a:spcBef>
                    <a:spcPts val="580"/>
                  </a:spcBef>
                  <a:buClr>
                    <a:schemeClr val="accent1"/>
                  </a:buClr>
                  <a:buSzPct val="85000"/>
                </a:pPr>
                <a:r>
                  <a:rPr kumimoji="0" lang="he-IL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מעל האלפבית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2</m:t>
                    </m:r>
                    <m:r>
                      <a:rPr kumimoji="0" lang="en-US" sz="2400" b="0" i="1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𝐴𝑃</m:t>
                    </m:r>
                  </m:oMath>
                </a14:m>
                <a:endParaRPr kumimoji="0" lang="he-IL" sz="2400" b="0" i="0" u="none" strike="noStrike" kern="1200" cap="none" spc="0" normalizeH="0" baseline="30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114800"/>
                <a:ext cx="6553200" cy="1404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-Down Arrow 7"/>
          <p:cNvSpPr/>
          <p:nvPr/>
        </p:nvSpPr>
        <p:spPr>
          <a:xfrm>
            <a:off x="4648200" y="3429000"/>
            <a:ext cx="228600" cy="457200"/>
          </a:xfrm>
          <a:prstGeom prst="up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55" y="3395990"/>
            <a:ext cx="3292889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נוכיח בהמשך</a:t>
            </a:r>
            <a:r>
              <a:rPr lang="en-US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המצגת</a:t>
            </a:r>
          </a:p>
        </p:txBody>
      </p:sp>
      <p:cxnSp>
        <p:nvCxnSpPr>
          <p:cNvPr id="10" name="Straight Arrow Connector 9"/>
          <p:cNvCxnSpPr>
            <a:stCxn id="7" idx="3"/>
          </p:cNvCxnSpPr>
          <p:nvPr/>
        </p:nvCxnSpPr>
        <p:spPr>
          <a:xfrm flipV="1">
            <a:off x="3780544" y="3652644"/>
            <a:ext cx="791456" cy="495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B1DE738-AF82-B8F2-A6B8-7753B13A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137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ייצוג תכונה באמצעות אוטומט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8600" y="4038600"/>
                <a:ext cx="8763000" cy="216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האוטומט במצב מקבל בכל פעם שנקראת אות המקיימת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𝑔𝑟𝑒𝑒𝑛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לכן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המילים המקבלות הן המכילות אינסוף אותיות המקיימות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𝑔𝑟𝑒𝑒𝑛</m:t>
                    </m:r>
                  </m:oMath>
                </a14:m>
                <a:endParaRPr lang="en-US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en-US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Aft>
                    <a:spcPts val="18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    מילה מתקבלת: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F9D25"/>
                            </a:solidFill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1F9D25"/>
                            </a:solidFill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1F9D25"/>
                            </a:solidFill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𝑟𝑒𝑑</m:t>
                        </m:r>
                      </m:e>
                    </m:d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מילה שאינה מתקבלת: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1F9D25"/>
                                </a:solidFill>
                                <a:latin typeface="Cambria Math" panose="02040503050406030204" pitchFamily="18" charset="0"/>
                              </a:rPr>
                              <m:t>𝑔𝑟𝑒𝑒𝑛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𝑟𝑒𝑑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038600"/>
                <a:ext cx="8763000" cy="2169825"/>
              </a:xfrm>
              <a:prstGeom prst="rect">
                <a:avLst/>
              </a:prstGeom>
              <a:blipFill>
                <a:blip r:embed="rId2"/>
                <a:stretch>
                  <a:fillRect t="-1690" b="-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14675" y="1371600"/>
            <a:ext cx="3371850" cy="17538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-4724400" y="-2316341"/>
            <a:ext cx="39624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digraph FSA {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fillcolor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="#FFFFFF";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rankdir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="LR";</a:t>
            </a:r>
          </a:p>
          <a:p>
            <a:pPr algn="l" rtl="0"/>
            <a:endParaRPr lang="en-US" sz="8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style="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setlinewidth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(0)";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node [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fillcolor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="#ffff78",fixedsize="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true",height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=0.5,shape="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circle",style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filled",width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=0.5];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edge [arrowhead="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vee",color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="#000000",style="solid"];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// Dummy nodes for the initial indicators.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{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  initial0 [label="",shape="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none",style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="solid"];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}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// Initial states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initial0 -&gt; 0;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// States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0 [];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1 [shape="</a:t>
            </a:r>
            <a:r>
              <a:rPr lang="en-US" sz="800" dirty="0" err="1">
                <a:latin typeface="Gisha" panose="020B0502040204020203" pitchFamily="34" charset="-79"/>
                <a:cs typeface="Gisha" panose="020B0502040204020203" pitchFamily="34" charset="-79"/>
              </a:rPr>
              <a:t>doublecircle</a:t>
            </a:r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"];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// Transitions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0 -&gt; 0 [label=&lt;¬&lt;I&gt;green&lt;/I&gt;&gt;];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0 -&gt; 1 [label=&lt;&lt;I&gt;green&lt;/I&gt;&gt;];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1 -&gt; 0 [label=&lt;¬&lt;I&gt;green&lt;/I&gt;&gt;];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  1 -&gt; 1 [label=&lt;&lt;I&gt;green&lt;/I&gt;&gt;];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}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  </a:t>
            </a:r>
          </a:p>
          <a:p>
            <a:pPr algn="l" rtl="0"/>
            <a:r>
              <a:rPr lang="en-US" sz="800" dirty="0">
                <a:latin typeface="Gisha" panose="020B0502040204020203" pitchFamily="34" charset="-79"/>
                <a:cs typeface="Gisha" panose="020B0502040204020203" pitchFamily="34" charset="-79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70615" y="3430215"/>
                <a:ext cx="37587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rgbClr val="003399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400" i="0" dirty="0" smtClean="0">
                          <a:solidFill>
                            <a:srgbClr val="003399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lways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3399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𝑔𝑟𝑒𝑒𝑛</m:t>
                          </m:r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615" y="3430215"/>
                <a:ext cx="3758785" cy="461665"/>
              </a:xfrm>
              <a:prstGeom prst="rect">
                <a:avLst/>
              </a:prstGeom>
              <a:blipFill>
                <a:blip r:embed="rId4"/>
                <a:stretch>
                  <a:fillRect b="-2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9347"/>
            <a:ext cx="8534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בקשה ותגובה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613347"/>
                <a:ext cx="8534400" cy="4572000"/>
              </a:xfrm>
              <a:ln>
                <a:noFill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 מהצורה:</a:t>
                </a:r>
              </a:p>
              <a:p>
                <a:pPr marL="320040" lvl="1" indent="0"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לאחר כל פעם שמתקיים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𝑟𝑒𝑞</m:t>
                    </m:r>
                  </m:oMath>
                </a14:m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בסופו של דבר, גם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𝑟𝑒𝑠𝑝</m:t>
                    </m:r>
                  </m:oMath>
                </a14:m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יתקיים</a:t>
                </a:r>
                <a:endParaRPr lang="en-US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613347"/>
                <a:ext cx="8534400" cy="4572000"/>
              </a:xfrm>
              <a:blipFill>
                <a:blip r:embed="rId2"/>
                <a:stretch>
                  <a:fillRect t="-1467" r="-786"/>
                </a:stretch>
              </a:blipFill>
              <a:ln>
                <a:noFill/>
                <a:tailEnd type="arrow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1295400" y="3063817"/>
            <a:ext cx="6084751" cy="1856840"/>
            <a:chOff x="3806914" y="4007173"/>
            <a:chExt cx="3942231" cy="1350427"/>
          </a:xfrm>
        </p:grpSpPr>
        <p:sp>
          <p:nvSpPr>
            <p:cNvPr id="11" name="Oval 10"/>
            <p:cNvSpPr/>
            <p:nvPr/>
          </p:nvSpPr>
          <p:spPr>
            <a:xfrm>
              <a:off x="4581658" y="4454683"/>
              <a:ext cx="363692" cy="363692"/>
            </a:xfrm>
            <a:prstGeom prst="ellipse">
              <a:avLst/>
            </a:prstGeom>
            <a:solidFill>
              <a:srgbClr val="FFFF99"/>
            </a:solidFill>
            <a:ln w="57150" cap="sq" cmpd="dbl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Oval 11"/>
            <p:cNvSpPr/>
            <p:nvPr/>
          </p:nvSpPr>
          <p:spPr>
            <a:xfrm>
              <a:off x="6943856" y="4454683"/>
              <a:ext cx="363692" cy="363692"/>
            </a:xfrm>
            <a:prstGeom prst="ellipse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13" name="Straight Arrow Connector 12"/>
            <p:cNvCxnSpPr>
              <a:endCxn id="11" idx="0"/>
            </p:cNvCxnSpPr>
            <p:nvPr/>
          </p:nvCxnSpPr>
          <p:spPr>
            <a:xfrm>
              <a:off x="4763504" y="4283207"/>
              <a:ext cx="1" cy="17147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bow Connector 14"/>
            <p:cNvCxnSpPr>
              <a:stCxn id="12" idx="6"/>
              <a:endCxn id="12" idx="4"/>
            </p:cNvCxnSpPr>
            <p:nvPr/>
          </p:nvCxnSpPr>
          <p:spPr>
            <a:xfrm flipH="1">
              <a:off x="7125703" y="4636529"/>
              <a:ext cx="181846" cy="181846"/>
            </a:xfrm>
            <a:prstGeom prst="curvedConnector4">
              <a:avLst>
                <a:gd name="adj1" fmla="val -81447"/>
                <a:gd name="adj2" fmla="val 191426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11" idx="2"/>
              <a:endCxn id="11" idx="4"/>
            </p:cNvCxnSpPr>
            <p:nvPr/>
          </p:nvCxnSpPr>
          <p:spPr>
            <a:xfrm rot="10800000" flipH="1" flipV="1">
              <a:off x="4581658" y="4636529"/>
              <a:ext cx="181846" cy="181846"/>
            </a:xfrm>
            <a:prstGeom prst="curvedConnector4">
              <a:avLst>
                <a:gd name="adj1" fmla="val -81446"/>
                <a:gd name="adj2" fmla="val 191426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06914" y="4988268"/>
                  <a:ext cx="1476877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¬</m:t>
                        </m:r>
                        <m:r>
                          <a:rPr lang="en-US" b="0" i="1" smtClean="0">
                            <a:latin typeface="Cambria Math"/>
                          </a:rPr>
                          <m:t>𝑟𝑒𝑞</m:t>
                        </m:r>
                        <m:r>
                          <a:rPr lang="en-US" b="0" i="1" smtClean="0">
                            <a:latin typeface="Cambria Math"/>
                          </a:rPr>
                          <m:t>∨</m:t>
                        </m:r>
                        <m:r>
                          <a:rPr lang="en-US" b="0" i="1" smtClean="0">
                            <a:latin typeface="Cambria Math"/>
                          </a:rPr>
                          <m:t>𝑟𝑒𝑠𝑝</m:t>
                        </m:r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6914" y="4988268"/>
                  <a:ext cx="147687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499256" y="4007173"/>
                  <a:ext cx="956851" cy="26860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𝑟𝑒𝑞</m:t>
                        </m:r>
                        <m:r>
                          <a:rPr lang="en-US" b="0" i="1" smtClean="0">
                            <a:latin typeface="Cambria Math"/>
                          </a:rPr>
                          <m:t>∧¬</m:t>
                        </m:r>
                        <m:r>
                          <a:rPr lang="en-US" b="0" i="1" smtClean="0">
                            <a:latin typeface="Cambria Math"/>
                          </a:rPr>
                          <m:t>𝑟𝑒𝑠𝑝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256" y="4007173"/>
                  <a:ext cx="956851" cy="268605"/>
                </a:xfrm>
                <a:prstGeom prst="rect">
                  <a:avLst/>
                </a:prstGeom>
                <a:blipFill>
                  <a:blip r:embed="rId4"/>
                  <a:stretch>
                    <a:fillRect b="-5000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Elbow Connector 24"/>
            <p:cNvCxnSpPr>
              <a:stCxn id="11" idx="7"/>
              <a:endCxn id="12" idx="1"/>
            </p:cNvCxnSpPr>
            <p:nvPr/>
          </p:nvCxnSpPr>
          <p:spPr>
            <a:xfrm rot="5400000" flipH="1" flipV="1">
              <a:off x="5944099" y="3455429"/>
              <a:ext cx="9236" cy="2105029"/>
            </a:xfrm>
            <a:prstGeom prst="curvedConnector3">
              <a:avLst>
                <a:gd name="adj1" fmla="val 2376654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2" idx="3"/>
              <a:endCxn id="11" idx="5"/>
            </p:cNvCxnSpPr>
            <p:nvPr/>
          </p:nvCxnSpPr>
          <p:spPr>
            <a:xfrm rot="5400000">
              <a:off x="5944100" y="3712596"/>
              <a:ext cx="9236" cy="2105029"/>
            </a:xfrm>
            <a:prstGeom prst="curvedConnector3">
              <a:avLst>
                <a:gd name="adj1" fmla="val 2376654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574490" y="4971592"/>
                  <a:ext cx="710066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𝑟𝑒𝑠𝑝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4490" y="4971592"/>
                  <a:ext cx="71006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6865955" y="4965612"/>
                  <a:ext cx="883190" cy="36933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¬</m:t>
                        </m:r>
                        <m:r>
                          <a:rPr lang="en-US" b="0" i="1" smtClean="0">
                            <a:latin typeface="Cambria Math"/>
                          </a:rPr>
                          <m:t>𝑟𝑒𝑠𝑝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5955" y="4965612"/>
                  <a:ext cx="88319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372765" y="5326579"/>
                <a:ext cx="44569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rgbClr val="003399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400" i="0" dirty="0" smtClean="0">
                          <a:solidFill>
                            <a:srgbClr val="003399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lways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𝑟𝑒𝑞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→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3399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𝑟𝑒𝑠𝑝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765" y="5326579"/>
                <a:ext cx="4456926" cy="461665"/>
              </a:xfrm>
              <a:prstGeom prst="rect">
                <a:avLst/>
              </a:prstGeom>
              <a:blipFill>
                <a:blip r:embed="rId7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5812368-3A8D-D52D-5C41-7E0CD6FF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9" name="Graphic 8" descr="Abacus with solid fill">
            <a:hlinkClick r:id="rId8"/>
            <a:extLst>
              <a:ext uri="{FF2B5EF4-FFF2-40B4-BE49-F238E27FC236}">
                <a16:creationId xmlns:a16="http://schemas.microsoft.com/office/drawing/2014/main" id="{CD57D3B2-5C36-C300-2B0E-5B8E1E3C91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6598" y="565194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8363-6E6C-BCDB-81E6-5DDD3E76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4B8C9-EF74-8AC9-D0CF-79A6CA73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89347"/>
            <a:ext cx="8534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בקשה ותגובה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D1DC1A-7130-C7A4-ED0C-B09D1325047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613347"/>
                <a:ext cx="8534400" cy="4572000"/>
              </a:xfrm>
              <a:ln>
                <a:noFill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 מהצורה:</a:t>
                </a:r>
              </a:p>
              <a:p>
                <a:pPr marL="320040" lvl="1" indent="0"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לאחר כל פעם שמתקיים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𝑟𝑒𝑞</m:t>
                    </m:r>
                  </m:oMath>
                </a14:m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בסופו של דבר, גם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𝑟𝑒𝑠𝑝</m:t>
                    </m:r>
                  </m:oMath>
                </a14:m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יתקיים</a:t>
                </a:r>
                <a:endParaRPr lang="en-US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D1DC1A-7130-C7A4-ED0C-B09D13250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613347"/>
                <a:ext cx="8534400" cy="4572000"/>
              </a:xfrm>
              <a:blipFill>
                <a:blip r:embed="rId2"/>
                <a:stretch>
                  <a:fillRect t="-1467" r="-786"/>
                </a:stretch>
              </a:blipFill>
              <a:ln>
                <a:noFill/>
                <a:tailEnd type="arrow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5FC5DF4A-866A-BFE5-D9E2-EF8751620255}"/>
              </a:ext>
            </a:extLst>
          </p:cNvPr>
          <p:cNvSpPr/>
          <p:nvPr/>
        </p:nvSpPr>
        <p:spPr>
          <a:xfrm>
            <a:off x="2491201" y="3679141"/>
            <a:ext cx="561351" cy="500077"/>
          </a:xfrm>
          <a:prstGeom prst="ellipse">
            <a:avLst/>
          </a:prstGeom>
          <a:solidFill>
            <a:srgbClr val="FFFF99"/>
          </a:solidFill>
          <a:ln w="57150" cap="sq" cmpd="dbl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84A5C7-9721-9A19-C598-9ED682084AA9}"/>
              </a:ext>
            </a:extLst>
          </p:cNvPr>
          <p:cNvSpPr/>
          <p:nvPr/>
        </p:nvSpPr>
        <p:spPr>
          <a:xfrm>
            <a:off x="6137204" y="3679141"/>
            <a:ext cx="561351" cy="500077"/>
          </a:xfrm>
          <a:prstGeom prst="ellipse">
            <a:avLst/>
          </a:prstGeom>
          <a:solidFill>
            <a:srgbClr val="FFFF99"/>
          </a:solidFill>
          <a:ln w="57150" cap="sq" cmpd="dbl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83F6D4-9BC7-42AD-8E51-D58F5A7C8A41}"/>
              </a:ext>
            </a:extLst>
          </p:cNvPr>
          <p:cNvCxnSpPr>
            <a:endCxn id="11" idx="0"/>
          </p:cNvCxnSpPr>
          <p:nvPr/>
        </p:nvCxnSpPr>
        <p:spPr>
          <a:xfrm>
            <a:off x="2771877" y="3443361"/>
            <a:ext cx="2" cy="23578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0653943-15CC-942B-8B7D-2E58A3ADFAD1}"/>
              </a:ext>
            </a:extLst>
          </p:cNvPr>
          <p:cNvCxnSpPr>
            <a:stCxn id="12" idx="6"/>
            <a:endCxn id="12" idx="4"/>
          </p:cNvCxnSpPr>
          <p:nvPr/>
        </p:nvCxnSpPr>
        <p:spPr>
          <a:xfrm flipH="1">
            <a:off x="6417882" y="3929180"/>
            <a:ext cx="280675" cy="250039"/>
          </a:xfrm>
          <a:prstGeom prst="curvedConnector4">
            <a:avLst>
              <a:gd name="adj1" fmla="val -81447"/>
              <a:gd name="adj2" fmla="val 19142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DEBC587-AB12-83B9-51BA-29B3AC0CCC11}"/>
              </a:ext>
            </a:extLst>
          </p:cNvPr>
          <p:cNvCxnSpPr>
            <a:stCxn id="11" idx="2"/>
            <a:endCxn id="11" idx="4"/>
          </p:cNvCxnSpPr>
          <p:nvPr/>
        </p:nvCxnSpPr>
        <p:spPr>
          <a:xfrm rot="10800000" flipH="1" flipV="1">
            <a:off x="2491201" y="3929180"/>
            <a:ext cx="280675" cy="250039"/>
          </a:xfrm>
          <a:prstGeom prst="curvedConnector4">
            <a:avLst>
              <a:gd name="adj1" fmla="val -81446"/>
              <a:gd name="adj2" fmla="val 19142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A18370-819A-05ED-DA7D-ADEEC71983C9}"/>
                  </a:ext>
                </a:extLst>
              </p:cNvPr>
              <p:cNvSpPr txBox="1"/>
              <p:nvPr/>
            </p:nvSpPr>
            <p:spPr>
              <a:xfrm>
                <a:off x="1876770" y="4414998"/>
                <a:ext cx="776751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¬</m:t>
                      </m:r>
                      <m:r>
                        <a:rPr lang="en-US" b="0" i="1" smtClean="0">
                          <a:latin typeface="Cambria Math"/>
                        </a:rPr>
                        <m:t>𝑟𝑒𝑞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A18370-819A-05ED-DA7D-ADEEC7198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770" y="4414998"/>
                <a:ext cx="776751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72B12E-BC31-7C3E-184E-8F7F9C2CD46B}"/>
              </a:ext>
            </a:extLst>
          </p:cNvPr>
          <p:cNvCxnSpPr>
            <a:stCxn id="12" idx="3"/>
            <a:endCxn id="11" idx="5"/>
          </p:cNvCxnSpPr>
          <p:nvPr/>
        </p:nvCxnSpPr>
        <p:spPr>
          <a:xfrm rot="5400000">
            <a:off x="4594880" y="2481445"/>
            <a:ext cx="12700" cy="3249068"/>
          </a:xfrm>
          <a:prstGeom prst="curvedConnector3">
            <a:avLst>
              <a:gd name="adj1" fmla="val 3445961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4883475-9866-61D9-B754-21E2727207DD}"/>
              </a:ext>
            </a:extLst>
          </p:cNvPr>
          <p:cNvSpPr/>
          <p:nvPr/>
        </p:nvSpPr>
        <p:spPr>
          <a:xfrm>
            <a:off x="4331907" y="3061174"/>
            <a:ext cx="561351" cy="500077"/>
          </a:xfrm>
          <a:prstGeom prst="ellipse">
            <a:avLst/>
          </a:prstGeom>
          <a:solidFill>
            <a:srgbClr val="FFFF99"/>
          </a:solidFill>
          <a:ln w="1905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791DD7-70C2-0F54-B23E-1ED63276EF02}"/>
                  </a:ext>
                </a:extLst>
              </p:cNvPr>
              <p:cNvSpPr txBox="1"/>
              <p:nvPr/>
            </p:nvSpPr>
            <p:spPr>
              <a:xfrm>
                <a:off x="3057214" y="2813161"/>
                <a:ext cx="603627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𝑟𝑒𝑞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791DD7-70C2-0F54-B23E-1ED63276E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214" y="2813161"/>
                <a:ext cx="603627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6F753E-5353-0FFD-2854-7B5E60E413D2}"/>
                  </a:ext>
                </a:extLst>
              </p:cNvPr>
              <p:cNvSpPr txBox="1"/>
              <p:nvPr/>
            </p:nvSpPr>
            <p:spPr>
              <a:xfrm>
                <a:off x="4903590" y="3840917"/>
                <a:ext cx="88319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¬</m:t>
                      </m:r>
                      <m:r>
                        <a:rPr lang="en-US" b="0" i="1" smtClean="0">
                          <a:latin typeface="Cambria Math"/>
                        </a:rPr>
                        <m:t>𝑟𝑒𝑠𝑝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6F753E-5353-0FFD-2854-7B5E60E41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590" y="3840917"/>
                <a:ext cx="883190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79C51F4-88BA-3B72-7C8B-C1BB5608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9" name="Graphic 8" descr="Abacus with solid fill">
            <a:hlinkClick r:id="rId6"/>
            <a:extLst>
              <a:ext uri="{FF2B5EF4-FFF2-40B4-BE49-F238E27FC236}">
                <a16:creationId xmlns:a16="http://schemas.microsoft.com/office/drawing/2014/main" id="{DF85C2E6-2F58-3C2D-2D7F-32EBE00573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36598" y="565194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E24986-8D86-19C4-9B43-9823F11E55FF}"/>
                  </a:ext>
                </a:extLst>
              </p:cNvPr>
              <p:cNvSpPr txBox="1"/>
              <p:nvPr/>
            </p:nvSpPr>
            <p:spPr>
              <a:xfrm>
                <a:off x="1876770" y="5593310"/>
                <a:ext cx="5471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rgbClr val="003399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400" i="0" dirty="0" smtClean="0">
                          <a:solidFill>
                            <a:srgbClr val="003399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lways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𝑟𝑒𝑞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→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3399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next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chemeClr val="tx1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3399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(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𝑟𝑒𝑠𝑝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E24986-8D86-19C4-9B43-9823F11E5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770" y="5593310"/>
                <a:ext cx="5471626" cy="461665"/>
              </a:xfrm>
              <a:prstGeom prst="rect">
                <a:avLst/>
              </a:prstGeom>
              <a:blipFill>
                <a:blip r:embed="rId9"/>
                <a:stretch>
                  <a:fillRect b="-2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3C02F54-3C4A-0C4B-AE78-E3E5CF61F8D4}"/>
              </a:ext>
            </a:extLst>
          </p:cNvPr>
          <p:cNvSpPr/>
          <p:nvPr/>
        </p:nvSpPr>
        <p:spPr>
          <a:xfrm>
            <a:off x="2888055" y="3128201"/>
            <a:ext cx="1484768" cy="565613"/>
          </a:xfrm>
          <a:custGeom>
            <a:avLst/>
            <a:gdLst>
              <a:gd name="connsiteX0" fmla="*/ 0 w 1421394"/>
              <a:gd name="connsiteY0" fmla="*/ 598978 h 598978"/>
              <a:gd name="connsiteX1" fmla="*/ 642796 w 1421394"/>
              <a:gd name="connsiteY1" fmla="*/ 64823 h 598978"/>
              <a:gd name="connsiteX2" fmla="*/ 1421394 w 1421394"/>
              <a:gd name="connsiteY2" fmla="*/ 28610 h 598978"/>
              <a:gd name="connsiteX0" fmla="*/ 0 w 1430447"/>
              <a:gd name="connsiteY0" fmla="*/ 590513 h 590513"/>
              <a:gd name="connsiteX1" fmla="*/ 642796 w 1430447"/>
              <a:gd name="connsiteY1" fmla="*/ 56358 h 590513"/>
              <a:gd name="connsiteX2" fmla="*/ 1430447 w 1430447"/>
              <a:gd name="connsiteY2" fmla="*/ 38252 h 590513"/>
              <a:gd name="connsiteX0" fmla="*/ 0 w 1484768"/>
              <a:gd name="connsiteY0" fmla="*/ 590513 h 590513"/>
              <a:gd name="connsiteX1" fmla="*/ 697117 w 1484768"/>
              <a:gd name="connsiteY1" fmla="*/ 56358 h 590513"/>
              <a:gd name="connsiteX2" fmla="*/ 1484768 w 1484768"/>
              <a:gd name="connsiteY2" fmla="*/ 38252 h 590513"/>
              <a:gd name="connsiteX0" fmla="*/ 0 w 1484768"/>
              <a:gd name="connsiteY0" fmla="*/ 565613 h 565613"/>
              <a:gd name="connsiteX1" fmla="*/ 543208 w 1484768"/>
              <a:gd name="connsiteY1" fmla="*/ 94833 h 565613"/>
              <a:gd name="connsiteX2" fmla="*/ 1484768 w 1484768"/>
              <a:gd name="connsiteY2" fmla="*/ 13352 h 565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768" h="565613">
                <a:moveTo>
                  <a:pt x="0" y="565613"/>
                </a:moveTo>
                <a:cubicBezTo>
                  <a:pt x="202948" y="346066"/>
                  <a:pt x="306309" y="189894"/>
                  <a:pt x="543208" y="94833"/>
                </a:cubicBezTo>
                <a:cubicBezTo>
                  <a:pt x="780107" y="-228"/>
                  <a:pt x="1213918" y="-16072"/>
                  <a:pt x="1484768" y="13352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7E4EE29-F817-9DEB-FD74-7209A194C436}"/>
              </a:ext>
            </a:extLst>
          </p:cNvPr>
          <p:cNvSpPr/>
          <p:nvPr/>
        </p:nvSpPr>
        <p:spPr>
          <a:xfrm>
            <a:off x="4789283" y="3494638"/>
            <a:ext cx="1367073" cy="398352"/>
          </a:xfrm>
          <a:custGeom>
            <a:avLst/>
            <a:gdLst>
              <a:gd name="connsiteX0" fmla="*/ 1367073 w 1367073"/>
              <a:gd name="connsiteY0" fmla="*/ 398352 h 398352"/>
              <a:gd name="connsiteX1" fmla="*/ 579422 w 1367073"/>
              <a:gd name="connsiteY1" fmla="*/ 325924 h 398352"/>
              <a:gd name="connsiteX2" fmla="*/ 0 w 1367073"/>
              <a:gd name="connsiteY2" fmla="*/ 0 h 39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7073" h="398352">
                <a:moveTo>
                  <a:pt x="1367073" y="398352"/>
                </a:moveTo>
                <a:cubicBezTo>
                  <a:pt x="1087170" y="395334"/>
                  <a:pt x="807268" y="392316"/>
                  <a:pt x="579422" y="325924"/>
                </a:cubicBezTo>
                <a:cubicBezTo>
                  <a:pt x="351576" y="259532"/>
                  <a:pt x="175788" y="129766"/>
                  <a:pt x="0" y="0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8C25EED-40CB-97EC-B17C-22C227DB7658}"/>
              </a:ext>
            </a:extLst>
          </p:cNvPr>
          <p:cNvSpPr/>
          <p:nvPr/>
        </p:nvSpPr>
        <p:spPr>
          <a:xfrm>
            <a:off x="4870764" y="3167014"/>
            <a:ext cx="1430448" cy="535853"/>
          </a:xfrm>
          <a:custGeom>
            <a:avLst/>
            <a:gdLst>
              <a:gd name="connsiteX0" fmla="*/ 0 w 1430448"/>
              <a:gd name="connsiteY0" fmla="*/ 28859 h 535853"/>
              <a:gd name="connsiteX1" fmla="*/ 751438 w 1430448"/>
              <a:gd name="connsiteY1" fmla="*/ 56020 h 535853"/>
              <a:gd name="connsiteX2" fmla="*/ 1430448 w 1430448"/>
              <a:gd name="connsiteY2" fmla="*/ 535853 h 535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0448" h="535853">
                <a:moveTo>
                  <a:pt x="0" y="28859"/>
                </a:moveTo>
                <a:cubicBezTo>
                  <a:pt x="256515" y="190"/>
                  <a:pt x="513030" y="-28479"/>
                  <a:pt x="751438" y="56020"/>
                </a:cubicBezTo>
                <a:cubicBezTo>
                  <a:pt x="989846" y="140519"/>
                  <a:pt x="1210147" y="338186"/>
                  <a:pt x="1430448" y="535853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1CEFA0-400D-B808-ECFF-B39F78149FF6}"/>
                  </a:ext>
                </a:extLst>
              </p:cNvPr>
              <p:cNvSpPr txBox="1"/>
              <p:nvPr/>
            </p:nvSpPr>
            <p:spPr>
              <a:xfrm>
                <a:off x="3258119" y="3805701"/>
                <a:ext cx="1476879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¬</m:t>
                      </m:r>
                      <m:r>
                        <a:rPr lang="en-US" b="0" i="1" smtClean="0">
                          <a:latin typeface="Cambria Math"/>
                        </a:rPr>
                        <m:t>𝑟𝑒𝑞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/>
                        </a:rPr>
                        <m:t>𝑟𝑒𝑠𝑝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D1CEFA0-400D-B808-ECFF-B39F78149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19" y="3805701"/>
                <a:ext cx="1476879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A45C302-734B-62B4-55C3-27A0FFD22589}"/>
              </a:ext>
            </a:extLst>
          </p:cNvPr>
          <p:cNvSpPr/>
          <p:nvPr/>
        </p:nvSpPr>
        <p:spPr>
          <a:xfrm>
            <a:off x="3087232" y="3494638"/>
            <a:ext cx="1330859" cy="416459"/>
          </a:xfrm>
          <a:custGeom>
            <a:avLst/>
            <a:gdLst>
              <a:gd name="connsiteX0" fmla="*/ 1330859 w 1330859"/>
              <a:gd name="connsiteY0" fmla="*/ 0 h 416459"/>
              <a:gd name="connsiteX1" fmla="*/ 679010 w 1330859"/>
              <a:gd name="connsiteY1" fmla="*/ 334978 h 416459"/>
              <a:gd name="connsiteX2" fmla="*/ 0 w 1330859"/>
              <a:gd name="connsiteY2" fmla="*/ 416459 h 41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0859" h="416459">
                <a:moveTo>
                  <a:pt x="1330859" y="0"/>
                </a:moveTo>
                <a:cubicBezTo>
                  <a:pt x="1115839" y="132784"/>
                  <a:pt x="900820" y="265568"/>
                  <a:pt x="679010" y="334978"/>
                </a:cubicBezTo>
                <a:cubicBezTo>
                  <a:pt x="457200" y="404388"/>
                  <a:pt x="228600" y="410423"/>
                  <a:pt x="0" y="41645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C4766AA-D5EE-A430-B5A2-5B46A47EE60A}"/>
                  </a:ext>
                </a:extLst>
              </p:cNvPr>
              <p:cNvSpPr txBox="1"/>
              <p:nvPr/>
            </p:nvSpPr>
            <p:spPr>
              <a:xfrm>
                <a:off x="5104693" y="2802168"/>
                <a:ext cx="1303754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𝑟𝑒𝑞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/>
                        </a:rPr>
                        <m:t>𝑟𝑒𝑠𝑝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C4766AA-D5EE-A430-B5A2-5B46A47EE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693" y="2802168"/>
                <a:ext cx="1303754" cy="369332"/>
              </a:xfrm>
              <a:prstGeom prst="rect">
                <a:avLst/>
              </a:prstGeom>
              <a:blipFill>
                <a:blip r:embed="rId11"/>
                <a:stretch>
                  <a:fillRect b="-5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B74A88-BBD2-1849-749F-BF388093BA1C}"/>
                  </a:ext>
                </a:extLst>
              </p:cNvPr>
              <p:cNvSpPr txBox="1"/>
              <p:nvPr/>
            </p:nvSpPr>
            <p:spPr>
              <a:xfrm>
                <a:off x="6044642" y="4376875"/>
                <a:ext cx="1303754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𝑟𝑒𝑞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/>
                        </a:rPr>
                        <m:t>𝑟𝑒𝑠𝑝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2B74A88-BBD2-1849-749F-BF388093B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642" y="4376875"/>
                <a:ext cx="1303754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CBD14E0-2A06-B698-26F3-D6D9EBB1EBD6}"/>
                  </a:ext>
                </a:extLst>
              </p:cNvPr>
              <p:cNvSpPr txBox="1"/>
              <p:nvPr/>
            </p:nvSpPr>
            <p:spPr>
              <a:xfrm>
                <a:off x="3815398" y="4556033"/>
                <a:ext cx="1476879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¬</m:t>
                      </m:r>
                      <m:r>
                        <a:rPr lang="en-US" b="0" i="1" smtClean="0">
                          <a:latin typeface="Cambria Math"/>
                        </a:rPr>
                        <m:t>𝑟𝑒𝑞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/>
                        </a:rPr>
                        <m:t>𝑟𝑒𝑠𝑝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CBD14E0-2A06-B698-26F3-D6D9EBB1E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398" y="4556033"/>
                <a:ext cx="1476879" cy="369332"/>
              </a:xfrm>
              <a:prstGeom prst="rect">
                <a:avLst/>
              </a:prstGeom>
              <a:blipFill>
                <a:blip r:embed="rId13"/>
                <a:stretch>
                  <a:fillRect b="-491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547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14B961B9-5169-C450-F47F-0B349F797161}"/>
              </a:ext>
            </a:extLst>
          </p:cNvPr>
          <p:cNvSpPr/>
          <p:nvPr/>
        </p:nvSpPr>
        <p:spPr>
          <a:xfrm>
            <a:off x="1254835" y="2374900"/>
            <a:ext cx="5899068" cy="1798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המרה מתכונת בטיחות רגולרית ל-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44634" y="1841869"/>
            <a:ext cx="5316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D</a:t>
            </a:r>
            <a: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A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המגדיר את הרישות ה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סופיות הרעות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6543" y="4349934"/>
            <a:ext cx="5822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D</a:t>
            </a:r>
            <a:r>
              <a:rPr lang="en-US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A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המגדיר את הריצות ה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אינסופיות הטובות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28800" y="1147515"/>
                <a:ext cx="6951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טענה: כל תכונת בטיחות רגולרית היא תכונה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147515"/>
                <a:ext cx="6951262" cy="461665"/>
              </a:xfrm>
              <a:prstGeom prst="rect">
                <a:avLst/>
              </a:prstGeom>
              <a:blipFill>
                <a:blip r:embed="rId2"/>
                <a:stretch>
                  <a:fillRect l="-351" t="-11842" r="-131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6">
            <a:extLst>
              <a:ext uri="{FF2B5EF4-FFF2-40B4-BE49-F238E27FC236}">
                <a16:creationId xmlns:a16="http://schemas.microsoft.com/office/drawing/2014/main" id="{4A414A9E-71E0-2864-C4E8-57A4F940B976}"/>
              </a:ext>
            </a:extLst>
          </p:cNvPr>
          <p:cNvSpPr>
            <a:spLocks/>
          </p:cNvSpPr>
          <p:nvPr/>
        </p:nvSpPr>
        <p:spPr bwMode="auto">
          <a:xfrm>
            <a:off x="4414838" y="3033713"/>
            <a:ext cx="417513" cy="417513"/>
          </a:xfrm>
          <a:custGeom>
            <a:avLst/>
            <a:gdLst>
              <a:gd name="T0" fmla="*/ 263 w 263"/>
              <a:gd name="T1" fmla="*/ 132 h 263"/>
              <a:gd name="T2" fmla="*/ 252 w 263"/>
              <a:gd name="T3" fmla="*/ 80 h 263"/>
              <a:gd name="T4" fmla="*/ 224 w 263"/>
              <a:gd name="T5" fmla="*/ 38 h 263"/>
              <a:gd name="T6" fmla="*/ 183 w 263"/>
              <a:gd name="T7" fmla="*/ 10 h 263"/>
              <a:gd name="T8" fmla="*/ 131 w 263"/>
              <a:gd name="T9" fmla="*/ 0 h 263"/>
              <a:gd name="T10" fmla="*/ 80 w 263"/>
              <a:gd name="T11" fmla="*/ 10 h 263"/>
              <a:gd name="T12" fmla="*/ 38 w 263"/>
              <a:gd name="T13" fmla="*/ 38 h 263"/>
              <a:gd name="T14" fmla="*/ 10 w 263"/>
              <a:gd name="T15" fmla="*/ 80 h 263"/>
              <a:gd name="T16" fmla="*/ 0 w 263"/>
              <a:gd name="T17" fmla="*/ 132 h 263"/>
              <a:gd name="T18" fmla="*/ 10 w 263"/>
              <a:gd name="T19" fmla="*/ 183 h 263"/>
              <a:gd name="T20" fmla="*/ 38 w 263"/>
              <a:gd name="T21" fmla="*/ 225 h 263"/>
              <a:gd name="T22" fmla="*/ 80 w 263"/>
              <a:gd name="T23" fmla="*/ 253 h 263"/>
              <a:gd name="T24" fmla="*/ 131 w 263"/>
              <a:gd name="T25" fmla="*/ 263 h 263"/>
              <a:gd name="T26" fmla="*/ 183 w 263"/>
              <a:gd name="T27" fmla="*/ 253 h 263"/>
              <a:gd name="T28" fmla="*/ 224 w 263"/>
              <a:gd name="T29" fmla="*/ 225 h 263"/>
              <a:gd name="T30" fmla="*/ 252 w 263"/>
              <a:gd name="T31" fmla="*/ 183 h 263"/>
              <a:gd name="T32" fmla="*/ 263 w 263"/>
              <a:gd name="T33" fmla="*/ 132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3" h="263">
                <a:moveTo>
                  <a:pt x="263" y="132"/>
                </a:moveTo>
                <a:lnTo>
                  <a:pt x="252" y="80"/>
                </a:lnTo>
                <a:lnTo>
                  <a:pt x="224" y="38"/>
                </a:lnTo>
                <a:lnTo>
                  <a:pt x="183" y="10"/>
                </a:lnTo>
                <a:lnTo>
                  <a:pt x="131" y="0"/>
                </a:lnTo>
                <a:lnTo>
                  <a:pt x="80" y="10"/>
                </a:lnTo>
                <a:lnTo>
                  <a:pt x="38" y="38"/>
                </a:lnTo>
                <a:lnTo>
                  <a:pt x="10" y="80"/>
                </a:lnTo>
                <a:lnTo>
                  <a:pt x="0" y="132"/>
                </a:lnTo>
                <a:lnTo>
                  <a:pt x="10" y="183"/>
                </a:lnTo>
                <a:lnTo>
                  <a:pt x="38" y="225"/>
                </a:lnTo>
                <a:lnTo>
                  <a:pt x="80" y="253"/>
                </a:lnTo>
                <a:lnTo>
                  <a:pt x="131" y="263"/>
                </a:lnTo>
                <a:lnTo>
                  <a:pt x="183" y="253"/>
                </a:lnTo>
                <a:lnTo>
                  <a:pt x="224" y="225"/>
                </a:lnTo>
                <a:lnTo>
                  <a:pt x="252" y="183"/>
                </a:lnTo>
                <a:lnTo>
                  <a:pt x="263" y="132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31E4B784-D697-3664-9884-A4A789E130D6}"/>
              </a:ext>
            </a:extLst>
          </p:cNvPr>
          <p:cNvSpPr>
            <a:spLocks/>
          </p:cNvSpPr>
          <p:nvPr/>
        </p:nvSpPr>
        <p:spPr bwMode="auto">
          <a:xfrm flipV="1">
            <a:off x="4414838" y="3033713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80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9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9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80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3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D0AB14AB-85E4-12EE-0A49-FF601A5AD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00" y="2822576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A273E15B-43DB-575A-9F4A-169646E29B4C}"/>
              </a:ext>
            </a:extLst>
          </p:cNvPr>
          <p:cNvSpPr>
            <a:spLocks/>
          </p:cNvSpPr>
          <p:nvPr/>
        </p:nvSpPr>
        <p:spPr bwMode="auto">
          <a:xfrm>
            <a:off x="4595813" y="2938463"/>
            <a:ext cx="53975" cy="66675"/>
          </a:xfrm>
          <a:custGeom>
            <a:avLst/>
            <a:gdLst>
              <a:gd name="T0" fmla="*/ 17 w 34"/>
              <a:gd name="T1" fmla="*/ 42 h 42"/>
              <a:gd name="T2" fmla="*/ 34 w 34"/>
              <a:gd name="T3" fmla="*/ 0 h 42"/>
              <a:gd name="T4" fmla="*/ 17 w 34"/>
              <a:gd name="T5" fmla="*/ 12 h 42"/>
              <a:gd name="T6" fmla="*/ 0 w 34"/>
              <a:gd name="T7" fmla="*/ 0 h 42"/>
              <a:gd name="T8" fmla="*/ 17 w 34"/>
              <a:gd name="T9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42">
                <a:moveTo>
                  <a:pt x="17" y="42"/>
                </a:moveTo>
                <a:lnTo>
                  <a:pt x="34" y="0"/>
                </a:lnTo>
                <a:lnTo>
                  <a:pt x="17" y="12"/>
                </a:lnTo>
                <a:lnTo>
                  <a:pt x="0" y="0"/>
                </a:lnTo>
                <a:lnTo>
                  <a:pt x="17" y="4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5E8457B6-C344-D711-EF87-A15440CCE2B8}"/>
              </a:ext>
            </a:extLst>
          </p:cNvPr>
          <p:cNvSpPr>
            <a:spLocks/>
          </p:cNvSpPr>
          <p:nvPr/>
        </p:nvSpPr>
        <p:spPr bwMode="auto">
          <a:xfrm flipV="1">
            <a:off x="4595813" y="2938463"/>
            <a:ext cx="53975" cy="66675"/>
          </a:xfrm>
          <a:custGeom>
            <a:avLst/>
            <a:gdLst>
              <a:gd name="T0" fmla="*/ 26 w 52"/>
              <a:gd name="T1" fmla="*/ 0 h 64"/>
              <a:gd name="T2" fmla="*/ 52 w 52"/>
              <a:gd name="T3" fmla="*/ 64 h 64"/>
              <a:gd name="T4" fmla="*/ 26 w 52"/>
              <a:gd name="T5" fmla="*/ 46 h 64"/>
              <a:gd name="T6" fmla="*/ 0 w 52"/>
              <a:gd name="T7" fmla="*/ 64 h 64"/>
              <a:gd name="T8" fmla="*/ 26 w 52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64">
                <a:moveTo>
                  <a:pt x="26" y="0"/>
                </a:moveTo>
                <a:lnTo>
                  <a:pt x="52" y="64"/>
                </a:lnTo>
                <a:lnTo>
                  <a:pt x="26" y="46"/>
                </a:lnTo>
                <a:lnTo>
                  <a:pt x="0" y="64"/>
                </a:lnTo>
                <a:lnTo>
                  <a:pt x="26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92CAC151-2C3E-89F5-C080-CB6AF818B23F}"/>
              </a:ext>
            </a:extLst>
          </p:cNvPr>
          <p:cNvSpPr>
            <a:spLocks/>
          </p:cNvSpPr>
          <p:nvPr/>
        </p:nvSpPr>
        <p:spPr bwMode="auto">
          <a:xfrm>
            <a:off x="1636713" y="3033713"/>
            <a:ext cx="417513" cy="417513"/>
          </a:xfrm>
          <a:custGeom>
            <a:avLst/>
            <a:gdLst>
              <a:gd name="T0" fmla="*/ 263 w 263"/>
              <a:gd name="T1" fmla="*/ 132 h 263"/>
              <a:gd name="T2" fmla="*/ 252 w 263"/>
              <a:gd name="T3" fmla="*/ 80 h 263"/>
              <a:gd name="T4" fmla="*/ 224 w 263"/>
              <a:gd name="T5" fmla="*/ 38 h 263"/>
              <a:gd name="T6" fmla="*/ 182 w 263"/>
              <a:gd name="T7" fmla="*/ 10 h 263"/>
              <a:gd name="T8" fmla="*/ 131 w 263"/>
              <a:gd name="T9" fmla="*/ 0 h 263"/>
              <a:gd name="T10" fmla="*/ 80 w 263"/>
              <a:gd name="T11" fmla="*/ 10 h 263"/>
              <a:gd name="T12" fmla="*/ 38 w 263"/>
              <a:gd name="T13" fmla="*/ 38 h 263"/>
              <a:gd name="T14" fmla="*/ 11 w 263"/>
              <a:gd name="T15" fmla="*/ 80 h 263"/>
              <a:gd name="T16" fmla="*/ 0 w 263"/>
              <a:gd name="T17" fmla="*/ 132 h 263"/>
              <a:gd name="T18" fmla="*/ 11 w 263"/>
              <a:gd name="T19" fmla="*/ 183 h 263"/>
              <a:gd name="T20" fmla="*/ 38 w 263"/>
              <a:gd name="T21" fmla="*/ 225 h 263"/>
              <a:gd name="T22" fmla="*/ 80 w 263"/>
              <a:gd name="T23" fmla="*/ 253 h 263"/>
              <a:gd name="T24" fmla="*/ 131 w 263"/>
              <a:gd name="T25" fmla="*/ 263 h 263"/>
              <a:gd name="T26" fmla="*/ 182 w 263"/>
              <a:gd name="T27" fmla="*/ 253 h 263"/>
              <a:gd name="T28" fmla="*/ 224 w 263"/>
              <a:gd name="T29" fmla="*/ 225 h 263"/>
              <a:gd name="T30" fmla="*/ 252 w 263"/>
              <a:gd name="T31" fmla="*/ 183 h 263"/>
              <a:gd name="T32" fmla="*/ 263 w 263"/>
              <a:gd name="T33" fmla="*/ 132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3" h="263">
                <a:moveTo>
                  <a:pt x="263" y="132"/>
                </a:moveTo>
                <a:lnTo>
                  <a:pt x="252" y="80"/>
                </a:lnTo>
                <a:lnTo>
                  <a:pt x="224" y="38"/>
                </a:lnTo>
                <a:lnTo>
                  <a:pt x="182" y="10"/>
                </a:lnTo>
                <a:lnTo>
                  <a:pt x="131" y="0"/>
                </a:lnTo>
                <a:lnTo>
                  <a:pt x="80" y="10"/>
                </a:lnTo>
                <a:lnTo>
                  <a:pt x="38" y="38"/>
                </a:lnTo>
                <a:lnTo>
                  <a:pt x="11" y="80"/>
                </a:lnTo>
                <a:lnTo>
                  <a:pt x="0" y="132"/>
                </a:lnTo>
                <a:lnTo>
                  <a:pt x="11" y="183"/>
                </a:lnTo>
                <a:lnTo>
                  <a:pt x="38" y="225"/>
                </a:lnTo>
                <a:lnTo>
                  <a:pt x="80" y="253"/>
                </a:lnTo>
                <a:lnTo>
                  <a:pt x="131" y="263"/>
                </a:lnTo>
                <a:lnTo>
                  <a:pt x="182" y="253"/>
                </a:lnTo>
                <a:lnTo>
                  <a:pt x="224" y="225"/>
                </a:lnTo>
                <a:lnTo>
                  <a:pt x="252" y="183"/>
                </a:lnTo>
                <a:lnTo>
                  <a:pt x="263" y="132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5">
            <a:extLst>
              <a:ext uri="{FF2B5EF4-FFF2-40B4-BE49-F238E27FC236}">
                <a16:creationId xmlns:a16="http://schemas.microsoft.com/office/drawing/2014/main" id="{2D058254-A77A-8298-0F82-B35BDA76B7C4}"/>
              </a:ext>
            </a:extLst>
          </p:cNvPr>
          <p:cNvSpPr>
            <a:spLocks/>
          </p:cNvSpPr>
          <p:nvPr/>
        </p:nvSpPr>
        <p:spPr bwMode="auto">
          <a:xfrm flipV="1">
            <a:off x="1636713" y="3033713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79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8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8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79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79" y="387"/>
                </a:lnTo>
                <a:lnTo>
                  <a:pt x="201" y="403"/>
                </a:lnTo>
                <a:lnTo>
                  <a:pt x="122" y="387"/>
                </a:lnTo>
                <a:lnTo>
                  <a:pt x="58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8" y="59"/>
                </a:lnTo>
                <a:lnTo>
                  <a:pt x="122" y="16"/>
                </a:lnTo>
                <a:lnTo>
                  <a:pt x="201" y="0"/>
                </a:lnTo>
                <a:lnTo>
                  <a:pt x="279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9">
            <a:extLst>
              <a:ext uri="{FF2B5EF4-FFF2-40B4-BE49-F238E27FC236}">
                <a16:creationId xmlns:a16="http://schemas.microsoft.com/office/drawing/2014/main" id="{8A093794-FDCD-23C2-8943-4923AED6F48F}"/>
              </a:ext>
            </a:extLst>
          </p:cNvPr>
          <p:cNvSpPr>
            <a:spLocks/>
          </p:cNvSpPr>
          <p:nvPr/>
        </p:nvSpPr>
        <p:spPr bwMode="auto">
          <a:xfrm>
            <a:off x="6610350" y="3033713"/>
            <a:ext cx="417513" cy="417513"/>
          </a:xfrm>
          <a:custGeom>
            <a:avLst/>
            <a:gdLst>
              <a:gd name="T0" fmla="*/ 263 w 263"/>
              <a:gd name="T1" fmla="*/ 132 h 263"/>
              <a:gd name="T2" fmla="*/ 252 w 263"/>
              <a:gd name="T3" fmla="*/ 80 h 263"/>
              <a:gd name="T4" fmla="*/ 224 w 263"/>
              <a:gd name="T5" fmla="*/ 38 h 263"/>
              <a:gd name="T6" fmla="*/ 183 w 263"/>
              <a:gd name="T7" fmla="*/ 10 h 263"/>
              <a:gd name="T8" fmla="*/ 131 w 263"/>
              <a:gd name="T9" fmla="*/ 0 h 263"/>
              <a:gd name="T10" fmla="*/ 80 w 263"/>
              <a:gd name="T11" fmla="*/ 10 h 263"/>
              <a:gd name="T12" fmla="*/ 39 w 263"/>
              <a:gd name="T13" fmla="*/ 38 h 263"/>
              <a:gd name="T14" fmla="*/ 11 w 263"/>
              <a:gd name="T15" fmla="*/ 80 h 263"/>
              <a:gd name="T16" fmla="*/ 0 w 263"/>
              <a:gd name="T17" fmla="*/ 132 h 263"/>
              <a:gd name="T18" fmla="*/ 11 w 263"/>
              <a:gd name="T19" fmla="*/ 183 h 263"/>
              <a:gd name="T20" fmla="*/ 39 w 263"/>
              <a:gd name="T21" fmla="*/ 225 h 263"/>
              <a:gd name="T22" fmla="*/ 80 w 263"/>
              <a:gd name="T23" fmla="*/ 253 h 263"/>
              <a:gd name="T24" fmla="*/ 131 w 263"/>
              <a:gd name="T25" fmla="*/ 263 h 263"/>
              <a:gd name="T26" fmla="*/ 183 w 263"/>
              <a:gd name="T27" fmla="*/ 253 h 263"/>
              <a:gd name="T28" fmla="*/ 224 w 263"/>
              <a:gd name="T29" fmla="*/ 225 h 263"/>
              <a:gd name="T30" fmla="*/ 252 w 263"/>
              <a:gd name="T31" fmla="*/ 183 h 263"/>
              <a:gd name="T32" fmla="*/ 263 w 263"/>
              <a:gd name="T33" fmla="*/ 132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3" h="263">
                <a:moveTo>
                  <a:pt x="263" y="132"/>
                </a:moveTo>
                <a:lnTo>
                  <a:pt x="252" y="80"/>
                </a:lnTo>
                <a:lnTo>
                  <a:pt x="224" y="38"/>
                </a:lnTo>
                <a:lnTo>
                  <a:pt x="183" y="10"/>
                </a:lnTo>
                <a:lnTo>
                  <a:pt x="131" y="0"/>
                </a:lnTo>
                <a:lnTo>
                  <a:pt x="80" y="10"/>
                </a:lnTo>
                <a:lnTo>
                  <a:pt x="39" y="38"/>
                </a:lnTo>
                <a:lnTo>
                  <a:pt x="11" y="80"/>
                </a:lnTo>
                <a:lnTo>
                  <a:pt x="0" y="132"/>
                </a:lnTo>
                <a:lnTo>
                  <a:pt x="11" y="183"/>
                </a:lnTo>
                <a:lnTo>
                  <a:pt x="39" y="225"/>
                </a:lnTo>
                <a:lnTo>
                  <a:pt x="80" y="253"/>
                </a:lnTo>
                <a:lnTo>
                  <a:pt x="131" y="263"/>
                </a:lnTo>
                <a:lnTo>
                  <a:pt x="183" y="253"/>
                </a:lnTo>
                <a:lnTo>
                  <a:pt x="224" y="225"/>
                </a:lnTo>
                <a:lnTo>
                  <a:pt x="252" y="183"/>
                </a:lnTo>
                <a:lnTo>
                  <a:pt x="263" y="132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45D4078-A4B1-92CC-4749-C88DE599B082}"/>
              </a:ext>
            </a:extLst>
          </p:cNvPr>
          <p:cNvSpPr>
            <a:spLocks/>
          </p:cNvSpPr>
          <p:nvPr/>
        </p:nvSpPr>
        <p:spPr bwMode="auto">
          <a:xfrm flipV="1">
            <a:off x="6610350" y="3033713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80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9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9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80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3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30163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1A3FAF35-3A49-6515-3393-EE3821F01D81}"/>
              </a:ext>
            </a:extLst>
          </p:cNvPr>
          <p:cNvSpPr>
            <a:spLocks/>
          </p:cNvSpPr>
          <p:nvPr/>
        </p:nvSpPr>
        <p:spPr bwMode="auto">
          <a:xfrm flipV="1">
            <a:off x="6610350" y="3033713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80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9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9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80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3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12700">
            <a:solidFill>
              <a:srgbClr val="FFFFFF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D80DB9F4-DED6-EADA-3B2A-19DF3C43A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525" y="3243263"/>
            <a:ext cx="17224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25">
            <a:extLst>
              <a:ext uri="{FF2B5EF4-FFF2-40B4-BE49-F238E27FC236}">
                <a16:creationId xmlns:a16="http://schemas.microsoft.com/office/drawing/2014/main" id="{701BF856-52CC-00AB-16E6-7DBC83906550}"/>
              </a:ext>
            </a:extLst>
          </p:cNvPr>
          <p:cNvSpPr>
            <a:spLocks/>
          </p:cNvSpPr>
          <p:nvPr/>
        </p:nvSpPr>
        <p:spPr bwMode="auto">
          <a:xfrm>
            <a:off x="6508750" y="3216276"/>
            <a:ext cx="66675" cy="53975"/>
          </a:xfrm>
          <a:custGeom>
            <a:avLst/>
            <a:gdLst>
              <a:gd name="T0" fmla="*/ 42 w 42"/>
              <a:gd name="T1" fmla="*/ 17 h 34"/>
              <a:gd name="T2" fmla="*/ 0 w 42"/>
              <a:gd name="T3" fmla="*/ 0 h 34"/>
              <a:gd name="T4" fmla="*/ 12 w 42"/>
              <a:gd name="T5" fmla="*/ 17 h 34"/>
              <a:gd name="T6" fmla="*/ 0 w 42"/>
              <a:gd name="T7" fmla="*/ 34 h 34"/>
              <a:gd name="T8" fmla="*/ 42 w 42"/>
              <a:gd name="T9" fmla="*/ 1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34">
                <a:moveTo>
                  <a:pt x="42" y="17"/>
                </a:moveTo>
                <a:lnTo>
                  <a:pt x="0" y="0"/>
                </a:lnTo>
                <a:lnTo>
                  <a:pt x="12" y="17"/>
                </a:lnTo>
                <a:lnTo>
                  <a:pt x="0" y="34"/>
                </a:lnTo>
                <a:lnTo>
                  <a:pt x="42" y="1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26">
            <a:extLst>
              <a:ext uri="{FF2B5EF4-FFF2-40B4-BE49-F238E27FC236}">
                <a16:creationId xmlns:a16="http://schemas.microsoft.com/office/drawing/2014/main" id="{2AA16B68-7E13-9A74-C985-4DA741554BC2}"/>
              </a:ext>
            </a:extLst>
          </p:cNvPr>
          <p:cNvSpPr>
            <a:spLocks/>
          </p:cNvSpPr>
          <p:nvPr/>
        </p:nvSpPr>
        <p:spPr bwMode="auto">
          <a:xfrm flipV="1">
            <a:off x="6508750" y="3216276"/>
            <a:ext cx="66675" cy="53975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30">
            <a:extLst>
              <a:ext uri="{FF2B5EF4-FFF2-40B4-BE49-F238E27FC236}">
                <a16:creationId xmlns:a16="http://schemas.microsoft.com/office/drawing/2014/main" id="{2255649D-ADCD-07BE-6330-DB351CD520DD}"/>
              </a:ext>
            </a:extLst>
          </p:cNvPr>
          <p:cNvSpPr>
            <a:spLocks/>
          </p:cNvSpPr>
          <p:nvPr/>
        </p:nvSpPr>
        <p:spPr bwMode="auto">
          <a:xfrm flipV="1">
            <a:off x="2039938" y="2640013"/>
            <a:ext cx="2419350" cy="465138"/>
          </a:xfrm>
          <a:custGeom>
            <a:avLst/>
            <a:gdLst>
              <a:gd name="T0" fmla="*/ 2332 w 2332"/>
              <a:gd name="T1" fmla="*/ 0 h 447"/>
              <a:gd name="T2" fmla="*/ 2057 w 2332"/>
              <a:gd name="T3" fmla="*/ 194 h 447"/>
              <a:gd name="T4" fmla="*/ 1765 w 2332"/>
              <a:gd name="T5" fmla="*/ 333 h 447"/>
              <a:gd name="T6" fmla="*/ 1462 w 2332"/>
              <a:gd name="T7" fmla="*/ 418 h 447"/>
              <a:gd name="T8" fmla="*/ 1155 w 2332"/>
              <a:gd name="T9" fmla="*/ 447 h 447"/>
              <a:gd name="T10" fmla="*/ 849 w 2332"/>
              <a:gd name="T11" fmla="*/ 423 h 447"/>
              <a:gd name="T12" fmla="*/ 550 w 2332"/>
              <a:gd name="T13" fmla="*/ 344 h 447"/>
              <a:gd name="T14" fmla="*/ 265 w 2332"/>
              <a:gd name="T15" fmla="*/ 211 h 447"/>
              <a:gd name="T16" fmla="*/ 0 w 2332"/>
              <a:gd name="T17" fmla="*/ 26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2" h="447">
                <a:moveTo>
                  <a:pt x="2332" y="0"/>
                </a:moveTo>
                <a:lnTo>
                  <a:pt x="2057" y="194"/>
                </a:lnTo>
                <a:lnTo>
                  <a:pt x="1765" y="333"/>
                </a:lnTo>
                <a:lnTo>
                  <a:pt x="1462" y="418"/>
                </a:lnTo>
                <a:lnTo>
                  <a:pt x="1155" y="447"/>
                </a:lnTo>
                <a:lnTo>
                  <a:pt x="849" y="423"/>
                </a:lnTo>
                <a:lnTo>
                  <a:pt x="550" y="344"/>
                </a:lnTo>
                <a:lnTo>
                  <a:pt x="265" y="211"/>
                </a:lnTo>
                <a:lnTo>
                  <a:pt x="0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31">
            <a:extLst>
              <a:ext uri="{FF2B5EF4-FFF2-40B4-BE49-F238E27FC236}">
                <a16:creationId xmlns:a16="http://schemas.microsoft.com/office/drawing/2014/main" id="{DB26A17B-D5E7-3CC2-E850-513ADB7A2849}"/>
              </a:ext>
            </a:extLst>
          </p:cNvPr>
          <p:cNvSpPr>
            <a:spLocks/>
          </p:cNvSpPr>
          <p:nvPr/>
        </p:nvSpPr>
        <p:spPr bwMode="auto">
          <a:xfrm>
            <a:off x="2027238" y="3025776"/>
            <a:ext cx="69850" cy="63500"/>
          </a:xfrm>
          <a:custGeom>
            <a:avLst/>
            <a:gdLst>
              <a:gd name="T0" fmla="*/ 0 w 44"/>
              <a:gd name="T1" fmla="*/ 40 h 40"/>
              <a:gd name="T2" fmla="*/ 44 w 44"/>
              <a:gd name="T3" fmla="*/ 26 h 40"/>
              <a:gd name="T4" fmla="*/ 23 w 44"/>
              <a:gd name="T5" fmla="*/ 20 h 40"/>
              <a:gd name="T6" fmla="*/ 22 w 44"/>
              <a:gd name="T7" fmla="*/ 0 h 40"/>
              <a:gd name="T8" fmla="*/ 0 w 44"/>
              <a:gd name="T9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40">
                <a:moveTo>
                  <a:pt x="0" y="40"/>
                </a:moveTo>
                <a:lnTo>
                  <a:pt x="44" y="26"/>
                </a:lnTo>
                <a:lnTo>
                  <a:pt x="23" y="20"/>
                </a:lnTo>
                <a:lnTo>
                  <a:pt x="22" y="0"/>
                </a:lnTo>
                <a:lnTo>
                  <a:pt x="0" y="4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32">
            <a:extLst>
              <a:ext uri="{FF2B5EF4-FFF2-40B4-BE49-F238E27FC236}">
                <a16:creationId xmlns:a16="http://schemas.microsoft.com/office/drawing/2014/main" id="{28214683-89A6-C151-7497-4C216DBF194F}"/>
              </a:ext>
            </a:extLst>
          </p:cNvPr>
          <p:cNvSpPr>
            <a:spLocks/>
          </p:cNvSpPr>
          <p:nvPr/>
        </p:nvSpPr>
        <p:spPr bwMode="auto">
          <a:xfrm flipV="1">
            <a:off x="2027238" y="3025776"/>
            <a:ext cx="69850" cy="63500"/>
          </a:xfrm>
          <a:custGeom>
            <a:avLst/>
            <a:gdLst>
              <a:gd name="T0" fmla="*/ 0 w 66"/>
              <a:gd name="T1" fmla="*/ 0 h 61"/>
              <a:gd name="T2" fmla="*/ 66 w 66"/>
              <a:gd name="T3" fmla="*/ 22 h 61"/>
              <a:gd name="T4" fmla="*/ 35 w 66"/>
              <a:gd name="T5" fmla="*/ 30 h 61"/>
              <a:gd name="T6" fmla="*/ 33 w 66"/>
              <a:gd name="T7" fmla="*/ 61 h 61"/>
              <a:gd name="T8" fmla="*/ 0 w 66"/>
              <a:gd name="T9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" h="61">
                <a:moveTo>
                  <a:pt x="0" y="0"/>
                </a:moveTo>
                <a:lnTo>
                  <a:pt x="66" y="22"/>
                </a:lnTo>
                <a:lnTo>
                  <a:pt x="35" y="30"/>
                </a:lnTo>
                <a:lnTo>
                  <a:pt x="33" y="6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44">
            <a:extLst>
              <a:ext uri="{FF2B5EF4-FFF2-40B4-BE49-F238E27FC236}">
                <a16:creationId xmlns:a16="http://schemas.microsoft.com/office/drawing/2014/main" id="{7BC83821-AFDE-479F-B354-E73C75D09A61}"/>
              </a:ext>
            </a:extLst>
          </p:cNvPr>
          <p:cNvSpPr>
            <a:spLocks/>
          </p:cNvSpPr>
          <p:nvPr/>
        </p:nvSpPr>
        <p:spPr bwMode="auto">
          <a:xfrm flipV="1">
            <a:off x="4543425" y="3449638"/>
            <a:ext cx="152400" cy="254000"/>
          </a:xfrm>
          <a:custGeom>
            <a:avLst/>
            <a:gdLst>
              <a:gd name="T0" fmla="*/ 130 w 147"/>
              <a:gd name="T1" fmla="*/ 245 h 245"/>
              <a:gd name="T2" fmla="*/ 147 w 147"/>
              <a:gd name="T3" fmla="*/ 140 h 245"/>
              <a:gd name="T4" fmla="*/ 138 w 147"/>
              <a:gd name="T5" fmla="*/ 64 h 245"/>
              <a:gd name="T6" fmla="*/ 111 w 147"/>
              <a:gd name="T7" fmla="*/ 17 h 245"/>
              <a:gd name="T8" fmla="*/ 76 w 147"/>
              <a:gd name="T9" fmla="*/ 0 h 245"/>
              <a:gd name="T10" fmla="*/ 40 w 147"/>
              <a:gd name="T11" fmla="*/ 10 h 245"/>
              <a:gd name="T12" fmla="*/ 12 w 147"/>
              <a:gd name="T13" fmla="*/ 48 h 245"/>
              <a:gd name="T14" fmla="*/ 0 w 147"/>
              <a:gd name="T15" fmla="*/ 114 h 245"/>
              <a:gd name="T16" fmla="*/ 14 w 147"/>
              <a:gd name="T17" fmla="*/ 206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5">
                <a:moveTo>
                  <a:pt x="130" y="245"/>
                </a:moveTo>
                <a:lnTo>
                  <a:pt x="147" y="140"/>
                </a:lnTo>
                <a:lnTo>
                  <a:pt x="138" y="64"/>
                </a:lnTo>
                <a:lnTo>
                  <a:pt x="111" y="17"/>
                </a:lnTo>
                <a:lnTo>
                  <a:pt x="76" y="0"/>
                </a:lnTo>
                <a:lnTo>
                  <a:pt x="40" y="10"/>
                </a:lnTo>
                <a:lnTo>
                  <a:pt x="12" y="48"/>
                </a:lnTo>
                <a:lnTo>
                  <a:pt x="0" y="114"/>
                </a:lnTo>
                <a:lnTo>
                  <a:pt x="14" y="20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45">
            <a:extLst>
              <a:ext uri="{FF2B5EF4-FFF2-40B4-BE49-F238E27FC236}">
                <a16:creationId xmlns:a16="http://schemas.microsoft.com/office/drawing/2014/main" id="{B9076B78-1072-F425-FC0D-88DD63D1E1AE}"/>
              </a:ext>
            </a:extLst>
          </p:cNvPr>
          <p:cNvSpPr>
            <a:spLocks/>
          </p:cNvSpPr>
          <p:nvPr/>
        </p:nvSpPr>
        <p:spPr bwMode="auto">
          <a:xfrm>
            <a:off x="4518025" y="3473451"/>
            <a:ext cx="52388" cy="71438"/>
          </a:xfrm>
          <a:custGeom>
            <a:avLst/>
            <a:gdLst>
              <a:gd name="T0" fmla="*/ 28 w 33"/>
              <a:gd name="T1" fmla="*/ 0 h 45"/>
              <a:gd name="T2" fmla="*/ 0 w 33"/>
              <a:gd name="T3" fmla="*/ 36 h 45"/>
              <a:gd name="T4" fmla="*/ 20 w 33"/>
              <a:gd name="T5" fmla="*/ 29 h 45"/>
              <a:gd name="T6" fmla="*/ 33 w 33"/>
              <a:gd name="T7" fmla="*/ 45 h 45"/>
              <a:gd name="T8" fmla="*/ 28 w 33"/>
              <a:gd name="T9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45">
                <a:moveTo>
                  <a:pt x="28" y="0"/>
                </a:moveTo>
                <a:lnTo>
                  <a:pt x="0" y="36"/>
                </a:lnTo>
                <a:lnTo>
                  <a:pt x="20" y="29"/>
                </a:lnTo>
                <a:lnTo>
                  <a:pt x="33" y="45"/>
                </a:lnTo>
                <a:lnTo>
                  <a:pt x="28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46">
            <a:extLst>
              <a:ext uri="{FF2B5EF4-FFF2-40B4-BE49-F238E27FC236}">
                <a16:creationId xmlns:a16="http://schemas.microsoft.com/office/drawing/2014/main" id="{0F13D8DE-E1BD-7AA0-0AF9-6F4D33E42637}"/>
              </a:ext>
            </a:extLst>
          </p:cNvPr>
          <p:cNvSpPr>
            <a:spLocks/>
          </p:cNvSpPr>
          <p:nvPr/>
        </p:nvSpPr>
        <p:spPr bwMode="auto">
          <a:xfrm flipV="1">
            <a:off x="4518025" y="3473451"/>
            <a:ext cx="52388" cy="71438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59">
            <a:extLst>
              <a:ext uri="{FF2B5EF4-FFF2-40B4-BE49-F238E27FC236}">
                <a16:creationId xmlns:a16="http://schemas.microsoft.com/office/drawing/2014/main" id="{2630908C-4981-28DB-D433-291FB0FC012D}"/>
              </a:ext>
            </a:extLst>
          </p:cNvPr>
          <p:cNvSpPr>
            <a:spLocks/>
          </p:cNvSpPr>
          <p:nvPr/>
        </p:nvSpPr>
        <p:spPr bwMode="auto">
          <a:xfrm flipV="1">
            <a:off x="2009775" y="3379788"/>
            <a:ext cx="2417763" cy="465138"/>
          </a:xfrm>
          <a:custGeom>
            <a:avLst/>
            <a:gdLst>
              <a:gd name="T0" fmla="*/ 0 w 2332"/>
              <a:gd name="T1" fmla="*/ 447 h 447"/>
              <a:gd name="T2" fmla="*/ 275 w 2332"/>
              <a:gd name="T3" fmla="*/ 253 h 447"/>
              <a:gd name="T4" fmla="*/ 567 w 2332"/>
              <a:gd name="T5" fmla="*/ 113 h 447"/>
              <a:gd name="T6" fmla="*/ 870 w 2332"/>
              <a:gd name="T7" fmla="*/ 29 h 447"/>
              <a:gd name="T8" fmla="*/ 1177 w 2332"/>
              <a:gd name="T9" fmla="*/ 0 h 447"/>
              <a:gd name="T10" fmla="*/ 1483 w 2332"/>
              <a:gd name="T11" fmla="*/ 24 h 447"/>
              <a:gd name="T12" fmla="*/ 1782 w 2332"/>
              <a:gd name="T13" fmla="*/ 103 h 447"/>
              <a:gd name="T14" fmla="*/ 2066 w 2332"/>
              <a:gd name="T15" fmla="*/ 235 h 447"/>
              <a:gd name="T16" fmla="*/ 2332 w 2332"/>
              <a:gd name="T17" fmla="*/ 421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2" h="447">
                <a:moveTo>
                  <a:pt x="0" y="447"/>
                </a:moveTo>
                <a:lnTo>
                  <a:pt x="275" y="253"/>
                </a:lnTo>
                <a:lnTo>
                  <a:pt x="567" y="113"/>
                </a:lnTo>
                <a:lnTo>
                  <a:pt x="870" y="29"/>
                </a:lnTo>
                <a:lnTo>
                  <a:pt x="1177" y="0"/>
                </a:lnTo>
                <a:lnTo>
                  <a:pt x="1483" y="24"/>
                </a:lnTo>
                <a:lnTo>
                  <a:pt x="1782" y="103"/>
                </a:lnTo>
                <a:lnTo>
                  <a:pt x="2066" y="235"/>
                </a:lnTo>
                <a:lnTo>
                  <a:pt x="2332" y="42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60">
            <a:extLst>
              <a:ext uri="{FF2B5EF4-FFF2-40B4-BE49-F238E27FC236}">
                <a16:creationId xmlns:a16="http://schemas.microsoft.com/office/drawing/2014/main" id="{0FD45D97-B361-3823-D00B-29512A4B0B79}"/>
              </a:ext>
            </a:extLst>
          </p:cNvPr>
          <p:cNvSpPr>
            <a:spLocks/>
          </p:cNvSpPr>
          <p:nvPr/>
        </p:nvSpPr>
        <p:spPr bwMode="auto">
          <a:xfrm>
            <a:off x="4371975" y="3395663"/>
            <a:ext cx="68263" cy="65088"/>
          </a:xfrm>
          <a:custGeom>
            <a:avLst/>
            <a:gdLst>
              <a:gd name="T0" fmla="*/ 43 w 43"/>
              <a:gd name="T1" fmla="*/ 0 h 41"/>
              <a:gd name="T2" fmla="*/ 0 w 43"/>
              <a:gd name="T3" fmla="*/ 15 h 41"/>
              <a:gd name="T4" fmla="*/ 20 w 43"/>
              <a:gd name="T5" fmla="*/ 20 h 41"/>
              <a:gd name="T6" fmla="*/ 22 w 43"/>
              <a:gd name="T7" fmla="*/ 41 h 41"/>
              <a:gd name="T8" fmla="*/ 43 w 43"/>
              <a:gd name="T9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41">
                <a:moveTo>
                  <a:pt x="43" y="0"/>
                </a:moveTo>
                <a:lnTo>
                  <a:pt x="0" y="15"/>
                </a:lnTo>
                <a:lnTo>
                  <a:pt x="20" y="20"/>
                </a:lnTo>
                <a:lnTo>
                  <a:pt x="22" y="41"/>
                </a:lnTo>
                <a:lnTo>
                  <a:pt x="43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61">
            <a:extLst>
              <a:ext uri="{FF2B5EF4-FFF2-40B4-BE49-F238E27FC236}">
                <a16:creationId xmlns:a16="http://schemas.microsoft.com/office/drawing/2014/main" id="{21AB37F0-31D4-DC2E-8FB7-AA0D5C8F93D8}"/>
              </a:ext>
            </a:extLst>
          </p:cNvPr>
          <p:cNvSpPr>
            <a:spLocks/>
          </p:cNvSpPr>
          <p:nvPr/>
        </p:nvSpPr>
        <p:spPr bwMode="auto">
          <a:xfrm flipV="1">
            <a:off x="4371975" y="3395663"/>
            <a:ext cx="68263" cy="65088"/>
          </a:xfrm>
          <a:custGeom>
            <a:avLst/>
            <a:gdLst>
              <a:gd name="T0" fmla="*/ 66 w 66"/>
              <a:gd name="T1" fmla="*/ 62 h 62"/>
              <a:gd name="T2" fmla="*/ 0 w 66"/>
              <a:gd name="T3" fmla="*/ 40 h 62"/>
              <a:gd name="T4" fmla="*/ 30 w 66"/>
              <a:gd name="T5" fmla="*/ 32 h 62"/>
              <a:gd name="T6" fmla="*/ 33 w 66"/>
              <a:gd name="T7" fmla="*/ 0 h 62"/>
              <a:gd name="T8" fmla="*/ 66 w 66"/>
              <a:gd name="T9" fmla="*/ 6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" h="62">
                <a:moveTo>
                  <a:pt x="66" y="62"/>
                </a:moveTo>
                <a:lnTo>
                  <a:pt x="0" y="40"/>
                </a:lnTo>
                <a:lnTo>
                  <a:pt x="30" y="32"/>
                </a:lnTo>
                <a:lnTo>
                  <a:pt x="33" y="0"/>
                </a:lnTo>
                <a:lnTo>
                  <a:pt x="66" y="62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69">
            <a:extLst>
              <a:ext uri="{FF2B5EF4-FFF2-40B4-BE49-F238E27FC236}">
                <a16:creationId xmlns:a16="http://schemas.microsoft.com/office/drawing/2014/main" id="{CFBEA3A9-99C3-89F6-64B3-47E77E2A2911}"/>
              </a:ext>
            </a:extLst>
          </p:cNvPr>
          <p:cNvSpPr>
            <a:spLocks/>
          </p:cNvSpPr>
          <p:nvPr/>
        </p:nvSpPr>
        <p:spPr bwMode="auto">
          <a:xfrm flipV="1">
            <a:off x="1765300" y="3449638"/>
            <a:ext cx="152400" cy="254000"/>
          </a:xfrm>
          <a:custGeom>
            <a:avLst/>
            <a:gdLst>
              <a:gd name="T0" fmla="*/ 130 w 147"/>
              <a:gd name="T1" fmla="*/ 245 h 245"/>
              <a:gd name="T2" fmla="*/ 147 w 147"/>
              <a:gd name="T3" fmla="*/ 140 h 245"/>
              <a:gd name="T4" fmla="*/ 138 w 147"/>
              <a:gd name="T5" fmla="*/ 64 h 245"/>
              <a:gd name="T6" fmla="*/ 111 w 147"/>
              <a:gd name="T7" fmla="*/ 17 h 245"/>
              <a:gd name="T8" fmla="*/ 76 w 147"/>
              <a:gd name="T9" fmla="*/ 0 h 245"/>
              <a:gd name="T10" fmla="*/ 40 w 147"/>
              <a:gd name="T11" fmla="*/ 10 h 245"/>
              <a:gd name="T12" fmla="*/ 12 w 147"/>
              <a:gd name="T13" fmla="*/ 48 h 245"/>
              <a:gd name="T14" fmla="*/ 0 w 147"/>
              <a:gd name="T15" fmla="*/ 114 h 245"/>
              <a:gd name="T16" fmla="*/ 13 w 147"/>
              <a:gd name="T17" fmla="*/ 206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5">
                <a:moveTo>
                  <a:pt x="130" y="245"/>
                </a:moveTo>
                <a:lnTo>
                  <a:pt x="147" y="140"/>
                </a:lnTo>
                <a:lnTo>
                  <a:pt x="138" y="64"/>
                </a:lnTo>
                <a:lnTo>
                  <a:pt x="111" y="17"/>
                </a:lnTo>
                <a:lnTo>
                  <a:pt x="76" y="0"/>
                </a:lnTo>
                <a:lnTo>
                  <a:pt x="40" y="10"/>
                </a:lnTo>
                <a:lnTo>
                  <a:pt x="12" y="48"/>
                </a:lnTo>
                <a:lnTo>
                  <a:pt x="0" y="114"/>
                </a:lnTo>
                <a:lnTo>
                  <a:pt x="13" y="20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70">
            <a:extLst>
              <a:ext uri="{FF2B5EF4-FFF2-40B4-BE49-F238E27FC236}">
                <a16:creationId xmlns:a16="http://schemas.microsoft.com/office/drawing/2014/main" id="{2C45FD87-D940-0453-7B36-85B88711396E}"/>
              </a:ext>
            </a:extLst>
          </p:cNvPr>
          <p:cNvSpPr>
            <a:spLocks/>
          </p:cNvSpPr>
          <p:nvPr/>
        </p:nvSpPr>
        <p:spPr bwMode="auto">
          <a:xfrm>
            <a:off x="1739900" y="3473451"/>
            <a:ext cx="52388" cy="71438"/>
          </a:xfrm>
          <a:custGeom>
            <a:avLst/>
            <a:gdLst>
              <a:gd name="T0" fmla="*/ 28 w 33"/>
              <a:gd name="T1" fmla="*/ 0 h 45"/>
              <a:gd name="T2" fmla="*/ 0 w 33"/>
              <a:gd name="T3" fmla="*/ 36 h 45"/>
              <a:gd name="T4" fmla="*/ 20 w 33"/>
              <a:gd name="T5" fmla="*/ 29 h 45"/>
              <a:gd name="T6" fmla="*/ 33 w 33"/>
              <a:gd name="T7" fmla="*/ 45 h 45"/>
              <a:gd name="T8" fmla="*/ 28 w 33"/>
              <a:gd name="T9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45">
                <a:moveTo>
                  <a:pt x="28" y="0"/>
                </a:moveTo>
                <a:lnTo>
                  <a:pt x="0" y="36"/>
                </a:lnTo>
                <a:lnTo>
                  <a:pt x="20" y="29"/>
                </a:lnTo>
                <a:lnTo>
                  <a:pt x="33" y="45"/>
                </a:lnTo>
                <a:lnTo>
                  <a:pt x="28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71">
            <a:extLst>
              <a:ext uri="{FF2B5EF4-FFF2-40B4-BE49-F238E27FC236}">
                <a16:creationId xmlns:a16="http://schemas.microsoft.com/office/drawing/2014/main" id="{40807D58-EEC2-2813-B2FE-125383BC7DEF}"/>
              </a:ext>
            </a:extLst>
          </p:cNvPr>
          <p:cNvSpPr>
            <a:spLocks/>
          </p:cNvSpPr>
          <p:nvPr/>
        </p:nvSpPr>
        <p:spPr bwMode="auto">
          <a:xfrm flipV="1">
            <a:off x="1739900" y="3473451"/>
            <a:ext cx="52388" cy="71438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Freeform 78">
            <a:extLst>
              <a:ext uri="{FF2B5EF4-FFF2-40B4-BE49-F238E27FC236}">
                <a16:creationId xmlns:a16="http://schemas.microsoft.com/office/drawing/2014/main" id="{8225F24B-68D4-8266-1296-13C40904C2AA}"/>
              </a:ext>
            </a:extLst>
          </p:cNvPr>
          <p:cNvSpPr>
            <a:spLocks/>
          </p:cNvSpPr>
          <p:nvPr/>
        </p:nvSpPr>
        <p:spPr bwMode="auto">
          <a:xfrm flipV="1">
            <a:off x="6737350" y="3454401"/>
            <a:ext cx="157163" cy="261938"/>
          </a:xfrm>
          <a:custGeom>
            <a:avLst/>
            <a:gdLst>
              <a:gd name="T0" fmla="*/ 134 w 151"/>
              <a:gd name="T1" fmla="*/ 252 h 252"/>
              <a:gd name="T2" fmla="*/ 151 w 151"/>
              <a:gd name="T3" fmla="*/ 144 h 252"/>
              <a:gd name="T4" fmla="*/ 141 w 151"/>
              <a:gd name="T5" fmla="*/ 66 h 252"/>
              <a:gd name="T6" fmla="*/ 114 w 151"/>
              <a:gd name="T7" fmla="*/ 18 h 252"/>
              <a:gd name="T8" fmla="*/ 78 w 151"/>
              <a:gd name="T9" fmla="*/ 0 h 252"/>
              <a:gd name="T10" fmla="*/ 41 w 151"/>
              <a:gd name="T11" fmla="*/ 11 h 252"/>
              <a:gd name="T12" fmla="*/ 12 w 151"/>
              <a:gd name="T13" fmla="*/ 50 h 252"/>
              <a:gd name="T14" fmla="*/ 0 w 151"/>
              <a:gd name="T15" fmla="*/ 118 h 252"/>
              <a:gd name="T16" fmla="*/ 14 w 151"/>
              <a:gd name="T17" fmla="*/ 214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252">
                <a:moveTo>
                  <a:pt x="134" y="252"/>
                </a:moveTo>
                <a:lnTo>
                  <a:pt x="151" y="144"/>
                </a:lnTo>
                <a:lnTo>
                  <a:pt x="141" y="66"/>
                </a:lnTo>
                <a:lnTo>
                  <a:pt x="114" y="18"/>
                </a:lnTo>
                <a:lnTo>
                  <a:pt x="78" y="0"/>
                </a:lnTo>
                <a:lnTo>
                  <a:pt x="41" y="11"/>
                </a:lnTo>
                <a:lnTo>
                  <a:pt x="12" y="50"/>
                </a:lnTo>
                <a:lnTo>
                  <a:pt x="0" y="118"/>
                </a:lnTo>
                <a:lnTo>
                  <a:pt x="14" y="214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Freeform 79">
            <a:extLst>
              <a:ext uri="{FF2B5EF4-FFF2-40B4-BE49-F238E27FC236}">
                <a16:creationId xmlns:a16="http://schemas.microsoft.com/office/drawing/2014/main" id="{79D88B1F-AA69-FAC5-C545-DFB43AC5825F}"/>
              </a:ext>
            </a:extLst>
          </p:cNvPr>
          <p:cNvSpPr>
            <a:spLocks/>
          </p:cNvSpPr>
          <p:nvPr/>
        </p:nvSpPr>
        <p:spPr bwMode="auto">
          <a:xfrm>
            <a:off x="6713538" y="3478213"/>
            <a:ext cx="52388" cy="71438"/>
          </a:xfrm>
          <a:custGeom>
            <a:avLst/>
            <a:gdLst>
              <a:gd name="T0" fmla="*/ 27 w 33"/>
              <a:gd name="T1" fmla="*/ 0 h 45"/>
              <a:gd name="T2" fmla="*/ 0 w 33"/>
              <a:gd name="T3" fmla="*/ 37 h 45"/>
              <a:gd name="T4" fmla="*/ 19 w 33"/>
              <a:gd name="T5" fmla="*/ 29 h 45"/>
              <a:gd name="T6" fmla="*/ 33 w 33"/>
              <a:gd name="T7" fmla="*/ 45 h 45"/>
              <a:gd name="T8" fmla="*/ 27 w 33"/>
              <a:gd name="T9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45">
                <a:moveTo>
                  <a:pt x="27" y="0"/>
                </a:moveTo>
                <a:lnTo>
                  <a:pt x="0" y="37"/>
                </a:lnTo>
                <a:lnTo>
                  <a:pt x="19" y="29"/>
                </a:lnTo>
                <a:lnTo>
                  <a:pt x="33" y="45"/>
                </a:lnTo>
                <a:lnTo>
                  <a:pt x="27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80">
            <a:extLst>
              <a:ext uri="{FF2B5EF4-FFF2-40B4-BE49-F238E27FC236}">
                <a16:creationId xmlns:a16="http://schemas.microsoft.com/office/drawing/2014/main" id="{78DF4708-00F8-6031-D6CE-D6254B9D4B31}"/>
              </a:ext>
            </a:extLst>
          </p:cNvPr>
          <p:cNvSpPr>
            <a:spLocks/>
          </p:cNvSpPr>
          <p:nvPr/>
        </p:nvSpPr>
        <p:spPr bwMode="auto">
          <a:xfrm flipV="1">
            <a:off x="6713538" y="3478213"/>
            <a:ext cx="52388" cy="71438"/>
          </a:xfrm>
          <a:custGeom>
            <a:avLst/>
            <a:gdLst>
              <a:gd name="T0" fmla="*/ 41 w 50"/>
              <a:gd name="T1" fmla="*/ 68 h 68"/>
              <a:gd name="T2" fmla="*/ 0 w 50"/>
              <a:gd name="T3" fmla="*/ 13 h 68"/>
              <a:gd name="T4" fmla="*/ 29 w 50"/>
              <a:gd name="T5" fmla="*/ 24 h 68"/>
              <a:gd name="T6" fmla="*/ 50 w 50"/>
              <a:gd name="T7" fmla="*/ 0 h 68"/>
              <a:gd name="T8" fmla="*/ 41 w 50"/>
              <a:gd name="T9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8">
                <a:moveTo>
                  <a:pt x="41" y="68"/>
                </a:moveTo>
                <a:lnTo>
                  <a:pt x="0" y="13"/>
                </a:lnTo>
                <a:lnTo>
                  <a:pt x="29" y="24"/>
                </a:lnTo>
                <a:lnTo>
                  <a:pt x="50" y="0"/>
                </a:lnTo>
                <a:lnTo>
                  <a:pt x="41" y="68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888B7DF-D1BC-27B6-2317-9F23FC5A2B66}"/>
                  </a:ext>
                </a:extLst>
              </p:cNvPr>
              <p:cNvSpPr txBox="1"/>
              <p:nvPr/>
            </p:nvSpPr>
            <p:spPr>
              <a:xfrm>
                <a:off x="2440832" y="2303533"/>
                <a:ext cx="1801712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888B7DF-D1BC-27B6-2317-9F23FC5A2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832" y="2303533"/>
                <a:ext cx="1801712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CBD26B3-2E4D-F309-5F70-D5351FA873AC}"/>
                  </a:ext>
                </a:extLst>
              </p:cNvPr>
              <p:cNvSpPr txBox="1"/>
              <p:nvPr/>
            </p:nvSpPr>
            <p:spPr>
              <a:xfrm>
                <a:off x="5473167" y="2900919"/>
                <a:ext cx="599138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CBD26B3-2E4D-F309-5F70-D5351FA87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167" y="2900919"/>
                <a:ext cx="59913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685AF1D-2790-BF1B-86ED-320696C7BE89}"/>
                  </a:ext>
                </a:extLst>
              </p:cNvPr>
              <p:cNvSpPr txBox="1"/>
              <p:nvPr/>
            </p:nvSpPr>
            <p:spPr>
              <a:xfrm>
                <a:off x="6472706" y="3688338"/>
                <a:ext cx="68826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E685AF1D-2790-BF1B-86ED-320696C7B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706" y="3688338"/>
                <a:ext cx="6882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3ED5AF9-439C-9442-E96E-09162CB56098}"/>
                  </a:ext>
                </a:extLst>
              </p:cNvPr>
              <p:cNvSpPr txBox="1"/>
              <p:nvPr/>
            </p:nvSpPr>
            <p:spPr>
              <a:xfrm>
                <a:off x="3989079" y="3697598"/>
                <a:ext cx="197483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3ED5AF9-439C-9442-E96E-09162CB5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079" y="3697598"/>
                <a:ext cx="1974835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614214E-6E24-AB1F-FCE8-6852B6FB8788}"/>
                  </a:ext>
                </a:extLst>
              </p:cNvPr>
              <p:cNvSpPr txBox="1"/>
              <p:nvPr/>
            </p:nvSpPr>
            <p:spPr>
              <a:xfrm>
                <a:off x="2612188" y="3831404"/>
                <a:ext cx="109709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614214E-6E24-AB1F-FCE8-6852B6FB8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188" y="3831404"/>
                <a:ext cx="1097095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16F958-7D54-C8B2-8BB3-6CC8EBD4DF3F}"/>
                  </a:ext>
                </a:extLst>
              </p:cNvPr>
              <p:cNvSpPr txBox="1"/>
              <p:nvPr/>
            </p:nvSpPr>
            <p:spPr>
              <a:xfrm>
                <a:off x="1204052" y="3700320"/>
                <a:ext cx="109709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16F958-7D54-C8B2-8BB3-6CC8EBD4D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052" y="3700320"/>
                <a:ext cx="1097095" cy="369332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17225711-AB74-F596-6A53-62076374976E}"/>
              </a:ext>
            </a:extLst>
          </p:cNvPr>
          <p:cNvSpPr/>
          <p:nvPr/>
        </p:nvSpPr>
        <p:spPr>
          <a:xfrm>
            <a:off x="1180755" y="4823686"/>
            <a:ext cx="5899068" cy="1798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 6">
            <a:extLst>
              <a:ext uri="{FF2B5EF4-FFF2-40B4-BE49-F238E27FC236}">
                <a16:creationId xmlns:a16="http://schemas.microsoft.com/office/drawing/2014/main" id="{2E27E82E-7D48-E97C-2495-002F23E1AA28}"/>
              </a:ext>
            </a:extLst>
          </p:cNvPr>
          <p:cNvSpPr>
            <a:spLocks/>
          </p:cNvSpPr>
          <p:nvPr/>
        </p:nvSpPr>
        <p:spPr bwMode="auto">
          <a:xfrm>
            <a:off x="4331780" y="5482499"/>
            <a:ext cx="417513" cy="417513"/>
          </a:xfrm>
          <a:custGeom>
            <a:avLst/>
            <a:gdLst>
              <a:gd name="T0" fmla="*/ 263 w 263"/>
              <a:gd name="T1" fmla="*/ 132 h 263"/>
              <a:gd name="T2" fmla="*/ 252 w 263"/>
              <a:gd name="T3" fmla="*/ 80 h 263"/>
              <a:gd name="T4" fmla="*/ 224 w 263"/>
              <a:gd name="T5" fmla="*/ 38 h 263"/>
              <a:gd name="T6" fmla="*/ 183 w 263"/>
              <a:gd name="T7" fmla="*/ 10 h 263"/>
              <a:gd name="T8" fmla="*/ 131 w 263"/>
              <a:gd name="T9" fmla="*/ 0 h 263"/>
              <a:gd name="T10" fmla="*/ 80 w 263"/>
              <a:gd name="T11" fmla="*/ 10 h 263"/>
              <a:gd name="T12" fmla="*/ 38 w 263"/>
              <a:gd name="T13" fmla="*/ 38 h 263"/>
              <a:gd name="T14" fmla="*/ 10 w 263"/>
              <a:gd name="T15" fmla="*/ 80 h 263"/>
              <a:gd name="T16" fmla="*/ 0 w 263"/>
              <a:gd name="T17" fmla="*/ 132 h 263"/>
              <a:gd name="T18" fmla="*/ 10 w 263"/>
              <a:gd name="T19" fmla="*/ 183 h 263"/>
              <a:gd name="T20" fmla="*/ 38 w 263"/>
              <a:gd name="T21" fmla="*/ 225 h 263"/>
              <a:gd name="T22" fmla="*/ 80 w 263"/>
              <a:gd name="T23" fmla="*/ 253 h 263"/>
              <a:gd name="T24" fmla="*/ 131 w 263"/>
              <a:gd name="T25" fmla="*/ 263 h 263"/>
              <a:gd name="T26" fmla="*/ 183 w 263"/>
              <a:gd name="T27" fmla="*/ 253 h 263"/>
              <a:gd name="T28" fmla="*/ 224 w 263"/>
              <a:gd name="T29" fmla="*/ 225 h 263"/>
              <a:gd name="T30" fmla="*/ 252 w 263"/>
              <a:gd name="T31" fmla="*/ 183 h 263"/>
              <a:gd name="T32" fmla="*/ 263 w 263"/>
              <a:gd name="T33" fmla="*/ 132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3" h="263">
                <a:moveTo>
                  <a:pt x="263" y="132"/>
                </a:moveTo>
                <a:lnTo>
                  <a:pt x="252" y="80"/>
                </a:lnTo>
                <a:lnTo>
                  <a:pt x="224" y="38"/>
                </a:lnTo>
                <a:lnTo>
                  <a:pt x="183" y="10"/>
                </a:lnTo>
                <a:lnTo>
                  <a:pt x="131" y="0"/>
                </a:lnTo>
                <a:lnTo>
                  <a:pt x="80" y="10"/>
                </a:lnTo>
                <a:lnTo>
                  <a:pt x="38" y="38"/>
                </a:lnTo>
                <a:lnTo>
                  <a:pt x="10" y="80"/>
                </a:lnTo>
                <a:lnTo>
                  <a:pt x="0" y="132"/>
                </a:lnTo>
                <a:lnTo>
                  <a:pt x="10" y="183"/>
                </a:lnTo>
                <a:lnTo>
                  <a:pt x="38" y="225"/>
                </a:lnTo>
                <a:lnTo>
                  <a:pt x="80" y="253"/>
                </a:lnTo>
                <a:lnTo>
                  <a:pt x="131" y="263"/>
                </a:lnTo>
                <a:lnTo>
                  <a:pt x="183" y="253"/>
                </a:lnTo>
                <a:lnTo>
                  <a:pt x="224" y="225"/>
                </a:lnTo>
                <a:lnTo>
                  <a:pt x="252" y="183"/>
                </a:lnTo>
                <a:lnTo>
                  <a:pt x="263" y="132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Line 10">
            <a:extLst>
              <a:ext uri="{FF2B5EF4-FFF2-40B4-BE49-F238E27FC236}">
                <a16:creationId xmlns:a16="http://schemas.microsoft.com/office/drawing/2014/main" id="{C4EFA1C0-D256-BA20-C521-46ADDE2EB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39742" y="5271362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Freeform 11">
            <a:extLst>
              <a:ext uri="{FF2B5EF4-FFF2-40B4-BE49-F238E27FC236}">
                <a16:creationId xmlns:a16="http://schemas.microsoft.com/office/drawing/2014/main" id="{F1AA7AE2-2056-1F5B-3ED3-8C86349BD19E}"/>
              </a:ext>
            </a:extLst>
          </p:cNvPr>
          <p:cNvSpPr>
            <a:spLocks/>
          </p:cNvSpPr>
          <p:nvPr/>
        </p:nvSpPr>
        <p:spPr bwMode="auto">
          <a:xfrm>
            <a:off x="4512755" y="5387249"/>
            <a:ext cx="53975" cy="66675"/>
          </a:xfrm>
          <a:custGeom>
            <a:avLst/>
            <a:gdLst>
              <a:gd name="T0" fmla="*/ 17 w 34"/>
              <a:gd name="T1" fmla="*/ 42 h 42"/>
              <a:gd name="T2" fmla="*/ 34 w 34"/>
              <a:gd name="T3" fmla="*/ 0 h 42"/>
              <a:gd name="T4" fmla="*/ 17 w 34"/>
              <a:gd name="T5" fmla="*/ 12 h 42"/>
              <a:gd name="T6" fmla="*/ 0 w 34"/>
              <a:gd name="T7" fmla="*/ 0 h 42"/>
              <a:gd name="T8" fmla="*/ 17 w 34"/>
              <a:gd name="T9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42">
                <a:moveTo>
                  <a:pt x="17" y="42"/>
                </a:moveTo>
                <a:lnTo>
                  <a:pt x="34" y="0"/>
                </a:lnTo>
                <a:lnTo>
                  <a:pt x="17" y="12"/>
                </a:lnTo>
                <a:lnTo>
                  <a:pt x="0" y="0"/>
                </a:lnTo>
                <a:lnTo>
                  <a:pt x="17" y="4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Freeform 12">
            <a:extLst>
              <a:ext uri="{FF2B5EF4-FFF2-40B4-BE49-F238E27FC236}">
                <a16:creationId xmlns:a16="http://schemas.microsoft.com/office/drawing/2014/main" id="{CD7BD936-349B-FF7D-009E-1FF627E77621}"/>
              </a:ext>
            </a:extLst>
          </p:cNvPr>
          <p:cNvSpPr>
            <a:spLocks/>
          </p:cNvSpPr>
          <p:nvPr/>
        </p:nvSpPr>
        <p:spPr bwMode="auto">
          <a:xfrm flipV="1">
            <a:off x="4512755" y="5387249"/>
            <a:ext cx="53975" cy="66675"/>
          </a:xfrm>
          <a:custGeom>
            <a:avLst/>
            <a:gdLst>
              <a:gd name="T0" fmla="*/ 26 w 52"/>
              <a:gd name="T1" fmla="*/ 0 h 64"/>
              <a:gd name="T2" fmla="*/ 52 w 52"/>
              <a:gd name="T3" fmla="*/ 64 h 64"/>
              <a:gd name="T4" fmla="*/ 26 w 52"/>
              <a:gd name="T5" fmla="*/ 46 h 64"/>
              <a:gd name="T6" fmla="*/ 0 w 52"/>
              <a:gd name="T7" fmla="*/ 64 h 64"/>
              <a:gd name="T8" fmla="*/ 26 w 52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64">
                <a:moveTo>
                  <a:pt x="26" y="0"/>
                </a:moveTo>
                <a:lnTo>
                  <a:pt x="52" y="64"/>
                </a:lnTo>
                <a:lnTo>
                  <a:pt x="26" y="46"/>
                </a:lnTo>
                <a:lnTo>
                  <a:pt x="0" y="64"/>
                </a:lnTo>
                <a:lnTo>
                  <a:pt x="26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Freeform 14">
            <a:extLst>
              <a:ext uri="{FF2B5EF4-FFF2-40B4-BE49-F238E27FC236}">
                <a16:creationId xmlns:a16="http://schemas.microsoft.com/office/drawing/2014/main" id="{A7EE6A45-2E9B-C79B-9A86-371186751986}"/>
              </a:ext>
            </a:extLst>
          </p:cNvPr>
          <p:cNvSpPr>
            <a:spLocks/>
          </p:cNvSpPr>
          <p:nvPr/>
        </p:nvSpPr>
        <p:spPr bwMode="auto">
          <a:xfrm>
            <a:off x="1553655" y="5482499"/>
            <a:ext cx="417513" cy="417513"/>
          </a:xfrm>
          <a:custGeom>
            <a:avLst/>
            <a:gdLst>
              <a:gd name="T0" fmla="*/ 263 w 263"/>
              <a:gd name="T1" fmla="*/ 132 h 263"/>
              <a:gd name="T2" fmla="*/ 252 w 263"/>
              <a:gd name="T3" fmla="*/ 80 h 263"/>
              <a:gd name="T4" fmla="*/ 224 w 263"/>
              <a:gd name="T5" fmla="*/ 38 h 263"/>
              <a:gd name="T6" fmla="*/ 182 w 263"/>
              <a:gd name="T7" fmla="*/ 10 h 263"/>
              <a:gd name="T8" fmla="*/ 131 w 263"/>
              <a:gd name="T9" fmla="*/ 0 h 263"/>
              <a:gd name="T10" fmla="*/ 80 w 263"/>
              <a:gd name="T11" fmla="*/ 10 h 263"/>
              <a:gd name="T12" fmla="*/ 38 w 263"/>
              <a:gd name="T13" fmla="*/ 38 h 263"/>
              <a:gd name="T14" fmla="*/ 11 w 263"/>
              <a:gd name="T15" fmla="*/ 80 h 263"/>
              <a:gd name="T16" fmla="*/ 0 w 263"/>
              <a:gd name="T17" fmla="*/ 132 h 263"/>
              <a:gd name="T18" fmla="*/ 11 w 263"/>
              <a:gd name="T19" fmla="*/ 183 h 263"/>
              <a:gd name="T20" fmla="*/ 38 w 263"/>
              <a:gd name="T21" fmla="*/ 225 h 263"/>
              <a:gd name="T22" fmla="*/ 80 w 263"/>
              <a:gd name="T23" fmla="*/ 253 h 263"/>
              <a:gd name="T24" fmla="*/ 131 w 263"/>
              <a:gd name="T25" fmla="*/ 263 h 263"/>
              <a:gd name="T26" fmla="*/ 182 w 263"/>
              <a:gd name="T27" fmla="*/ 253 h 263"/>
              <a:gd name="T28" fmla="*/ 224 w 263"/>
              <a:gd name="T29" fmla="*/ 225 h 263"/>
              <a:gd name="T30" fmla="*/ 252 w 263"/>
              <a:gd name="T31" fmla="*/ 183 h 263"/>
              <a:gd name="T32" fmla="*/ 263 w 263"/>
              <a:gd name="T33" fmla="*/ 132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3" h="263">
                <a:moveTo>
                  <a:pt x="263" y="132"/>
                </a:moveTo>
                <a:lnTo>
                  <a:pt x="252" y="80"/>
                </a:lnTo>
                <a:lnTo>
                  <a:pt x="224" y="38"/>
                </a:lnTo>
                <a:lnTo>
                  <a:pt x="182" y="10"/>
                </a:lnTo>
                <a:lnTo>
                  <a:pt x="131" y="0"/>
                </a:lnTo>
                <a:lnTo>
                  <a:pt x="80" y="10"/>
                </a:lnTo>
                <a:lnTo>
                  <a:pt x="38" y="38"/>
                </a:lnTo>
                <a:lnTo>
                  <a:pt x="11" y="80"/>
                </a:lnTo>
                <a:lnTo>
                  <a:pt x="0" y="132"/>
                </a:lnTo>
                <a:lnTo>
                  <a:pt x="11" y="183"/>
                </a:lnTo>
                <a:lnTo>
                  <a:pt x="38" y="225"/>
                </a:lnTo>
                <a:lnTo>
                  <a:pt x="80" y="253"/>
                </a:lnTo>
                <a:lnTo>
                  <a:pt x="131" y="263"/>
                </a:lnTo>
                <a:lnTo>
                  <a:pt x="182" y="253"/>
                </a:lnTo>
                <a:lnTo>
                  <a:pt x="224" y="225"/>
                </a:lnTo>
                <a:lnTo>
                  <a:pt x="252" y="183"/>
                </a:lnTo>
                <a:lnTo>
                  <a:pt x="263" y="132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19">
            <a:extLst>
              <a:ext uri="{FF2B5EF4-FFF2-40B4-BE49-F238E27FC236}">
                <a16:creationId xmlns:a16="http://schemas.microsoft.com/office/drawing/2014/main" id="{0A2E3A9D-4F3F-6822-7BEC-380E521FE958}"/>
              </a:ext>
            </a:extLst>
          </p:cNvPr>
          <p:cNvSpPr>
            <a:spLocks/>
          </p:cNvSpPr>
          <p:nvPr/>
        </p:nvSpPr>
        <p:spPr bwMode="auto">
          <a:xfrm>
            <a:off x="6527292" y="5482499"/>
            <a:ext cx="417513" cy="417513"/>
          </a:xfrm>
          <a:custGeom>
            <a:avLst/>
            <a:gdLst>
              <a:gd name="T0" fmla="*/ 263 w 263"/>
              <a:gd name="T1" fmla="*/ 132 h 263"/>
              <a:gd name="T2" fmla="*/ 252 w 263"/>
              <a:gd name="T3" fmla="*/ 80 h 263"/>
              <a:gd name="T4" fmla="*/ 224 w 263"/>
              <a:gd name="T5" fmla="*/ 38 h 263"/>
              <a:gd name="T6" fmla="*/ 183 w 263"/>
              <a:gd name="T7" fmla="*/ 10 h 263"/>
              <a:gd name="T8" fmla="*/ 131 w 263"/>
              <a:gd name="T9" fmla="*/ 0 h 263"/>
              <a:gd name="T10" fmla="*/ 80 w 263"/>
              <a:gd name="T11" fmla="*/ 10 h 263"/>
              <a:gd name="T12" fmla="*/ 39 w 263"/>
              <a:gd name="T13" fmla="*/ 38 h 263"/>
              <a:gd name="T14" fmla="*/ 11 w 263"/>
              <a:gd name="T15" fmla="*/ 80 h 263"/>
              <a:gd name="T16" fmla="*/ 0 w 263"/>
              <a:gd name="T17" fmla="*/ 132 h 263"/>
              <a:gd name="T18" fmla="*/ 11 w 263"/>
              <a:gd name="T19" fmla="*/ 183 h 263"/>
              <a:gd name="T20" fmla="*/ 39 w 263"/>
              <a:gd name="T21" fmla="*/ 225 h 263"/>
              <a:gd name="T22" fmla="*/ 80 w 263"/>
              <a:gd name="T23" fmla="*/ 253 h 263"/>
              <a:gd name="T24" fmla="*/ 131 w 263"/>
              <a:gd name="T25" fmla="*/ 263 h 263"/>
              <a:gd name="T26" fmla="*/ 183 w 263"/>
              <a:gd name="T27" fmla="*/ 253 h 263"/>
              <a:gd name="T28" fmla="*/ 224 w 263"/>
              <a:gd name="T29" fmla="*/ 225 h 263"/>
              <a:gd name="T30" fmla="*/ 252 w 263"/>
              <a:gd name="T31" fmla="*/ 183 h 263"/>
              <a:gd name="T32" fmla="*/ 263 w 263"/>
              <a:gd name="T33" fmla="*/ 132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3" h="263">
                <a:moveTo>
                  <a:pt x="263" y="132"/>
                </a:moveTo>
                <a:lnTo>
                  <a:pt x="252" y="80"/>
                </a:lnTo>
                <a:lnTo>
                  <a:pt x="224" y="38"/>
                </a:lnTo>
                <a:lnTo>
                  <a:pt x="183" y="10"/>
                </a:lnTo>
                <a:lnTo>
                  <a:pt x="131" y="0"/>
                </a:lnTo>
                <a:lnTo>
                  <a:pt x="80" y="10"/>
                </a:lnTo>
                <a:lnTo>
                  <a:pt x="39" y="38"/>
                </a:lnTo>
                <a:lnTo>
                  <a:pt x="11" y="80"/>
                </a:lnTo>
                <a:lnTo>
                  <a:pt x="0" y="132"/>
                </a:lnTo>
                <a:lnTo>
                  <a:pt x="11" y="183"/>
                </a:lnTo>
                <a:lnTo>
                  <a:pt x="39" y="225"/>
                </a:lnTo>
                <a:lnTo>
                  <a:pt x="80" y="253"/>
                </a:lnTo>
                <a:lnTo>
                  <a:pt x="131" y="263"/>
                </a:lnTo>
                <a:lnTo>
                  <a:pt x="183" y="253"/>
                </a:lnTo>
                <a:lnTo>
                  <a:pt x="224" y="225"/>
                </a:lnTo>
                <a:lnTo>
                  <a:pt x="252" y="183"/>
                </a:lnTo>
                <a:lnTo>
                  <a:pt x="263" y="132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4">
            <a:extLst>
              <a:ext uri="{FF2B5EF4-FFF2-40B4-BE49-F238E27FC236}">
                <a16:creationId xmlns:a16="http://schemas.microsoft.com/office/drawing/2014/main" id="{1AB592FB-B526-FD6F-3317-81C8A1E15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467" y="5692049"/>
            <a:ext cx="17224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Freeform 25">
            <a:extLst>
              <a:ext uri="{FF2B5EF4-FFF2-40B4-BE49-F238E27FC236}">
                <a16:creationId xmlns:a16="http://schemas.microsoft.com/office/drawing/2014/main" id="{6E958635-B461-1F83-D768-803381DA5379}"/>
              </a:ext>
            </a:extLst>
          </p:cNvPr>
          <p:cNvSpPr>
            <a:spLocks/>
          </p:cNvSpPr>
          <p:nvPr/>
        </p:nvSpPr>
        <p:spPr bwMode="auto">
          <a:xfrm>
            <a:off x="6425692" y="5665062"/>
            <a:ext cx="66675" cy="53975"/>
          </a:xfrm>
          <a:custGeom>
            <a:avLst/>
            <a:gdLst>
              <a:gd name="T0" fmla="*/ 42 w 42"/>
              <a:gd name="T1" fmla="*/ 17 h 34"/>
              <a:gd name="T2" fmla="*/ 0 w 42"/>
              <a:gd name="T3" fmla="*/ 0 h 34"/>
              <a:gd name="T4" fmla="*/ 12 w 42"/>
              <a:gd name="T5" fmla="*/ 17 h 34"/>
              <a:gd name="T6" fmla="*/ 0 w 42"/>
              <a:gd name="T7" fmla="*/ 34 h 34"/>
              <a:gd name="T8" fmla="*/ 42 w 42"/>
              <a:gd name="T9" fmla="*/ 17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34">
                <a:moveTo>
                  <a:pt x="42" y="17"/>
                </a:moveTo>
                <a:lnTo>
                  <a:pt x="0" y="0"/>
                </a:lnTo>
                <a:lnTo>
                  <a:pt x="12" y="17"/>
                </a:lnTo>
                <a:lnTo>
                  <a:pt x="0" y="34"/>
                </a:lnTo>
                <a:lnTo>
                  <a:pt x="42" y="1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Freeform 26">
            <a:extLst>
              <a:ext uri="{FF2B5EF4-FFF2-40B4-BE49-F238E27FC236}">
                <a16:creationId xmlns:a16="http://schemas.microsoft.com/office/drawing/2014/main" id="{5AA269D5-2128-C784-9A74-9C5782823FAD}"/>
              </a:ext>
            </a:extLst>
          </p:cNvPr>
          <p:cNvSpPr>
            <a:spLocks/>
          </p:cNvSpPr>
          <p:nvPr/>
        </p:nvSpPr>
        <p:spPr bwMode="auto">
          <a:xfrm flipV="1">
            <a:off x="6425692" y="5665062"/>
            <a:ext cx="66675" cy="53975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30">
            <a:extLst>
              <a:ext uri="{FF2B5EF4-FFF2-40B4-BE49-F238E27FC236}">
                <a16:creationId xmlns:a16="http://schemas.microsoft.com/office/drawing/2014/main" id="{B88BB62B-0A81-2CFB-39AE-479173C44294}"/>
              </a:ext>
            </a:extLst>
          </p:cNvPr>
          <p:cNvSpPr>
            <a:spLocks/>
          </p:cNvSpPr>
          <p:nvPr/>
        </p:nvSpPr>
        <p:spPr bwMode="auto">
          <a:xfrm flipV="1">
            <a:off x="1956880" y="5088799"/>
            <a:ext cx="2419350" cy="465138"/>
          </a:xfrm>
          <a:custGeom>
            <a:avLst/>
            <a:gdLst>
              <a:gd name="T0" fmla="*/ 2332 w 2332"/>
              <a:gd name="T1" fmla="*/ 0 h 447"/>
              <a:gd name="T2" fmla="*/ 2057 w 2332"/>
              <a:gd name="T3" fmla="*/ 194 h 447"/>
              <a:gd name="T4" fmla="*/ 1765 w 2332"/>
              <a:gd name="T5" fmla="*/ 333 h 447"/>
              <a:gd name="T6" fmla="*/ 1462 w 2332"/>
              <a:gd name="T7" fmla="*/ 418 h 447"/>
              <a:gd name="T8" fmla="*/ 1155 w 2332"/>
              <a:gd name="T9" fmla="*/ 447 h 447"/>
              <a:gd name="T10" fmla="*/ 849 w 2332"/>
              <a:gd name="T11" fmla="*/ 423 h 447"/>
              <a:gd name="T12" fmla="*/ 550 w 2332"/>
              <a:gd name="T13" fmla="*/ 344 h 447"/>
              <a:gd name="T14" fmla="*/ 265 w 2332"/>
              <a:gd name="T15" fmla="*/ 211 h 447"/>
              <a:gd name="T16" fmla="*/ 0 w 2332"/>
              <a:gd name="T17" fmla="*/ 26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2" h="447">
                <a:moveTo>
                  <a:pt x="2332" y="0"/>
                </a:moveTo>
                <a:lnTo>
                  <a:pt x="2057" y="194"/>
                </a:lnTo>
                <a:lnTo>
                  <a:pt x="1765" y="333"/>
                </a:lnTo>
                <a:lnTo>
                  <a:pt x="1462" y="418"/>
                </a:lnTo>
                <a:lnTo>
                  <a:pt x="1155" y="447"/>
                </a:lnTo>
                <a:lnTo>
                  <a:pt x="849" y="423"/>
                </a:lnTo>
                <a:lnTo>
                  <a:pt x="550" y="344"/>
                </a:lnTo>
                <a:lnTo>
                  <a:pt x="265" y="211"/>
                </a:lnTo>
                <a:lnTo>
                  <a:pt x="0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Freeform 31">
            <a:extLst>
              <a:ext uri="{FF2B5EF4-FFF2-40B4-BE49-F238E27FC236}">
                <a16:creationId xmlns:a16="http://schemas.microsoft.com/office/drawing/2014/main" id="{889D54CC-A816-23CF-651E-C2399C3C84D9}"/>
              </a:ext>
            </a:extLst>
          </p:cNvPr>
          <p:cNvSpPr>
            <a:spLocks/>
          </p:cNvSpPr>
          <p:nvPr/>
        </p:nvSpPr>
        <p:spPr bwMode="auto">
          <a:xfrm>
            <a:off x="1944180" y="5474562"/>
            <a:ext cx="69850" cy="63500"/>
          </a:xfrm>
          <a:custGeom>
            <a:avLst/>
            <a:gdLst>
              <a:gd name="T0" fmla="*/ 0 w 44"/>
              <a:gd name="T1" fmla="*/ 40 h 40"/>
              <a:gd name="T2" fmla="*/ 44 w 44"/>
              <a:gd name="T3" fmla="*/ 26 h 40"/>
              <a:gd name="T4" fmla="*/ 23 w 44"/>
              <a:gd name="T5" fmla="*/ 20 h 40"/>
              <a:gd name="T6" fmla="*/ 22 w 44"/>
              <a:gd name="T7" fmla="*/ 0 h 40"/>
              <a:gd name="T8" fmla="*/ 0 w 44"/>
              <a:gd name="T9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" h="40">
                <a:moveTo>
                  <a:pt x="0" y="40"/>
                </a:moveTo>
                <a:lnTo>
                  <a:pt x="44" y="26"/>
                </a:lnTo>
                <a:lnTo>
                  <a:pt x="23" y="20"/>
                </a:lnTo>
                <a:lnTo>
                  <a:pt x="22" y="0"/>
                </a:lnTo>
                <a:lnTo>
                  <a:pt x="0" y="4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Freeform 32">
            <a:extLst>
              <a:ext uri="{FF2B5EF4-FFF2-40B4-BE49-F238E27FC236}">
                <a16:creationId xmlns:a16="http://schemas.microsoft.com/office/drawing/2014/main" id="{5E2053D5-FFBD-F509-CCC3-A148EDFF54C5}"/>
              </a:ext>
            </a:extLst>
          </p:cNvPr>
          <p:cNvSpPr>
            <a:spLocks/>
          </p:cNvSpPr>
          <p:nvPr/>
        </p:nvSpPr>
        <p:spPr bwMode="auto">
          <a:xfrm flipV="1">
            <a:off x="1944180" y="5474562"/>
            <a:ext cx="69850" cy="63500"/>
          </a:xfrm>
          <a:custGeom>
            <a:avLst/>
            <a:gdLst>
              <a:gd name="T0" fmla="*/ 0 w 66"/>
              <a:gd name="T1" fmla="*/ 0 h 61"/>
              <a:gd name="T2" fmla="*/ 66 w 66"/>
              <a:gd name="T3" fmla="*/ 22 h 61"/>
              <a:gd name="T4" fmla="*/ 35 w 66"/>
              <a:gd name="T5" fmla="*/ 30 h 61"/>
              <a:gd name="T6" fmla="*/ 33 w 66"/>
              <a:gd name="T7" fmla="*/ 61 h 61"/>
              <a:gd name="T8" fmla="*/ 0 w 66"/>
              <a:gd name="T9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" h="61">
                <a:moveTo>
                  <a:pt x="0" y="0"/>
                </a:moveTo>
                <a:lnTo>
                  <a:pt x="66" y="22"/>
                </a:lnTo>
                <a:lnTo>
                  <a:pt x="35" y="30"/>
                </a:lnTo>
                <a:lnTo>
                  <a:pt x="33" y="6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Freeform 44">
            <a:extLst>
              <a:ext uri="{FF2B5EF4-FFF2-40B4-BE49-F238E27FC236}">
                <a16:creationId xmlns:a16="http://schemas.microsoft.com/office/drawing/2014/main" id="{966A4D63-0637-9EBB-3E30-6D29FF2FD77A}"/>
              </a:ext>
            </a:extLst>
          </p:cNvPr>
          <p:cNvSpPr>
            <a:spLocks/>
          </p:cNvSpPr>
          <p:nvPr/>
        </p:nvSpPr>
        <p:spPr bwMode="auto">
          <a:xfrm flipV="1">
            <a:off x="4460367" y="5898424"/>
            <a:ext cx="152400" cy="254000"/>
          </a:xfrm>
          <a:custGeom>
            <a:avLst/>
            <a:gdLst>
              <a:gd name="T0" fmla="*/ 130 w 147"/>
              <a:gd name="T1" fmla="*/ 245 h 245"/>
              <a:gd name="T2" fmla="*/ 147 w 147"/>
              <a:gd name="T3" fmla="*/ 140 h 245"/>
              <a:gd name="T4" fmla="*/ 138 w 147"/>
              <a:gd name="T5" fmla="*/ 64 h 245"/>
              <a:gd name="T6" fmla="*/ 111 w 147"/>
              <a:gd name="T7" fmla="*/ 17 h 245"/>
              <a:gd name="T8" fmla="*/ 76 w 147"/>
              <a:gd name="T9" fmla="*/ 0 h 245"/>
              <a:gd name="T10" fmla="*/ 40 w 147"/>
              <a:gd name="T11" fmla="*/ 10 h 245"/>
              <a:gd name="T12" fmla="*/ 12 w 147"/>
              <a:gd name="T13" fmla="*/ 48 h 245"/>
              <a:gd name="T14" fmla="*/ 0 w 147"/>
              <a:gd name="T15" fmla="*/ 114 h 245"/>
              <a:gd name="T16" fmla="*/ 14 w 147"/>
              <a:gd name="T17" fmla="*/ 206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5">
                <a:moveTo>
                  <a:pt x="130" y="245"/>
                </a:moveTo>
                <a:lnTo>
                  <a:pt x="147" y="140"/>
                </a:lnTo>
                <a:lnTo>
                  <a:pt x="138" y="64"/>
                </a:lnTo>
                <a:lnTo>
                  <a:pt x="111" y="17"/>
                </a:lnTo>
                <a:lnTo>
                  <a:pt x="76" y="0"/>
                </a:lnTo>
                <a:lnTo>
                  <a:pt x="40" y="10"/>
                </a:lnTo>
                <a:lnTo>
                  <a:pt x="12" y="48"/>
                </a:lnTo>
                <a:lnTo>
                  <a:pt x="0" y="114"/>
                </a:lnTo>
                <a:lnTo>
                  <a:pt x="14" y="20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Freeform 45">
            <a:extLst>
              <a:ext uri="{FF2B5EF4-FFF2-40B4-BE49-F238E27FC236}">
                <a16:creationId xmlns:a16="http://schemas.microsoft.com/office/drawing/2014/main" id="{6E1A6AAB-4920-F745-FE8B-E6DF2C96C6F1}"/>
              </a:ext>
            </a:extLst>
          </p:cNvPr>
          <p:cNvSpPr>
            <a:spLocks/>
          </p:cNvSpPr>
          <p:nvPr/>
        </p:nvSpPr>
        <p:spPr bwMode="auto">
          <a:xfrm>
            <a:off x="4434967" y="5922237"/>
            <a:ext cx="52388" cy="71438"/>
          </a:xfrm>
          <a:custGeom>
            <a:avLst/>
            <a:gdLst>
              <a:gd name="T0" fmla="*/ 28 w 33"/>
              <a:gd name="T1" fmla="*/ 0 h 45"/>
              <a:gd name="T2" fmla="*/ 0 w 33"/>
              <a:gd name="T3" fmla="*/ 36 h 45"/>
              <a:gd name="T4" fmla="*/ 20 w 33"/>
              <a:gd name="T5" fmla="*/ 29 h 45"/>
              <a:gd name="T6" fmla="*/ 33 w 33"/>
              <a:gd name="T7" fmla="*/ 45 h 45"/>
              <a:gd name="T8" fmla="*/ 28 w 33"/>
              <a:gd name="T9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45">
                <a:moveTo>
                  <a:pt x="28" y="0"/>
                </a:moveTo>
                <a:lnTo>
                  <a:pt x="0" y="36"/>
                </a:lnTo>
                <a:lnTo>
                  <a:pt x="20" y="29"/>
                </a:lnTo>
                <a:lnTo>
                  <a:pt x="33" y="45"/>
                </a:lnTo>
                <a:lnTo>
                  <a:pt x="28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Freeform 46">
            <a:extLst>
              <a:ext uri="{FF2B5EF4-FFF2-40B4-BE49-F238E27FC236}">
                <a16:creationId xmlns:a16="http://schemas.microsoft.com/office/drawing/2014/main" id="{2018DF54-71FE-565F-8567-9211FFDF80B7}"/>
              </a:ext>
            </a:extLst>
          </p:cNvPr>
          <p:cNvSpPr>
            <a:spLocks/>
          </p:cNvSpPr>
          <p:nvPr/>
        </p:nvSpPr>
        <p:spPr bwMode="auto">
          <a:xfrm flipV="1">
            <a:off x="4434967" y="5922237"/>
            <a:ext cx="52388" cy="71438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Freeform 59">
            <a:extLst>
              <a:ext uri="{FF2B5EF4-FFF2-40B4-BE49-F238E27FC236}">
                <a16:creationId xmlns:a16="http://schemas.microsoft.com/office/drawing/2014/main" id="{F4953BF3-1419-179F-3E38-AD2FFB1CAB1B}"/>
              </a:ext>
            </a:extLst>
          </p:cNvPr>
          <p:cNvSpPr>
            <a:spLocks/>
          </p:cNvSpPr>
          <p:nvPr/>
        </p:nvSpPr>
        <p:spPr bwMode="auto">
          <a:xfrm flipV="1">
            <a:off x="1926717" y="5828574"/>
            <a:ext cx="2417763" cy="465138"/>
          </a:xfrm>
          <a:custGeom>
            <a:avLst/>
            <a:gdLst>
              <a:gd name="T0" fmla="*/ 0 w 2332"/>
              <a:gd name="T1" fmla="*/ 447 h 447"/>
              <a:gd name="T2" fmla="*/ 275 w 2332"/>
              <a:gd name="T3" fmla="*/ 253 h 447"/>
              <a:gd name="T4" fmla="*/ 567 w 2332"/>
              <a:gd name="T5" fmla="*/ 113 h 447"/>
              <a:gd name="T6" fmla="*/ 870 w 2332"/>
              <a:gd name="T7" fmla="*/ 29 h 447"/>
              <a:gd name="T8" fmla="*/ 1177 w 2332"/>
              <a:gd name="T9" fmla="*/ 0 h 447"/>
              <a:gd name="T10" fmla="*/ 1483 w 2332"/>
              <a:gd name="T11" fmla="*/ 24 h 447"/>
              <a:gd name="T12" fmla="*/ 1782 w 2332"/>
              <a:gd name="T13" fmla="*/ 103 h 447"/>
              <a:gd name="T14" fmla="*/ 2066 w 2332"/>
              <a:gd name="T15" fmla="*/ 235 h 447"/>
              <a:gd name="T16" fmla="*/ 2332 w 2332"/>
              <a:gd name="T17" fmla="*/ 421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2" h="447">
                <a:moveTo>
                  <a:pt x="0" y="447"/>
                </a:moveTo>
                <a:lnTo>
                  <a:pt x="275" y="253"/>
                </a:lnTo>
                <a:lnTo>
                  <a:pt x="567" y="113"/>
                </a:lnTo>
                <a:lnTo>
                  <a:pt x="870" y="29"/>
                </a:lnTo>
                <a:lnTo>
                  <a:pt x="1177" y="0"/>
                </a:lnTo>
                <a:lnTo>
                  <a:pt x="1483" y="24"/>
                </a:lnTo>
                <a:lnTo>
                  <a:pt x="1782" y="103"/>
                </a:lnTo>
                <a:lnTo>
                  <a:pt x="2066" y="235"/>
                </a:lnTo>
                <a:lnTo>
                  <a:pt x="2332" y="42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Freeform 60">
            <a:extLst>
              <a:ext uri="{FF2B5EF4-FFF2-40B4-BE49-F238E27FC236}">
                <a16:creationId xmlns:a16="http://schemas.microsoft.com/office/drawing/2014/main" id="{7ECE366B-4FA4-D976-3015-4A7F830E92F3}"/>
              </a:ext>
            </a:extLst>
          </p:cNvPr>
          <p:cNvSpPr>
            <a:spLocks/>
          </p:cNvSpPr>
          <p:nvPr/>
        </p:nvSpPr>
        <p:spPr bwMode="auto">
          <a:xfrm>
            <a:off x="4288917" y="5844449"/>
            <a:ext cx="68263" cy="65088"/>
          </a:xfrm>
          <a:custGeom>
            <a:avLst/>
            <a:gdLst>
              <a:gd name="T0" fmla="*/ 43 w 43"/>
              <a:gd name="T1" fmla="*/ 0 h 41"/>
              <a:gd name="T2" fmla="*/ 0 w 43"/>
              <a:gd name="T3" fmla="*/ 15 h 41"/>
              <a:gd name="T4" fmla="*/ 20 w 43"/>
              <a:gd name="T5" fmla="*/ 20 h 41"/>
              <a:gd name="T6" fmla="*/ 22 w 43"/>
              <a:gd name="T7" fmla="*/ 41 h 41"/>
              <a:gd name="T8" fmla="*/ 43 w 43"/>
              <a:gd name="T9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41">
                <a:moveTo>
                  <a:pt x="43" y="0"/>
                </a:moveTo>
                <a:lnTo>
                  <a:pt x="0" y="15"/>
                </a:lnTo>
                <a:lnTo>
                  <a:pt x="20" y="20"/>
                </a:lnTo>
                <a:lnTo>
                  <a:pt x="22" y="41"/>
                </a:lnTo>
                <a:lnTo>
                  <a:pt x="43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Freeform 61">
            <a:extLst>
              <a:ext uri="{FF2B5EF4-FFF2-40B4-BE49-F238E27FC236}">
                <a16:creationId xmlns:a16="http://schemas.microsoft.com/office/drawing/2014/main" id="{46E5FAA2-A8AF-E9EE-0AD5-9B81C53CF5C2}"/>
              </a:ext>
            </a:extLst>
          </p:cNvPr>
          <p:cNvSpPr>
            <a:spLocks/>
          </p:cNvSpPr>
          <p:nvPr/>
        </p:nvSpPr>
        <p:spPr bwMode="auto">
          <a:xfrm flipV="1">
            <a:off x="4288917" y="5844449"/>
            <a:ext cx="68263" cy="65088"/>
          </a:xfrm>
          <a:custGeom>
            <a:avLst/>
            <a:gdLst>
              <a:gd name="T0" fmla="*/ 66 w 66"/>
              <a:gd name="T1" fmla="*/ 62 h 62"/>
              <a:gd name="T2" fmla="*/ 0 w 66"/>
              <a:gd name="T3" fmla="*/ 40 h 62"/>
              <a:gd name="T4" fmla="*/ 30 w 66"/>
              <a:gd name="T5" fmla="*/ 32 h 62"/>
              <a:gd name="T6" fmla="*/ 33 w 66"/>
              <a:gd name="T7" fmla="*/ 0 h 62"/>
              <a:gd name="T8" fmla="*/ 66 w 66"/>
              <a:gd name="T9" fmla="*/ 62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" h="62">
                <a:moveTo>
                  <a:pt x="66" y="62"/>
                </a:moveTo>
                <a:lnTo>
                  <a:pt x="0" y="40"/>
                </a:lnTo>
                <a:lnTo>
                  <a:pt x="30" y="32"/>
                </a:lnTo>
                <a:lnTo>
                  <a:pt x="33" y="0"/>
                </a:lnTo>
                <a:lnTo>
                  <a:pt x="66" y="62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Freeform 69">
            <a:extLst>
              <a:ext uri="{FF2B5EF4-FFF2-40B4-BE49-F238E27FC236}">
                <a16:creationId xmlns:a16="http://schemas.microsoft.com/office/drawing/2014/main" id="{8080893B-AFE6-EF7C-6389-B9916B235211}"/>
              </a:ext>
            </a:extLst>
          </p:cNvPr>
          <p:cNvSpPr>
            <a:spLocks/>
          </p:cNvSpPr>
          <p:nvPr/>
        </p:nvSpPr>
        <p:spPr bwMode="auto">
          <a:xfrm flipV="1">
            <a:off x="1682242" y="5898424"/>
            <a:ext cx="152400" cy="254000"/>
          </a:xfrm>
          <a:custGeom>
            <a:avLst/>
            <a:gdLst>
              <a:gd name="T0" fmla="*/ 130 w 147"/>
              <a:gd name="T1" fmla="*/ 245 h 245"/>
              <a:gd name="T2" fmla="*/ 147 w 147"/>
              <a:gd name="T3" fmla="*/ 140 h 245"/>
              <a:gd name="T4" fmla="*/ 138 w 147"/>
              <a:gd name="T5" fmla="*/ 64 h 245"/>
              <a:gd name="T6" fmla="*/ 111 w 147"/>
              <a:gd name="T7" fmla="*/ 17 h 245"/>
              <a:gd name="T8" fmla="*/ 76 w 147"/>
              <a:gd name="T9" fmla="*/ 0 h 245"/>
              <a:gd name="T10" fmla="*/ 40 w 147"/>
              <a:gd name="T11" fmla="*/ 10 h 245"/>
              <a:gd name="T12" fmla="*/ 12 w 147"/>
              <a:gd name="T13" fmla="*/ 48 h 245"/>
              <a:gd name="T14" fmla="*/ 0 w 147"/>
              <a:gd name="T15" fmla="*/ 114 h 245"/>
              <a:gd name="T16" fmla="*/ 13 w 147"/>
              <a:gd name="T17" fmla="*/ 206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5">
                <a:moveTo>
                  <a:pt x="130" y="245"/>
                </a:moveTo>
                <a:lnTo>
                  <a:pt x="147" y="140"/>
                </a:lnTo>
                <a:lnTo>
                  <a:pt x="138" y="64"/>
                </a:lnTo>
                <a:lnTo>
                  <a:pt x="111" y="17"/>
                </a:lnTo>
                <a:lnTo>
                  <a:pt x="76" y="0"/>
                </a:lnTo>
                <a:lnTo>
                  <a:pt x="40" y="10"/>
                </a:lnTo>
                <a:lnTo>
                  <a:pt x="12" y="48"/>
                </a:lnTo>
                <a:lnTo>
                  <a:pt x="0" y="114"/>
                </a:lnTo>
                <a:lnTo>
                  <a:pt x="13" y="20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Freeform 70">
            <a:extLst>
              <a:ext uri="{FF2B5EF4-FFF2-40B4-BE49-F238E27FC236}">
                <a16:creationId xmlns:a16="http://schemas.microsoft.com/office/drawing/2014/main" id="{31E75476-8A4C-A185-5641-5DD6FE692B39}"/>
              </a:ext>
            </a:extLst>
          </p:cNvPr>
          <p:cNvSpPr>
            <a:spLocks/>
          </p:cNvSpPr>
          <p:nvPr/>
        </p:nvSpPr>
        <p:spPr bwMode="auto">
          <a:xfrm>
            <a:off x="1656842" y="5922237"/>
            <a:ext cx="52388" cy="71438"/>
          </a:xfrm>
          <a:custGeom>
            <a:avLst/>
            <a:gdLst>
              <a:gd name="T0" fmla="*/ 28 w 33"/>
              <a:gd name="T1" fmla="*/ 0 h 45"/>
              <a:gd name="T2" fmla="*/ 0 w 33"/>
              <a:gd name="T3" fmla="*/ 36 h 45"/>
              <a:gd name="T4" fmla="*/ 20 w 33"/>
              <a:gd name="T5" fmla="*/ 29 h 45"/>
              <a:gd name="T6" fmla="*/ 33 w 33"/>
              <a:gd name="T7" fmla="*/ 45 h 45"/>
              <a:gd name="T8" fmla="*/ 28 w 33"/>
              <a:gd name="T9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45">
                <a:moveTo>
                  <a:pt x="28" y="0"/>
                </a:moveTo>
                <a:lnTo>
                  <a:pt x="0" y="36"/>
                </a:lnTo>
                <a:lnTo>
                  <a:pt x="20" y="29"/>
                </a:lnTo>
                <a:lnTo>
                  <a:pt x="33" y="45"/>
                </a:lnTo>
                <a:lnTo>
                  <a:pt x="28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Freeform 71">
            <a:extLst>
              <a:ext uri="{FF2B5EF4-FFF2-40B4-BE49-F238E27FC236}">
                <a16:creationId xmlns:a16="http://schemas.microsoft.com/office/drawing/2014/main" id="{FB54AC69-2B88-95B7-0F34-B7BD567289B6}"/>
              </a:ext>
            </a:extLst>
          </p:cNvPr>
          <p:cNvSpPr>
            <a:spLocks/>
          </p:cNvSpPr>
          <p:nvPr/>
        </p:nvSpPr>
        <p:spPr bwMode="auto">
          <a:xfrm flipV="1">
            <a:off x="1656842" y="5922237"/>
            <a:ext cx="52388" cy="71438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Freeform 78">
            <a:extLst>
              <a:ext uri="{FF2B5EF4-FFF2-40B4-BE49-F238E27FC236}">
                <a16:creationId xmlns:a16="http://schemas.microsoft.com/office/drawing/2014/main" id="{2D89A362-0AAD-0B37-5C52-1684AA8513A7}"/>
              </a:ext>
            </a:extLst>
          </p:cNvPr>
          <p:cNvSpPr>
            <a:spLocks/>
          </p:cNvSpPr>
          <p:nvPr/>
        </p:nvSpPr>
        <p:spPr bwMode="auto">
          <a:xfrm flipV="1">
            <a:off x="6654292" y="5903187"/>
            <a:ext cx="157163" cy="261938"/>
          </a:xfrm>
          <a:custGeom>
            <a:avLst/>
            <a:gdLst>
              <a:gd name="T0" fmla="*/ 134 w 151"/>
              <a:gd name="T1" fmla="*/ 252 h 252"/>
              <a:gd name="T2" fmla="*/ 151 w 151"/>
              <a:gd name="T3" fmla="*/ 144 h 252"/>
              <a:gd name="T4" fmla="*/ 141 w 151"/>
              <a:gd name="T5" fmla="*/ 66 h 252"/>
              <a:gd name="T6" fmla="*/ 114 w 151"/>
              <a:gd name="T7" fmla="*/ 18 h 252"/>
              <a:gd name="T8" fmla="*/ 78 w 151"/>
              <a:gd name="T9" fmla="*/ 0 h 252"/>
              <a:gd name="T10" fmla="*/ 41 w 151"/>
              <a:gd name="T11" fmla="*/ 11 h 252"/>
              <a:gd name="T12" fmla="*/ 12 w 151"/>
              <a:gd name="T13" fmla="*/ 50 h 252"/>
              <a:gd name="T14" fmla="*/ 0 w 151"/>
              <a:gd name="T15" fmla="*/ 118 h 252"/>
              <a:gd name="T16" fmla="*/ 14 w 151"/>
              <a:gd name="T17" fmla="*/ 214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252">
                <a:moveTo>
                  <a:pt x="134" y="252"/>
                </a:moveTo>
                <a:lnTo>
                  <a:pt x="151" y="144"/>
                </a:lnTo>
                <a:lnTo>
                  <a:pt x="141" y="66"/>
                </a:lnTo>
                <a:lnTo>
                  <a:pt x="114" y="18"/>
                </a:lnTo>
                <a:lnTo>
                  <a:pt x="78" y="0"/>
                </a:lnTo>
                <a:lnTo>
                  <a:pt x="41" y="11"/>
                </a:lnTo>
                <a:lnTo>
                  <a:pt x="12" y="50"/>
                </a:lnTo>
                <a:lnTo>
                  <a:pt x="0" y="118"/>
                </a:lnTo>
                <a:lnTo>
                  <a:pt x="14" y="214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Freeform 79">
            <a:extLst>
              <a:ext uri="{FF2B5EF4-FFF2-40B4-BE49-F238E27FC236}">
                <a16:creationId xmlns:a16="http://schemas.microsoft.com/office/drawing/2014/main" id="{B62482D2-2C81-1646-DAA4-716D1B026AAF}"/>
              </a:ext>
            </a:extLst>
          </p:cNvPr>
          <p:cNvSpPr>
            <a:spLocks/>
          </p:cNvSpPr>
          <p:nvPr/>
        </p:nvSpPr>
        <p:spPr bwMode="auto">
          <a:xfrm>
            <a:off x="6630480" y="5926999"/>
            <a:ext cx="52388" cy="71438"/>
          </a:xfrm>
          <a:custGeom>
            <a:avLst/>
            <a:gdLst>
              <a:gd name="T0" fmla="*/ 27 w 33"/>
              <a:gd name="T1" fmla="*/ 0 h 45"/>
              <a:gd name="T2" fmla="*/ 0 w 33"/>
              <a:gd name="T3" fmla="*/ 37 h 45"/>
              <a:gd name="T4" fmla="*/ 19 w 33"/>
              <a:gd name="T5" fmla="*/ 29 h 45"/>
              <a:gd name="T6" fmla="*/ 33 w 33"/>
              <a:gd name="T7" fmla="*/ 45 h 45"/>
              <a:gd name="T8" fmla="*/ 27 w 33"/>
              <a:gd name="T9" fmla="*/ 0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" h="45">
                <a:moveTo>
                  <a:pt x="27" y="0"/>
                </a:moveTo>
                <a:lnTo>
                  <a:pt x="0" y="37"/>
                </a:lnTo>
                <a:lnTo>
                  <a:pt x="19" y="29"/>
                </a:lnTo>
                <a:lnTo>
                  <a:pt x="33" y="45"/>
                </a:lnTo>
                <a:lnTo>
                  <a:pt x="27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Freeform 80">
            <a:extLst>
              <a:ext uri="{FF2B5EF4-FFF2-40B4-BE49-F238E27FC236}">
                <a16:creationId xmlns:a16="http://schemas.microsoft.com/office/drawing/2014/main" id="{B5CEBE6D-097A-5A6F-DF2D-3EBAE88BE996}"/>
              </a:ext>
            </a:extLst>
          </p:cNvPr>
          <p:cNvSpPr>
            <a:spLocks/>
          </p:cNvSpPr>
          <p:nvPr/>
        </p:nvSpPr>
        <p:spPr bwMode="auto">
          <a:xfrm flipV="1">
            <a:off x="6630480" y="5926999"/>
            <a:ext cx="52388" cy="71438"/>
          </a:xfrm>
          <a:custGeom>
            <a:avLst/>
            <a:gdLst>
              <a:gd name="T0" fmla="*/ 41 w 50"/>
              <a:gd name="T1" fmla="*/ 68 h 68"/>
              <a:gd name="T2" fmla="*/ 0 w 50"/>
              <a:gd name="T3" fmla="*/ 13 h 68"/>
              <a:gd name="T4" fmla="*/ 29 w 50"/>
              <a:gd name="T5" fmla="*/ 24 h 68"/>
              <a:gd name="T6" fmla="*/ 50 w 50"/>
              <a:gd name="T7" fmla="*/ 0 h 68"/>
              <a:gd name="T8" fmla="*/ 41 w 50"/>
              <a:gd name="T9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8">
                <a:moveTo>
                  <a:pt x="41" y="68"/>
                </a:moveTo>
                <a:lnTo>
                  <a:pt x="0" y="13"/>
                </a:lnTo>
                <a:lnTo>
                  <a:pt x="29" y="24"/>
                </a:lnTo>
                <a:lnTo>
                  <a:pt x="50" y="0"/>
                </a:lnTo>
                <a:lnTo>
                  <a:pt x="41" y="68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E1C51E2-653C-FE23-8534-70C3432AE90D}"/>
                  </a:ext>
                </a:extLst>
              </p:cNvPr>
              <p:cNvSpPr txBox="1"/>
              <p:nvPr/>
            </p:nvSpPr>
            <p:spPr>
              <a:xfrm>
                <a:off x="2357774" y="4752319"/>
                <a:ext cx="1801712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E1C51E2-653C-FE23-8534-70C3432AE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774" y="4752319"/>
                <a:ext cx="1801712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B41F6F1-2E16-8171-F992-40A9D4467A93}"/>
                  </a:ext>
                </a:extLst>
              </p:cNvPr>
              <p:cNvSpPr txBox="1"/>
              <p:nvPr/>
            </p:nvSpPr>
            <p:spPr>
              <a:xfrm>
                <a:off x="5390109" y="5349705"/>
                <a:ext cx="599138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FB41F6F1-2E16-8171-F992-40A9D4467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109" y="5349705"/>
                <a:ext cx="59913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B6738D5-4469-58B5-2A85-C31D24BE6FE9}"/>
                  </a:ext>
                </a:extLst>
              </p:cNvPr>
              <p:cNvSpPr txBox="1"/>
              <p:nvPr/>
            </p:nvSpPr>
            <p:spPr>
              <a:xfrm>
                <a:off x="6402348" y="6175224"/>
                <a:ext cx="68826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B6738D5-4469-58B5-2A85-C31D24BE6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348" y="6175224"/>
                <a:ext cx="68826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32BC21F-D2B2-3203-149D-D77A12D20C6C}"/>
                  </a:ext>
                </a:extLst>
              </p:cNvPr>
              <p:cNvSpPr txBox="1"/>
              <p:nvPr/>
            </p:nvSpPr>
            <p:spPr>
              <a:xfrm>
                <a:off x="3906021" y="6146384"/>
                <a:ext cx="197483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32BC21F-D2B2-3203-149D-D77A12D20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21" y="6146384"/>
                <a:ext cx="1974835" cy="369332"/>
              </a:xfrm>
              <a:prstGeom prst="rect">
                <a:avLst/>
              </a:prstGeom>
              <a:blipFill>
                <a:blip r:embed="rId12"/>
                <a:stretch>
                  <a:fillRect b="-9836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69325F47-D015-B37A-F12B-3F04EDF55051}"/>
                  </a:ext>
                </a:extLst>
              </p:cNvPr>
              <p:cNvSpPr txBox="1"/>
              <p:nvPr/>
            </p:nvSpPr>
            <p:spPr>
              <a:xfrm>
                <a:off x="2529130" y="6280190"/>
                <a:ext cx="109709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69325F47-D015-B37A-F12B-3F04EDF55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130" y="6280190"/>
                <a:ext cx="1097095" cy="369332"/>
              </a:xfrm>
              <a:prstGeom prst="rect">
                <a:avLst/>
              </a:prstGeom>
              <a:blipFill>
                <a:blip r:embed="rId13"/>
                <a:stretch>
                  <a:fillRect b="-9836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EC5E7AC-DEEB-4EBE-AA42-F0104CC13E90}"/>
                  </a:ext>
                </a:extLst>
              </p:cNvPr>
              <p:cNvSpPr txBox="1"/>
              <p:nvPr/>
            </p:nvSpPr>
            <p:spPr>
              <a:xfrm>
                <a:off x="1120994" y="6149106"/>
                <a:ext cx="1097095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EC5E7AC-DEEB-4EBE-AA42-F0104CC13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994" y="6149106"/>
                <a:ext cx="1097095" cy="369332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Freeform 7">
            <a:extLst>
              <a:ext uri="{FF2B5EF4-FFF2-40B4-BE49-F238E27FC236}">
                <a16:creationId xmlns:a16="http://schemas.microsoft.com/office/drawing/2014/main" id="{8C383C23-1FB1-B593-77C9-94A03A573679}"/>
              </a:ext>
            </a:extLst>
          </p:cNvPr>
          <p:cNvSpPr>
            <a:spLocks/>
          </p:cNvSpPr>
          <p:nvPr/>
        </p:nvSpPr>
        <p:spPr bwMode="auto">
          <a:xfrm flipV="1">
            <a:off x="6512512" y="5495278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80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9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9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80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3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Freeform 20">
            <a:extLst>
              <a:ext uri="{FF2B5EF4-FFF2-40B4-BE49-F238E27FC236}">
                <a16:creationId xmlns:a16="http://schemas.microsoft.com/office/drawing/2014/main" id="{3E30D52A-CCCF-F733-A213-AB2C71D324CC}"/>
              </a:ext>
            </a:extLst>
          </p:cNvPr>
          <p:cNvSpPr>
            <a:spLocks/>
          </p:cNvSpPr>
          <p:nvPr/>
        </p:nvSpPr>
        <p:spPr bwMode="auto">
          <a:xfrm flipV="1">
            <a:off x="4331530" y="5489004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80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9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9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80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3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30163" cmpd="dbl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Freeform 20">
            <a:extLst>
              <a:ext uri="{FF2B5EF4-FFF2-40B4-BE49-F238E27FC236}">
                <a16:creationId xmlns:a16="http://schemas.microsoft.com/office/drawing/2014/main" id="{20AEC995-1A6B-C031-4EA9-E91E6F176915}"/>
              </a:ext>
            </a:extLst>
          </p:cNvPr>
          <p:cNvSpPr>
            <a:spLocks/>
          </p:cNvSpPr>
          <p:nvPr/>
        </p:nvSpPr>
        <p:spPr bwMode="auto">
          <a:xfrm flipV="1">
            <a:off x="1546225" y="5489028"/>
            <a:ext cx="417513" cy="417513"/>
          </a:xfrm>
          <a:custGeom>
            <a:avLst/>
            <a:gdLst>
              <a:gd name="T0" fmla="*/ 402 w 402"/>
              <a:gd name="T1" fmla="*/ 201 h 403"/>
              <a:gd name="T2" fmla="*/ 386 w 402"/>
              <a:gd name="T3" fmla="*/ 280 h 403"/>
              <a:gd name="T4" fmla="*/ 343 w 402"/>
              <a:gd name="T5" fmla="*/ 344 h 403"/>
              <a:gd name="T6" fmla="*/ 280 w 402"/>
              <a:gd name="T7" fmla="*/ 387 h 403"/>
              <a:gd name="T8" fmla="*/ 201 w 402"/>
              <a:gd name="T9" fmla="*/ 403 h 403"/>
              <a:gd name="T10" fmla="*/ 122 w 402"/>
              <a:gd name="T11" fmla="*/ 387 h 403"/>
              <a:gd name="T12" fmla="*/ 59 w 402"/>
              <a:gd name="T13" fmla="*/ 344 h 403"/>
              <a:gd name="T14" fmla="*/ 16 w 402"/>
              <a:gd name="T15" fmla="*/ 280 h 403"/>
              <a:gd name="T16" fmla="*/ 0 w 402"/>
              <a:gd name="T17" fmla="*/ 201 h 403"/>
              <a:gd name="T18" fmla="*/ 16 w 402"/>
              <a:gd name="T19" fmla="*/ 123 h 403"/>
              <a:gd name="T20" fmla="*/ 59 w 402"/>
              <a:gd name="T21" fmla="*/ 59 h 403"/>
              <a:gd name="T22" fmla="*/ 122 w 402"/>
              <a:gd name="T23" fmla="*/ 16 h 403"/>
              <a:gd name="T24" fmla="*/ 201 w 402"/>
              <a:gd name="T25" fmla="*/ 0 h 403"/>
              <a:gd name="T26" fmla="*/ 280 w 402"/>
              <a:gd name="T27" fmla="*/ 16 h 403"/>
              <a:gd name="T28" fmla="*/ 343 w 402"/>
              <a:gd name="T29" fmla="*/ 59 h 403"/>
              <a:gd name="T30" fmla="*/ 386 w 402"/>
              <a:gd name="T31" fmla="*/ 123 h 403"/>
              <a:gd name="T32" fmla="*/ 402 w 402"/>
              <a:gd name="T33" fmla="*/ 201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3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3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30163" cmpd="dbl">
            <a:solidFill>
              <a:srgbClr val="000000"/>
            </a:solidFill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368" y="-76200"/>
            <a:ext cx="8317832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באופן כללי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46111" y="6858000"/>
            <a:ext cx="2650289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72716" y="1524000"/>
                <a:ext cx="8795084" cy="47244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42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/>
                      </a:rPr>
                      <m:t>𝒜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𝑄</m:t>
                        </m:r>
                        <m:r>
                          <m:rPr>
                            <m:nor/>
                          </m:rPr>
                          <a:rPr lang="en-US" sz="2400" i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</a:rPr>
                              <m:t>𝐴𝑃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i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l-GR" sz="2400" i="0">
                            <a:latin typeface="Cambria Math"/>
                            <a:cs typeface="Gisha" panose="020B0502040204020203" pitchFamily="34" charset="-79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l-GR" sz="2400" i="0">
                            <a:latin typeface="Cambria Math"/>
                            <a:cs typeface="Gisha" panose="020B0502040204020203" pitchFamily="34" charset="-79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i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400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𝐹</m:t>
                        </m:r>
                      </m:e>
                    </m:d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אוטומט שלם דטרמיניסטי עבור הרישות הרעות של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רגולרית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42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נניח, בלי הגבלת הכלליות, שכל מצב ב-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הוא מלכודת (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למה?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משפט קל להוכחה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 האוטומט</a:t>
                </a:r>
              </a:p>
              <a:p>
                <a:pPr mar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e-IL" sz="2400" i="1">
                              <a:latin typeface="Cambria Math"/>
                            </a:rPr>
                            <m:t>𝒜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𝑄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𝐴𝑃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l-GR" sz="2400">
                              <a:latin typeface="Cambria Math"/>
                              <a:cs typeface="Gisha" panose="020B0502040204020203" pitchFamily="34" charset="-79"/>
                            </a:rPr>
                            <m:t>δ</m:t>
                          </m:r>
                          <m:r>
                            <m:rPr>
                              <m:nor/>
                            </m:rPr>
                            <a:rPr lang="el-GR" sz="2400">
                              <a:latin typeface="Cambria Math"/>
                              <a:cs typeface="Gisha" panose="020B0502040204020203" pitchFamily="34" charset="-79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   </m:t>
                          </m:r>
                          <m:r>
                            <a:rPr lang="en-US" sz="2400" i="1">
                              <a:latin typeface="Cambria Math"/>
                            </a:rPr>
                            <m:t>𝑄</m:t>
                          </m:r>
                          <m:r>
                            <a:rPr lang="en-US" sz="2400" i="1">
                              <a:latin typeface="Cambria Math"/>
                            </a:rPr>
                            <m:t>∖</m:t>
                          </m:r>
                          <m:r>
                            <a:rPr lang="en-US" sz="2400" i="1">
                              <a:latin typeface="Cambria Math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 מקיים</a:t>
                </a:r>
              </a:p>
              <a:p>
                <a:pPr marL="0" indent="0" algn="ctr" rtl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𝒜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𝑝𝑟𝑒𝑓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𝒜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𝑠𝑎𝑓𝑒</m:t>
                          </m:r>
                        </m:sub>
                      </m:sSub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72716" y="1524000"/>
                <a:ext cx="8795084" cy="4724400"/>
              </a:xfrm>
              <a:blipFill>
                <a:blip r:embed="rId3"/>
                <a:stretch>
                  <a:fillRect t="-1032" r="-1040" b="-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3F70140-0327-CEC4-EF35-D3DB2AC1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54346FDB-E816-CF0F-0DCF-A2E2EBF7C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97559" l="9961" r="94238">
                        <a14:foregroundMark x1="57031" y1="80566" x2="56641" y2="54688"/>
                        <a14:foregroundMark x1="56641" y1="54688" x2="66211" y2="32227"/>
                        <a14:foregroundMark x1="66211" y1="32227" x2="80762" y2="45703"/>
                        <a14:foregroundMark x1="68848" y1="59570" x2="78027" y2="42188"/>
                        <a14:foregroundMark x1="70898" y1="72656" x2="93164" y2="87598"/>
                        <a14:foregroundMark x1="93164" y1="87598" x2="72559" y2="96582"/>
                        <a14:foregroundMark x1="72559" y1="96582" x2="28906" y2="97559"/>
                        <a14:foregroundMark x1="65332" y1="64746" x2="74805" y2="77344"/>
                        <a14:foregroundMark x1="64941" y1="62695" x2="64551" y2="75391"/>
                        <a14:foregroundMark x1="75977" y1="55566" x2="79199" y2="52051"/>
                        <a14:foregroundMark x1="94238" y1="76172" x2="93066" y2="91602"/>
                        <a14:foregroundMark x1="52246" y1="41797" x2="59375" y2="42578"/>
                        <a14:foregroundMark x1="49902" y1="42578" x2="51074" y2="401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99588" y="4570121"/>
            <a:ext cx="2009871" cy="228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BD6FE865-0B6D-F3D4-71CD-989AB2392735}"/>
              </a:ext>
            </a:extLst>
          </p:cNvPr>
          <p:cNvSpPr/>
          <p:nvPr/>
        </p:nvSpPr>
        <p:spPr>
          <a:xfrm flipH="1">
            <a:off x="735361" y="3961192"/>
            <a:ext cx="2741170" cy="608929"/>
          </a:xfrm>
          <a:prstGeom prst="cloudCallout">
            <a:avLst>
              <a:gd name="adj1" fmla="val 50283"/>
              <a:gd name="adj2" fmla="val 958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100" dirty="0">
                <a:latin typeface="Gisha" panose="020B0502040204020203" pitchFamily="34" charset="-79"/>
                <a:cs typeface="Gisha" panose="020B0502040204020203" pitchFamily="34" charset="-79"/>
              </a:rPr>
              <a:t>האם זה יעבוד גם אם האוטומט לא דטרמיניסטי?</a:t>
            </a:r>
            <a:endParaRPr lang="en-US" sz="11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8774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228600"/>
                <a:ext cx="77724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מול 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NFA</a:t>
                </a:r>
                <a:b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dirty="0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סופית </a:t>
                </a:r>
                <a:r>
                  <a:rPr lang="en-US" dirty="0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dirty="0">
                        <a:ln>
                          <a:solidFill>
                            <a:srgbClr val="0000FF"/>
                          </a:solidFill>
                        </a:ln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⇍</m:t>
                    </m:r>
                  </m:oMath>
                </a14:m>
                <a:r>
                  <a:rPr lang="he-IL" dirty="0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</a:t>
                </a:r>
                <a:r>
                  <a:rPr lang="en-US" dirty="0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endParaRPr lang="he-IL" dirty="0">
                  <a:ln>
                    <a:solidFill>
                      <a:srgbClr val="0000FF"/>
                    </a:solidFill>
                  </a:ln>
                  <a:solidFill>
                    <a:srgbClr val="003399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228600"/>
                <a:ext cx="7772400" cy="1143000"/>
              </a:xfrm>
              <a:blipFill>
                <a:blip r:embed="rId2"/>
                <a:stretch>
                  <a:fillRect t="-17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65366" y="5486400"/>
                <a:ext cx="7972119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b="0" i="1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800" b="0" i="1" dirty="0" smtClean="0">
                        <a:solidFill>
                          <a:srgbClr val="7030A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b="0" i="1" dirty="0" smtClean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        אבל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dirty="0" smtClean="0">
                        <a:latin typeface="Cambria Math"/>
                      </a:rPr>
                      <m:t>≠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      </a:t>
                </a:r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6" y="5486400"/>
                <a:ext cx="7972119" cy="523220"/>
              </a:xfrm>
              <a:prstGeom prst="rect">
                <a:avLst/>
              </a:prstGeom>
              <a:blipFill>
                <a:blip r:embed="rId3"/>
                <a:stretch>
                  <a:fillRect l="-1758"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251451" y="6063734"/>
                <a:ext cx="349390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האותיות הן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והאורך גדול מאחד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51" y="6063734"/>
                <a:ext cx="3493906" cy="369332"/>
              </a:xfrm>
              <a:prstGeom prst="rect">
                <a:avLst/>
              </a:prstGeom>
              <a:blipFill>
                <a:blip r:embed="rId4"/>
                <a:stretch>
                  <a:fillRect l="-2265" t="-10000" r="-139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2175687" y="3586194"/>
            <a:ext cx="3903796" cy="1625763"/>
            <a:chOff x="2192204" y="3860637"/>
            <a:chExt cx="3903796" cy="1625763"/>
          </a:xfrm>
        </p:grpSpPr>
        <p:grpSp>
          <p:nvGrpSpPr>
            <p:cNvPr id="41" name="Group 40"/>
            <p:cNvGrpSpPr/>
            <p:nvPr/>
          </p:nvGrpSpPr>
          <p:grpSpPr>
            <a:xfrm>
              <a:off x="2971800" y="3860637"/>
              <a:ext cx="3124200" cy="1625763"/>
              <a:chOff x="2971800" y="3860637"/>
              <a:chExt cx="3124200" cy="1625763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2971800" y="3860637"/>
                <a:ext cx="3124200" cy="16257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3048000" y="3860637"/>
                <a:ext cx="2833409" cy="1318300"/>
                <a:chOff x="3167578" y="3860637"/>
                <a:chExt cx="2833409" cy="1318300"/>
              </a:xfrm>
            </p:grpSpPr>
            <p:sp>
              <p:nvSpPr>
                <p:cNvPr id="26" name="Freeform 25"/>
                <p:cNvSpPr/>
                <p:nvPr/>
              </p:nvSpPr>
              <p:spPr>
                <a:xfrm>
                  <a:off x="3665022" y="4191260"/>
                  <a:ext cx="281818" cy="543939"/>
                </a:xfrm>
                <a:custGeom>
                  <a:avLst/>
                  <a:gdLst>
                    <a:gd name="connsiteX0" fmla="*/ 89293 w 281818"/>
                    <a:gd name="connsiteY0" fmla="*/ 477454 h 477454"/>
                    <a:gd name="connsiteX1" fmla="*/ 1370 w 281818"/>
                    <a:gd name="connsiteY1" fmla="*/ 169724 h 477454"/>
                    <a:gd name="connsiteX2" fmla="*/ 150840 w 281818"/>
                    <a:gd name="connsiteY2" fmla="*/ 2670 h 477454"/>
                    <a:gd name="connsiteX3" fmla="*/ 273932 w 281818"/>
                    <a:gd name="connsiteY3" fmla="*/ 81801 h 477454"/>
                    <a:gd name="connsiteX4" fmla="*/ 265140 w 281818"/>
                    <a:gd name="connsiteY4" fmla="*/ 275231 h 477454"/>
                    <a:gd name="connsiteX5" fmla="*/ 229970 w 281818"/>
                    <a:gd name="connsiteY5" fmla="*/ 459870 h 477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818" h="477454">
                      <a:moveTo>
                        <a:pt x="89293" y="477454"/>
                      </a:moveTo>
                      <a:cubicBezTo>
                        <a:pt x="40202" y="363154"/>
                        <a:pt x="-8888" y="248855"/>
                        <a:pt x="1370" y="169724"/>
                      </a:cubicBezTo>
                      <a:cubicBezTo>
                        <a:pt x="11628" y="90593"/>
                        <a:pt x="105413" y="17324"/>
                        <a:pt x="150840" y="2670"/>
                      </a:cubicBezTo>
                      <a:cubicBezTo>
                        <a:pt x="196267" y="-11984"/>
                        <a:pt x="254882" y="36374"/>
                        <a:pt x="273932" y="81801"/>
                      </a:cubicBezTo>
                      <a:cubicBezTo>
                        <a:pt x="292982" y="127228"/>
                        <a:pt x="272467" y="212219"/>
                        <a:pt x="265140" y="275231"/>
                      </a:cubicBezTo>
                      <a:cubicBezTo>
                        <a:pt x="257813" y="338242"/>
                        <a:pt x="243891" y="399056"/>
                        <a:pt x="229970" y="459870"/>
                      </a:cubicBezTo>
                    </a:path>
                  </a:pathLst>
                </a:cu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/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5439636" y="4676541"/>
                  <a:ext cx="561351" cy="500077"/>
                </a:xfrm>
                <a:prstGeom prst="ellipse">
                  <a:avLst/>
                </a:prstGeom>
                <a:solidFill>
                  <a:srgbClr val="FFFF99"/>
                </a:solidFill>
                <a:ln w="57150" cap="sq" cmpd="dbl"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3509667" y="4678860"/>
                  <a:ext cx="561351" cy="50007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  <p:cxnSp>
              <p:nvCxnSpPr>
                <p:cNvPr id="7" name="Straight Arrow Connector 6"/>
                <p:cNvCxnSpPr>
                  <a:stCxn id="25" idx="6"/>
                </p:cNvCxnSpPr>
                <p:nvPr/>
              </p:nvCxnSpPr>
              <p:spPr>
                <a:xfrm flipV="1">
                  <a:off x="4071018" y="4926579"/>
                  <a:ext cx="1351034" cy="232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/>
                <p:cNvCxnSpPr/>
                <p:nvPr/>
              </p:nvCxnSpPr>
              <p:spPr>
                <a:xfrm>
                  <a:off x="3167578" y="4919513"/>
                  <a:ext cx="329788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/>
                    <p:cNvSpPr txBox="1"/>
                    <p:nvPr/>
                  </p:nvSpPr>
                  <p:spPr>
                    <a:xfrm>
                      <a:off x="4495800" y="4583668"/>
                      <a:ext cx="2487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he-IL"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Box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95800" y="4583668"/>
                      <a:ext cx="248786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10000" r="-78049" b="-2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/>
                    <p:cNvSpPr txBox="1"/>
                    <p:nvPr/>
                  </p:nvSpPr>
                  <p:spPr>
                    <a:xfrm>
                      <a:off x="3681538" y="3860637"/>
                      <a:ext cx="2487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he-IL"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TextBox 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81538" y="3860637"/>
                      <a:ext cx="248786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8197" r="-80000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2192204" y="4481649"/>
                  <a:ext cx="690830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204" y="4481649"/>
                  <a:ext cx="690830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/>
          <p:cNvGrpSpPr/>
          <p:nvPr/>
        </p:nvGrpSpPr>
        <p:grpSpPr>
          <a:xfrm>
            <a:off x="2175687" y="1447800"/>
            <a:ext cx="3915215" cy="1658627"/>
            <a:chOff x="2175687" y="1524000"/>
            <a:chExt cx="3915215" cy="1658627"/>
          </a:xfrm>
        </p:grpSpPr>
        <p:grpSp>
          <p:nvGrpSpPr>
            <p:cNvPr id="44" name="Group 43"/>
            <p:cNvGrpSpPr/>
            <p:nvPr/>
          </p:nvGrpSpPr>
          <p:grpSpPr>
            <a:xfrm>
              <a:off x="2966702" y="1524000"/>
              <a:ext cx="3124200" cy="1658627"/>
              <a:chOff x="2966702" y="1668610"/>
              <a:chExt cx="3124200" cy="1658627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2966702" y="1701474"/>
                <a:ext cx="3124200" cy="16257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grpSp>
            <p:nvGrpSpPr>
              <p:cNvPr id="38" name="Group 37"/>
              <p:cNvGrpSpPr/>
              <p:nvPr/>
            </p:nvGrpSpPr>
            <p:grpSpPr>
              <a:xfrm>
                <a:off x="3048000" y="1668610"/>
                <a:ext cx="2824617" cy="1387569"/>
                <a:chOff x="3196885" y="1668610"/>
                <a:chExt cx="2824617" cy="1387569"/>
              </a:xfrm>
            </p:grpSpPr>
            <p:sp>
              <p:nvSpPr>
                <p:cNvPr id="31" name="Freeform 30"/>
                <p:cNvSpPr/>
                <p:nvPr/>
              </p:nvSpPr>
              <p:spPr>
                <a:xfrm>
                  <a:off x="5580184" y="2016635"/>
                  <a:ext cx="281818" cy="543939"/>
                </a:xfrm>
                <a:custGeom>
                  <a:avLst/>
                  <a:gdLst>
                    <a:gd name="connsiteX0" fmla="*/ 89293 w 281818"/>
                    <a:gd name="connsiteY0" fmla="*/ 477454 h 477454"/>
                    <a:gd name="connsiteX1" fmla="*/ 1370 w 281818"/>
                    <a:gd name="connsiteY1" fmla="*/ 169724 h 477454"/>
                    <a:gd name="connsiteX2" fmla="*/ 150840 w 281818"/>
                    <a:gd name="connsiteY2" fmla="*/ 2670 h 477454"/>
                    <a:gd name="connsiteX3" fmla="*/ 273932 w 281818"/>
                    <a:gd name="connsiteY3" fmla="*/ 81801 h 477454"/>
                    <a:gd name="connsiteX4" fmla="*/ 265140 w 281818"/>
                    <a:gd name="connsiteY4" fmla="*/ 275231 h 477454"/>
                    <a:gd name="connsiteX5" fmla="*/ 229970 w 281818"/>
                    <a:gd name="connsiteY5" fmla="*/ 459870 h 477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1818" h="477454">
                      <a:moveTo>
                        <a:pt x="89293" y="477454"/>
                      </a:moveTo>
                      <a:cubicBezTo>
                        <a:pt x="40202" y="363154"/>
                        <a:pt x="-8888" y="248855"/>
                        <a:pt x="1370" y="169724"/>
                      </a:cubicBezTo>
                      <a:cubicBezTo>
                        <a:pt x="11628" y="90593"/>
                        <a:pt x="105413" y="17324"/>
                        <a:pt x="150840" y="2670"/>
                      </a:cubicBezTo>
                      <a:cubicBezTo>
                        <a:pt x="196267" y="-11984"/>
                        <a:pt x="254882" y="36374"/>
                        <a:pt x="273932" y="81801"/>
                      </a:cubicBezTo>
                      <a:cubicBezTo>
                        <a:pt x="292982" y="127228"/>
                        <a:pt x="272467" y="212219"/>
                        <a:pt x="265140" y="275231"/>
                      </a:cubicBezTo>
                      <a:cubicBezTo>
                        <a:pt x="257813" y="338242"/>
                        <a:pt x="243891" y="399056"/>
                        <a:pt x="229970" y="459870"/>
                      </a:cubicBezTo>
                    </a:path>
                  </a:pathLst>
                </a:cu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/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5460151" y="2553783"/>
                  <a:ext cx="561351" cy="500077"/>
                </a:xfrm>
                <a:prstGeom prst="ellipse">
                  <a:avLst/>
                </a:prstGeom>
                <a:solidFill>
                  <a:srgbClr val="FFFF99"/>
                </a:solidFill>
                <a:ln w="57150" cap="sq" cmpd="dbl"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3530182" y="2556102"/>
                  <a:ext cx="561351" cy="50007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  <p:cxnSp>
              <p:nvCxnSpPr>
                <p:cNvPr id="34" name="Straight Arrow Connector 33"/>
                <p:cNvCxnSpPr>
                  <a:stCxn id="33" idx="6"/>
                </p:cNvCxnSpPr>
                <p:nvPr/>
              </p:nvCxnSpPr>
              <p:spPr>
                <a:xfrm flipV="1">
                  <a:off x="4091533" y="2803821"/>
                  <a:ext cx="1351034" cy="232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/>
                <p:nvPr/>
              </p:nvCxnSpPr>
              <p:spPr>
                <a:xfrm>
                  <a:off x="3196885" y="2796755"/>
                  <a:ext cx="329788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4516315" y="2460910"/>
                      <a:ext cx="2487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he-IL"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16315" y="2460910"/>
                      <a:ext cx="248786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8197" r="-78049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/>
                    <p:cNvSpPr txBox="1"/>
                    <p:nvPr/>
                  </p:nvSpPr>
                  <p:spPr>
                    <a:xfrm>
                      <a:off x="5592701" y="1668610"/>
                      <a:ext cx="24878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1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he-IL"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TextBox 3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92701" y="1668610"/>
                      <a:ext cx="248786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10000" r="-78049" b="-2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2175687" y="2223967"/>
                  <a:ext cx="683712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687" y="2223967"/>
                  <a:ext cx="683712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35140" y="6033054"/>
                <a:ext cx="174342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האותיות הן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40" y="6033054"/>
                <a:ext cx="1743427" cy="369332"/>
              </a:xfrm>
              <a:prstGeom prst="rect">
                <a:avLst/>
              </a:prstGeom>
              <a:blipFill>
                <a:blip r:embed="rId11"/>
                <a:stretch>
                  <a:fillRect l="-5594" t="-10000" r="-279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2394112" y="6038426"/>
            <a:ext cx="113364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שפה ריקה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2083051" y="1507788"/>
            <a:ext cx="3893470" cy="1691210"/>
            <a:chOff x="1268785" y="1342069"/>
            <a:chExt cx="3893470" cy="1691210"/>
          </a:xfrm>
        </p:grpSpPr>
        <p:cxnSp>
          <p:nvCxnSpPr>
            <p:cNvPr id="43" name="Curved Connector 42"/>
            <p:cNvCxnSpPr/>
            <p:nvPr/>
          </p:nvCxnSpPr>
          <p:spPr>
            <a:xfrm rot="5400000" flipH="1" flipV="1">
              <a:off x="3540914" y="1260560"/>
              <a:ext cx="2319" cy="1533034"/>
            </a:xfrm>
            <a:prstGeom prst="curvedConnector3">
              <a:avLst>
                <a:gd name="adj1" fmla="val 1311574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2038055" y="1374793"/>
              <a:ext cx="3124200" cy="1625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2166245" y="2160528"/>
              <a:ext cx="32978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444057" y="1342069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057" y="1342069"/>
                  <a:ext cx="248786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8197" r="-80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371117" y="2663947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117" y="2663947"/>
                  <a:ext cx="248786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8197" r="-80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Oval 35"/>
            <p:cNvSpPr/>
            <p:nvPr/>
          </p:nvSpPr>
          <p:spPr>
            <a:xfrm>
              <a:off x="4253661" y="1933665"/>
              <a:ext cx="561351" cy="500077"/>
            </a:xfrm>
            <a:prstGeom prst="ellipse">
              <a:avLst/>
            </a:prstGeom>
            <a:solidFill>
              <a:srgbClr val="FFFF99"/>
            </a:solidFill>
            <a:ln w="57150" cap="sq" cmpd="dbl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2518181" y="1910490"/>
              <a:ext cx="561351" cy="500077"/>
            </a:xfrm>
            <a:prstGeom prst="ellipse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1268785" y="1948902"/>
                  <a:ext cx="683712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785" y="1948902"/>
                  <a:ext cx="683712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800" y="228600"/>
                <a:ext cx="77724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מול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DFA</a:t>
                </a:r>
                <a:b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n>
                          <a:solidFill>
                            <a:srgbClr val="0000FF"/>
                          </a:solidFill>
                        </a:ln>
                        <a:solidFill>
                          <a:srgbClr val="003399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n>
                          <a:solidFill>
                            <a:srgbClr val="0000FF"/>
                          </a:solidFill>
                        </a:ln>
                        <a:solidFill>
                          <a:srgbClr val="00339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⇍</m:t>
                    </m:r>
                  </m:oMath>
                </a14:m>
                <a:r>
                  <a:rPr lang="he-IL">
                    <a:ln>
                      <a:solidFill>
                        <a:srgbClr val="0000FF"/>
                      </a:solidFill>
                    </a:ln>
                    <a:solidFill>
                      <a:srgbClr val="003399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סופית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228600"/>
                <a:ext cx="7772400" cy="1143000"/>
              </a:xfrm>
              <a:blipFill>
                <a:blip r:embed="rId5"/>
                <a:stretch>
                  <a:fillRect t="-17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38481" y="5423768"/>
                <a:ext cx="7972119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i="1" dirty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        אבל </a:t>
                </a:r>
                <a14:m>
                  <m:oMath xmlns:m="http://schemas.openxmlformats.org/officeDocument/2006/math">
                    <m:r>
                      <a:rPr lang="he-IL" sz="28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i="1" dirty="0">
                        <a:latin typeface="Cambria Math"/>
                      </a:rPr>
                      <m:t>≠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      </a:t>
                </a:r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81" y="5423768"/>
                <a:ext cx="7972119" cy="523220"/>
              </a:xfrm>
              <a:prstGeom prst="rect">
                <a:avLst/>
              </a:prstGeom>
              <a:blipFill>
                <a:blip r:embed="rId6"/>
                <a:stretch>
                  <a:fillRect l="-1835" t="-1395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/>
          <p:cNvGrpSpPr/>
          <p:nvPr/>
        </p:nvGrpSpPr>
        <p:grpSpPr>
          <a:xfrm>
            <a:off x="2087048" y="3519333"/>
            <a:ext cx="3892716" cy="1691210"/>
            <a:chOff x="5081930" y="2949458"/>
            <a:chExt cx="3892716" cy="1691210"/>
          </a:xfrm>
        </p:grpSpPr>
        <p:sp>
          <p:nvSpPr>
            <p:cNvPr id="15" name="Rectangle 14"/>
            <p:cNvSpPr/>
            <p:nvPr/>
          </p:nvSpPr>
          <p:spPr>
            <a:xfrm>
              <a:off x="5850446" y="2991068"/>
              <a:ext cx="3124200" cy="1625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5926646" y="3784026"/>
              <a:ext cx="32978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7389100" y="294945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9100" y="2949458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r="-7561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7316160" y="427133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160" y="4271336"/>
                  <a:ext cx="248786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197" r="-7561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081930" y="3418374"/>
                  <a:ext cx="690830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930" y="3418374"/>
                  <a:ext cx="690830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urved Connector 23"/>
            <p:cNvCxnSpPr/>
            <p:nvPr/>
          </p:nvCxnSpPr>
          <p:spPr>
            <a:xfrm rot="5400000" flipH="1" flipV="1">
              <a:off x="7513236" y="2848932"/>
              <a:ext cx="2319" cy="1533034"/>
            </a:xfrm>
            <a:prstGeom prst="curvedConnector3">
              <a:avLst>
                <a:gd name="adj1" fmla="val 1311574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/>
            <p:nvPr/>
          </p:nvCxnSpPr>
          <p:spPr>
            <a:xfrm rot="5400000">
              <a:off x="7513236" y="3202538"/>
              <a:ext cx="2319" cy="1533034"/>
            </a:xfrm>
            <a:prstGeom prst="curvedConnector3">
              <a:avLst>
                <a:gd name="adj1" fmla="val 1311574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8132086" y="3561971"/>
              <a:ext cx="561351" cy="500077"/>
            </a:xfrm>
            <a:prstGeom prst="ellipse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6285321" y="3507611"/>
              <a:ext cx="561351" cy="500077"/>
            </a:xfrm>
            <a:prstGeom prst="ellipse">
              <a:avLst/>
            </a:prstGeom>
            <a:solidFill>
              <a:srgbClr val="FFFF99"/>
            </a:solidFill>
            <a:ln w="57150" cap="sq" cmpd="dbl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cxnSp>
        <p:nvCxnSpPr>
          <p:cNvPr id="47" name="Curved Connector 46"/>
          <p:cNvCxnSpPr>
            <a:stCxn id="37" idx="7"/>
            <a:endCxn id="36" idx="1"/>
          </p:cNvCxnSpPr>
          <p:nvPr/>
        </p:nvCxnSpPr>
        <p:spPr>
          <a:xfrm rot="16200000" flipH="1">
            <a:off x="4469274" y="1491759"/>
            <a:ext cx="23175" cy="1338545"/>
          </a:xfrm>
          <a:prstGeom prst="curvedConnector3">
            <a:avLst>
              <a:gd name="adj1" fmla="val -130241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36" idx="3"/>
            <a:endCxn id="37" idx="5"/>
          </p:cNvCxnSpPr>
          <p:nvPr/>
        </p:nvCxnSpPr>
        <p:spPr>
          <a:xfrm rot="5400000" flipH="1">
            <a:off x="4469275" y="1845367"/>
            <a:ext cx="23175" cy="1338545"/>
          </a:xfrm>
          <a:prstGeom prst="curvedConnector3">
            <a:avLst>
              <a:gd name="adj1" fmla="val -130241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019800" y="5999384"/>
                <a:ext cx="174342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solidFill>
                      <a:srgbClr val="7030A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האותיות הן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he-IL">
                  <a:solidFill>
                    <a:srgbClr val="7030A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5999384"/>
                <a:ext cx="1743427" cy="369332"/>
              </a:xfrm>
              <a:prstGeom prst="rect">
                <a:avLst/>
              </a:prstGeom>
              <a:blipFill>
                <a:blip r:embed="rId10"/>
                <a:stretch>
                  <a:fillRect l="-5614" t="-8197" r="-315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083051" y="5922958"/>
                <a:ext cx="1743427" cy="6463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האותיות הן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he-IL" b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והאורך זוגי</a:t>
                </a: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051" y="5922958"/>
                <a:ext cx="1743427" cy="646331"/>
              </a:xfrm>
              <a:prstGeom prst="rect">
                <a:avLst/>
              </a:prstGeom>
              <a:blipFill>
                <a:blip r:embed="rId11"/>
                <a:stretch>
                  <a:fillRect l="-5944" t="-5660" r="-2448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52400" y="5913095"/>
                <a:ext cx="1743427" cy="6463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האותיות הן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he-IL" b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והאורך אי-זוגי</a:t>
                </a: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913095"/>
                <a:ext cx="1743427" cy="646331"/>
              </a:xfrm>
              <a:prstGeom prst="rect">
                <a:avLst/>
              </a:prstGeom>
              <a:blipFill>
                <a:blip r:embed="rId12"/>
                <a:stretch>
                  <a:fillRect l="-5594" t="-5660" r="-279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255816679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ושפות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-רגולריות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Arial Rounded MT Bold" panose="020F0704030504030204" pitchFamily="34" charset="0"/>
              </a:rPr>
              <a:pPr/>
              <a:t>21 מאי 25</a:t>
            </a:fld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Arial Rounded MT Bold" panose="020F0704030504030204" pitchFamily="34" charset="0"/>
              </a:rPr>
              <a:pPr/>
              <a:t>34</a:t>
            </a:fld>
            <a:endParaRPr lang="he-IL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0704" y="1371600"/>
                <a:ext cx="8915400" cy="10772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marL="1198563" indent="-1085850">
                  <a:tabLst>
                    <a:tab pos="1371600" algn="l"/>
                  </a:tabLst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משפט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:		מַחְלֶקֶת השפות המתקבלות ע"י אוטומטי </a:t>
                </a:r>
                <a: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b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היא מַחְלֶקֶת השפות ה-</a:t>
                </a:r>
                <a14:m>
                  <m:oMath xmlns:m="http://schemas.openxmlformats.org/officeDocument/2006/math">
                    <m:r>
                      <a:rPr lang="he-IL" sz="28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04" y="1371600"/>
                <a:ext cx="8915400" cy="1077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4729" y="2821677"/>
                <a:ext cx="8924046" cy="16031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בשני כיוונים: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אוטומט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יש ביטוי </a:t>
                </a:r>
                <a14:m>
                  <m:oMath xmlns:m="http://schemas.openxmlformats.org/officeDocument/2006/math">
                    <m:r>
                      <a:rPr lang="he-IL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ביטוי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יש אוטומט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29" y="2821677"/>
                <a:ext cx="8924046" cy="1603131"/>
              </a:xfrm>
              <a:prstGeom prst="rect">
                <a:avLst/>
              </a:prstGeom>
              <a:blipFill>
                <a:blip r:embed="rId3"/>
                <a:stretch>
                  <a:fillRect l="-546" t="-3422" r="-1093" b="-6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a woman with blue hair and black gloves is saying prove it">
            <a:extLst>
              <a:ext uri="{FF2B5EF4-FFF2-40B4-BE49-F238E27FC236}">
                <a16:creationId xmlns:a16="http://schemas.microsoft.com/office/drawing/2014/main" id="{C22431D1-BE4C-01E3-DC9D-726293CED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529" y="4670112"/>
            <a:ext cx="2937296" cy="20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כיוון ראשון: מאוטומט לביטוי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-𝜔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רגולרי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7002" y="4940938"/>
                <a:ext cx="8655919" cy="1809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he-IL" sz="3200" i="1" dirty="0">
                          <a:latin typeface="Cambria Math"/>
                        </a:rPr>
                        <m:t>=</m:t>
                      </m:r>
                      <m:limLow>
                        <m:limLow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sz="32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i="1" dirty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sz="3200" i="1" dirty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3200" i="1" dirty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𝐴𝐵</m:t>
                              </m:r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he-IL" sz="20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he-IL" sz="2000" dirty="0">
                                  <a:solidFill>
                                    <a:srgbClr val="0000FF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מילים </m:t>
                              </m:r>
                              <m:r>
                                <m:rPr>
                                  <m:nor/>
                                </m:rPr>
                                <a:rPr lang="he-IL" sz="2000" b="0" i="0" dirty="0" smtClean="0">
                                  <a:solidFill>
                                    <a:srgbClr val="0000FF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סופיות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he-IL" sz="2000" b="0" i="0" dirty="0" smtClean="0">
                                  <a:solidFill>
                                    <a:srgbClr val="0000FF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 בעלות ריצה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0000FF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0000FF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he-IL" sz="2000" b="0" dirty="0" smtClean="0">
                                  <a:solidFill>
                                    <a:srgbClr val="0000FF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ל</m:t>
                              </m:r>
                              <m: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he-IL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מ</m:t>
                              </m:r>
                            </m:e>
                          </m:eqArr>
                        </m:lim>
                      </m:limLow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sz="3200" i="1" dirty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sSup>
                            <m:sSupPr>
                              <m:ctrlP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sz="32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𝐵</m:t>
                                      </m:r>
                                      <m:r>
                                        <a:rPr lang="en-US" sz="32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US" sz="32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𝐵</m:t>
                                      </m:r>
                                      <m:sSup>
                                        <m:sSupPr>
                                          <m:ctrlPr>
                                            <a:rPr lang="en-US" sz="32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2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𝐶</m:t>
                                          </m:r>
                                        </m:e>
                                        <m:sup>
                                          <m:r>
                                            <a:rPr lang="en-US" sz="32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en-US" sz="3200" i="1" dirty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𝐴𝐵</m:t>
                                      </m:r>
                                    </m:e>
                                  </m:groupChr>
                                </m:e>
                              </m:d>
                            </m:e>
                            <m:sup>
                              <m:r>
                                <a:rPr lang="en-US" sz="32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  <m:lim>
                          <m:eqArr>
                            <m:eqArrPr>
                              <m:ctrlPr>
                                <a:rPr lang="he-IL" sz="2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he-IL" sz="2000" dirty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מילים </m:t>
                              </m:r>
                              <m:r>
                                <m:rPr>
                                  <m:nor/>
                                </m:rPr>
                                <a:rPr lang="he-IL" sz="2000" b="0" i="0" dirty="0" smtClean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סופיות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he-IL" sz="2000" b="0" i="0" dirty="0" smtClean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בעלות </m:t>
                              </m:r>
                              <m:r>
                                <m:rPr>
                                  <m:nor/>
                                </m:rPr>
                                <a:rPr lang="he-IL" sz="2000" dirty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ריצה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he-IL" sz="2000" b="0" i="0" dirty="0" smtClean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ל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he-IL" sz="2000" b="0" i="0" dirty="0" smtClean="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מ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US" sz="12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2" y="4940938"/>
                <a:ext cx="8655919" cy="18091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4479870" y="1628808"/>
                <a:ext cx="561351" cy="500077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870" y="1628808"/>
                <a:ext cx="561351" cy="50007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2414356" y="1616166"/>
                <a:ext cx="561351" cy="500077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356" y="1616166"/>
                <a:ext cx="561351" cy="50007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6724166" y="1219200"/>
            <a:ext cx="209646" cy="369424"/>
          </a:xfrm>
          <a:custGeom>
            <a:avLst/>
            <a:gdLst>
              <a:gd name="connsiteX0" fmla="*/ 3153 w 209646"/>
              <a:gd name="connsiteY0" fmla="*/ 369424 h 369424"/>
              <a:gd name="connsiteX1" fmla="*/ 11945 w 209646"/>
              <a:gd name="connsiteY1" fmla="*/ 114447 h 369424"/>
              <a:gd name="connsiteX2" fmla="*/ 99868 w 209646"/>
              <a:gd name="connsiteY2" fmla="*/ 147 h 369424"/>
              <a:gd name="connsiteX3" fmla="*/ 205376 w 209646"/>
              <a:gd name="connsiteY3" fmla="*/ 96862 h 369424"/>
              <a:gd name="connsiteX4" fmla="*/ 178999 w 209646"/>
              <a:gd name="connsiteY4" fmla="*/ 351839 h 36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646" h="369424">
                <a:moveTo>
                  <a:pt x="3153" y="369424"/>
                </a:moveTo>
                <a:cubicBezTo>
                  <a:pt x="-511" y="272708"/>
                  <a:pt x="-4174" y="175993"/>
                  <a:pt x="11945" y="114447"/>
                </a:cubicBezTo>
                <a:cubicBezTo>
                  <a:pt x="28064" y="52901"/>
                  <a:pt x="67630" y="3078"/>
                  <a:pt x="99868" y="147"/>
                </a:cubicBezTo>
                <a:cubicBezTo>
                  <a:pt x="132106" y="-2784"/>
                  <a:pt x="192188" y="38247"/>
                  <a:pt x="205376" y="96862"/>
                </a:cubicBezTo>
                <a:cubicBezTo>
                  <a:pt x="218564" y="155477"/>
                  <a:pt x="198781" y="253658"/>
                  <a:pt x="178999" y="3518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b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184400" y="1866205"/>
            <a:ext cx="229956" cy="58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6"/>
            <a:endCxn id="8" idx="2"/>
          </p:cNvCxnSpPr>
          <p:nvPr/>
        </p:nvCxnSpPr>
        <p:spPr>
          <a:xfrm>
            <a:off x="2975707" y="1866205"/>
            <a:ext cx="1504163" cy="1264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6"/>
            <a:endCxn id="7" idx="2"/>
          </p:cNvCxnSpPr>
          <p:nvPr/>
        </p:nvCxnSpPr>
        <p:spPr>
          <a:xfrm flipV="1">
            <a:off x="5041221" y="1861263"/>
            <a:ext cx="1489509" cy="1758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7" idx="3"/>
            <a:endCxn id="9" idx="5"/>
          </p:cNvCxnSpPr>
          <p:nvPr/>
        </p:nvCxnSpPr>
        <p:spPr>
          <a:xfrm rot="5400000">
            <a:off x="4750748" y="180818"/>
            <a:ext cx="4942" cy="3719439"/>
          </a:xfrm>
          <a:prstGeom prst="curvedConnector3">
            <a:avLst>
              <a:gd name="adj1" fmla="val 6207548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6530730" y="1611224"/>
                <a:ext cx="561351" cy="500077"/>
              </a:xfrm>
              <a:prstGeom prst="ellipse">
                <a:avLst/>
              </a:prstGeom>
              <a:solidFill>
                <a:srgbClr val="FFFF99"/>
              </a:solidFill>
              <a:ln w="57150" cap="sq" cmpd="dbl">
                <a:solidFill>
                  <a:schemeClr val="tx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730" y="1611224"/>
                <a:ext cx="561351" cy="50007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57150" cap="sq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2289963" y="1132173"/>
                <a:ext cx="248786" cy="369332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963" y="1132173"/>
                <a:ext cx="248786" cy="369332"/>
              </a:xfrm>
              <a:prstGeom prst="rect">
                <a:avLst/>
              </a:prstGeom>
              <a:blipFill>
                <a:blip r:embed="rId6"/>
                <a:stretch>
                  <a:fillRect t="-8333" r="-8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Freeform 37"/>
          <p:cNvSpPr/>
          <p:nvPr/>
        </p:nvSpPr>
        <p:spPr>
          <a:xfrm>
            <a:off x="2597536" y="1256456"/>
            <a:ext cx="209646" cy="369424"/>
          </a:xfrm>
          <a:custGeom>
            <a:avLst/>
            <a:gdLst>
              <a:gd name="connsiteX0" fmla="*/ 3153 w 209646"/>
              <a:gd name="connsiteY0" fmla="*/ 369424 h 369424"/>
              <a:gd name="connsiteX1" fmla="*/ 11945 w 209646"/>
              <a:gd name="connsiteY1" fmla="*/ 114447 h 369424"/>
              <a:gd name="connsiteX2" fmla="*/ 99868 w 209646"/>
              <a:gd name="connsiteY2" fmla="*/ 147 h 369424"/>
              <a:gd name="connsiteX3" fmla="*/ 205376 w 209646"/>
              <a:gd name="connsiteY3" fmla="*/ 96862 h 369424"/>
              <a:gd name="connsiteX4" fmla="*/ 178999 w 209646"/>
              <a:gd name="connsiteY4" fmla="*/ 351839 h 36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646" h="369424">
                <a:moveTo>
                  <a:pt x="3153" y="369424"/>
                </a:moveTo>
                <a:cubicBezTo>
                  <a:pt x="-511" y="272708"/>
                  <a:pt x="-4174" y="175993"/>
                  <a:pt x="11945" y="114447"/>
                </a:cubicBezTo>
                <a:cubicBezTo>
                  <a:pt x="28064" y="52901"/>
                  <a:pt x="67630" y="3078"/>
                  <a:pt x="99868" y="147"/>
                </a:cubicBezTo>
                <a:cubicBezTo>
                  <a:pt x="132106" y="-2784"/>
                  <a:pt x="192188" y="38247"/>
                  <a:pt x="205376" y="96862"/>
                </a:cubicBezTo>
                <a:cubicBezTo>
                  <a:pt x="218564" y="155477"/>
                  <a:pt x="198781" y="253658"/>
                  <a:pt x="178999" y="351839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b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455733" y="1087189"/>
                <a:ext cx="248786" cy="369332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733" y="1087189"/>
                <a:ext cx="248786" cy="369332"/>
              </a:xfrm>
              <a:prstGeom prst="rect">
                <a:avLst/>
              </a:prstGeom>
              <a:blipFill>
                <a:blip r:embed="rId7"/>
                <a:stretch>
                  <a:fillRect t="-8197" r="-8292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602572" y="1505985"/>
                <a:ext cx="407291" cy="369332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572" y="1505985"/>
                <a:ext cx="407291" cy="369332"/>
              </a:xfrm>
              <a:prstGeom prst="rect">
                <a:avLst/>
              </a:prstGeom>
              <a:blipFill>
                <a:blip r:embed="rId8"/>
                <a:stretch>
                  <a:fillRect t="-8197" r="-11940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3537058" y="1476910"/>
                <a:ext cx="396904" cy="369332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058" y="1476910"/>
                <a:ext cx="396904" cy="369332"/>
              </a:xfrm>
              <a:prstGeom prst="rect">
                <a:avLst/>
              </a:prstGeom>
              <a:blipFill>
                <a:blip r:embed="rId9"/>
                <a:stretch>
                  <a:fillRect t="-8197" r="-12308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4572976" y="2425325"/>
                <a:ext cx="248786" cy="369332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976" y="2425325"/>
                <a:ext cx="248786" cy="369332"/>
              </a:xfrm>
              <a:prstGeom prst="rect">
                <a:avLst/>
              </a:prstGeom>
              <a:blipFill>
                <a:blip r:embed="rId10"/>
                <a:stretch>
                  <a:fillRect t="-8333" r="-8292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2521513" y="3856325"/>
                <a:ext cx="434346" cy="38693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513" y="3856325"/>
                <a:ext cx="434346" cy="386935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/>
              <p:cNvSpPr/>
              <p:nvPr/>
            </p:nvSpPr>
            <p:spPr>
              <a:xfrm>
                <a:off x="1520245" y="3846543"/>
                <a:ext cx="434346" cy="386935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245" y="3846543"/>
                <a:ext cx="434346" cy="38693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endCxn id="21" idx="2"/>
          </p:cNvCxnSpPr>
          <p:nvPr/>
        </p:nvCxnSpPr>
        <p:spPr>
          <a:xfrm flipV="1">
            <a:off x="1342316" y="4040011"/>
            <a:ext cx="177929" cy="4533"/>
          </a:xfrm>
          <a:prstGeom prst="straightConnector1">
            <a:avLst/>
          </a:prstGeom>
          <a:ln w="127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1" idx="6"/>
            <a:endCxn id="20" idx="2"/>
          </p:cNvCxnSpPr>
          <p:nvPr/>
        </p:nvCxnSpPr>
        <p:spPr>
          <a:xfrm>
            <a:off x="1954591" y="4040011"/>
            <a:ext cx="566922" cy="9782"/>
          </a:xfrm>
          <a:prstGeom prst="straightConnector1">
            <a:avLst/>
          </a:prstGeom>
          <a:ln w="127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0" idx="6"/>
          </p:cNvCxnSpPr>
          <p:nvPr/>
        </p:nvCxnSpPr>
        <p:spPr>
          <a:xfrm flipV="1">
            <a:off x="2955858" y="4036187"/>
            <a:ext cx="528665" cy="13606"/>
          </a:xfrm>
          <a:prstGeom prst="straightConnector1">
            <a:avLst/>
          </a:prstGeom>
          <a:ln w="127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696882" y="3230252"/>
                <a:ext cx="240772" cy="338554"/>
              </a:xfrm>
              <a:prstGeom prst="rect">
                <a:avLst/>
              </a:prstGeom>
              <a:ln w="12700">
                <a:noFill/>
              </a:ln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 sz="16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82" y="3230252"/>
                <a:ext cx="240772" cy="338554"/>
              </a:xfrm>
              <a:prstGeom prst="rect">
                <a:avLst/>
              </a:prstGeom>
              <a:blipFill>
                <a:blip r:embed="rId13"/>
                <a:stretch>
                  <a:fillRect t="-5455" r="-65000" b="-2363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1661980" y="3568217"/>
            <a:ext cx="162214" cy="285842"/>
          </a:xfrm>
          <a:custGeom>
            <a:avLst/>
            <a:gdLst>
              <a:gd name="connsiteX0" fmla="*/ 3153 w 209646"/>
              <a:gd name="connsiteY0" fmla="*/ 369424 h 369424"/>
              <a:gd name="connsiteX1" fmla="*/ 11945 w 209646"/>
              <a:gd name="connsiteY1" fmla="*/ 114447 h 369424"/>
              <a:gd name="connsiteX2" fmla="*/ 99868 w 209646"/>
              <a:gd name="connsiteY2" fmla="*/ 147 h 369424"/>
              <a:gd name="connsiteX3" fmla="*/ 205376 w 209646"/>
              <a:gd name="connsiteY3" fmla="*/ 96862 h 369424"/>
              <a:gd name="connsiteX4" fmla="*/ 178999 w 209646"/>
              <a:gd name="connsiteY4" fmla="*/ 351839 h 36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646" h="369424">
                <a:moveTo>
                  <a:pt x="3153" y="369424"/>
                </a:moveTo>
                <a:cubicBezTo>
                  <a:pt x="-511" y="272708"/>
                  <a:pt x="-4174" y="175993"/>
                  <a:pt x="11945" y="114447"/>
                </a:cubicBezTo>
                <a:cubicBezTo>
                  <a:pt x="28064" y="52901"/>
                  <a:pt x="67630" y="3078"/>
                  <a:pt x="99868" y="147"/>
                </a:cubicBezTo>
                <a:cubicBezTo>
                  <a:pt x="132106" y="-2784"/>
                  <a:pt x="192188" y="38247"/>
                  <a:pt x="205376" y="96862"/>
                </a:cubicBezTo>
                <a:cubicBezTo>
                  <a:pt x="218564" y="155477"/>
                  <a:pt x="198781" y="253658"/>
                  <a:pt x="178999" y="351839"/>
                </a:cubicBezTo>
              </a:path>
            </a:pathLst>
          </a:custGeom>
          <a:ln w="127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b"/>
          <a:lstStyle/>
          <a:p>
            <a:pPr algn="ctr"/>
            <a:endParaRPr lang="he-IL" sz="1600">
              <a:solidFill>
                <a:srgbClr val="003399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035134" y="3708507"/>
                <a:ext cx="380938" cy="338554"/>
              </a:xfrm>
              <a:prstGeom prst="rect">
                <a:avLst/>
              </a:prstGeom>
              <a:ln w="12700">
                <a:noFill/>
              </a:ln>
            </p:spPr>
            <p:txBody>
              <a:bodyPr wrap="none" anchor="b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 sz="16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134" y="3708507"/>
                <a:ext cx="380938" cy="338554"/>
              </a:xfrm>
              <a:prstGeom prst="rect">
                <a:avLst/>
              </a:prstGeom>
              <a:blipFill>
                <a:blip r:embed="rId14"/>
                <a:stretch>
                  <a:fillRect t="-3571" r="-9677" b="-23214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017085" y="3686011"/>
                <a:ext cx="372603" cy="338554"/>
              </a:xfrm>
              <a:prstGeom prst="rect">
                <a:avLst/>
              </a:prstGeom>
              <a:ln w="12700">
                <a:noFill/>
              </a:ln>
            </p:spPr>
            <p:txBody>
              <a:bodyPr wrap="none" anchor="b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he-IL" sz="16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85" y="3686011"/>
                <a:ext cx="372603" cy="338554"/>
              </a:xfrm>
              <a:prstGeom prst="rect">
                <a:avLst/>
              </a:prstGeom>
              <a:blipFill>
                <a:blip r:embed="rId15"/>
                <a:stretch>
                  <a:fillRect t="-5455" r="-8197" b="-2363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6404972" y="3771773"/>
                <a:ext cx="383830" cy="38211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972" y="3771773"/>
                <a:ext cx="383830" cy="382112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5417474" y="3762113"/>
                <a:ext cx="383830" cy="38211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474" y="3762113"/>
                <a:ext cx="383830" cy="382112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 flipH="1">
            <a:off x="8593281" y="3949033"/>
            <a:ext cx="173407" cy="36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2" idx="6"/>
            <a:endCxn id="41" idx="2"/>
          </p:cNvCxnSpPr>
          <p:nvPr/>
        </p:nvCxnSpPr>
        <p:spPr>
          <a:xfrm>
            <a:off x="5801304" y="3953170"/>
            <a:ext cx="603668" cy="966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1" idx="6"/>
          </p:cNvCxnSpPr>
          <p:nvPr/>
        </p:nvCxnSpPr>
        <p:spPr>
          <a:xfrm>
            <a:off x="6788802" y="3962829"/>
            <a:ext cx="491959" cy="9596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endCxn id="42" idx="5"/>
          </p:cNvCxnSpPr>
          <p:nvPr/>
        </p:nvCxnSpPr>
        <p:spPr>
          <a:xfrm rot="5400000">
            <a:off x="7014810" y="2814774"/>
            <a:ext cx="3776" cy="2543208"/>
          </a:xfrm>
          <a:prstGeom prst="curvedConnector3">
            <a:avLst>
              <a:gd name="adj1" fmla="val 8342473"/>
            </a:avLst>
          </a:prstGeom>
          <a:ln w="952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5445301" y="3124200"/>
                <a:ext cx="240772" cy="338554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301" y="3124200"/>
                <a:ext cx="240772" cy="338554"/>
              </a:xfrm>
              <a:prstGeom prst="rect">
                <a:avLst/>
              </a:prstGeom>
              <a:blipFill>
                <a:blip r:embed="rId18"/>
                <a:stretch>
                  <a:fillRect t="-5455" r="-65000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Freeform 51"/>
          <p:cNvSpPr/>
          <p:nvPr/>
        </p:nvSpPr>
        <p:spPr>
          <a:xfrm>
            <a:off x="5542726" y="3487256"/>
            <a:ext cx="143348" cy="282279"/>
          </a:xfrm>
          <a:custGeom>
            <a:avLst/>
            <a:gdLst>
              <a:gd name="connsiteX0" fmla="*/ 3153 w 209646"/>
              <a:gd name="connsiteY0" fmla="*/ 369424 h 369424"/>
              <a:gd name="connsiteX1" fmla="*/ 11945 w 209646"/>
              <a:gd name="connsiteY1" fmla="*/ 114447 h 369424"/>
              <a:gd name="connsiteX2" fmla="*/ 99868 w 209646"/>
              <a:gd name="connsiteY2" fmla="*/ 147 h 369424"/>
              <a:gd name="connsiteX3" fmla="*/ 205376 w 209646"/>
              <a:gd name="connsiteY3" fmla="*/ 96862 h 369424"/>
              <a:gd name="connsiteX4" fmla="*/ 178999 w 209646"/>
              <a:gd name="connsiteY4" fmla="*/ 351839 h 36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646" h="369424">
                <a:moveTo>
                  <a:pt x="3153" y="369424"/>
                </a:moveTo>
                <a:cubicBezTo>
                  <a:pt x="-511" y="272708"/>
                  <a:pt x="-4174" y="175993"/>
                  <a:pt x="11945" y="114447"/>
                </a:cubicBezTo>
                <a:cubicBezTo>
                  <a:pt x="28064" y="52901"/>
                  <a:pt x="67630" y="3078"/>
                  <a:pt x="99868" y="147"/>
                </a:cubicBezTo>
                <a:cubicBezTo>
                  <a:pt x="132106" y="-2784"/>
                  <a:pt x="192188" y="38247"/>
                  <a:pt x="205376" y="96862"/>
                </a:cubicBezTo>
                <a:cubicBezTo>
                  <a:pt x="218564" y="155477"/>
                  <a:pt x="198781" y="253658"/>
                  <a:pt x="178999" y="351839"/>
                </a:cubicBezTo>
              </a:path>
            </a:pathLst>
          </a:custGeom>
          <a:ln w="952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b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7817912" y="3582859"/>
                <a:ext cx="240772" cy="338554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912" y="3582859"/>
                <a:ext cx="240772" cy="338554"/>
              </a:xfrm>
              <a:prstGeom prst="rect">
                <a:avLst/>
              </a:prstGeom>
              <a:blipFill>
                <a:blip r:embed="rId19"/>
                <a:stretch>
                  <a:fillRect t="-5455" r="-70000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810731" y="3582859"/>
                <a:ext cx="380938" cy="338554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731" y="3582859"/>
                <a:ext cx="380938" cy="338554"/>
              </a:xfrm>
              <a:prstGeom prst="rect">
                <a:avLst/>
              </a:prstGeom>
              <a:blipFill>
                <a:blip r:embed="rId20"/>
                <a:stretch>
                  <a:fillRect t="-5455" r="-7937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5989646" y="3599362"/>
                <a:ext cx="372603" cy="338554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646" y="3599362"/>
                <a:ext cx="372603" cy="338554"/>
              </a:xfrm>
              <a:prstGeom prst="rect">
                <a:avLst/>
              </a:prstGeom>
              <a:blipFill>
                <a:blip r:embed="rId21"/>
                <a:stretch>
                  <a:fillRect t="-3571" r="-8197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6822793" y="4404548"/>
                <a:ext cx="240772" cy="338554"/>
              </a:xfrm>
              <a:prstGeom prst="rect">
                <a:avLst/>
              </a:prstGeom>
            </p:spPr>
            <p:txBody>
              <a:bodyPr wrap="non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793" y="4404548"/>
                <a:ext cx="240772" cy="338554"/>
              </a:xfrm>
              <a:prstGeom prst="rect">
                <a:avLst/>
              </a:prstGeom>
              <a:blipFill>
                <a:blip r:embed="rId22"/>
                <a:stretch>
                  <a:fillRect t="-5455" r="-70000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/>
          <p:cNvCxnSpPr/>
          <p:nvPr/>
        </p:nvCxnSpPr>
        <p:spPr>
          <a:xfrm flipH="1" flipV="1">
            <a:off x="7702362" y="3949033"/>
            <a:ext cx="529730" cy="36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/>
              <p:cNvSpPr/>
              <p:nvPr/>
            </p:nvSpPr>
            <p:spPr>
              <a:xfrm>
                <a:off x="8189718" y="3771773"/>
                <a:ext cx="383830" cy="38211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2" name="Oval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718" y="3771773"/>
                <a:ext cx="383830" cy="382112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/>
              <p:cNvSpPr/>
              <p:nvPr/>
            </p:nvSpPr>
            <p:spPr>
              <a:xfrm>
                <a:off x="3507415" y="3861148"/>
                <a:ext cx="383830" cy="382112"/>
              </a:xfrm>
              <a:prstGeom prst="ellipse">
                <a:avLst/>
              </a:prstGeom>
              <a:solidFill>
                <a:schemeClr val="bg1"/>
              </a:solidFill>
              <a:ln w="57150" cap="sq" cmpd="dbl">
                <a:solidFill>
                  <a:srgbClr val="0000FF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0" name="Oval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415" y="3861148"/>
                <a:ext cx="383830" cy="382112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 w="57150" cap="sq" cmpd="dbl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3035134" y="4488419"/>
            <a:ext cx="65056" cy="54864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cxnSpLocks/>
          </p:cNvCxnSpPr>
          <p:nvPr/>
        </p:nvCxnSpPr>
        <p:spPr>
          <a:xfrm flipH="1">
            <a:off x="6132282" y="4488419"/>
            <a:ext cx="94823" cy="548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/>
              <p:cNvSpPr/>
              <p:nvPr/>
            </p:nvSpPr>
            <p:spPr>
              <a:xfrm>
                <a:off x="7294991" y="3760745"/>
                <a:ext cx="383830" cy="382112"/>
              </a:xfrm>
              <a:prstGeom prst="ellipse">
                <a:avLst/>
              </a:prstGeom>
              <a:solidFill>
                <a:schemeClr val="bg1"/>
              </a:solidFill>
              <a:ln w="57150" cap="sq" cmpd="dbl">
                <a:solidFill>
                  <a:srgbClr val="FF0000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91440" tIns="0" rIns="0" bIns="9144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3" name="Oval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991" y="3760745"/>
                <a:ext cx="383830" cy="382112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 w="57150" cap="sq" cmpd="dbl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403E25-98F9-36E7-9C49-9875BB0F8755}"/>
              </a:ext>
            </a:extLst>
          </p:cNvPr>
          <p:cNvCxnSpPr>
            <a:cxnSpLocks/>
          </p:cNvCxnSpPr>
          <p:nvPr/>
        </p:nvCxnSpPr>
        <p:spPr>
          <a:xfrm flipH="1">
            <a:off x="2911083" y="2676611"/>
            <a:ext cx="11344" cy="54864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4DBC16-2342-8E23-9CFB-541A9F1AC5AC}"/>
              </a:ext>
            </a:extLst>
          </p:cNvPr>
          <p:cNvCxnSpPr>
            <a:cxnSpLocks/>
          </p:cNvCxnSpPr>
          <p:nvPr/>
        </p:nvCxnSpPr>
        <p:spPr>
          <a:xfrm>
            <a:off x="6227105" y="2720033"/>
            <a:ext cx="0" cy="548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B15931-BA8E-0BFB-256A-A084CABAC49A}"/>
              </a:ext>
            </a:extLst>
          </p:cNvPr>
          <p:cNvSpPr txBox="1"/>
          <p:nvPr/>
        </p:nvSpPr>
        <p:spPr>
          <a:xfrm flipH="1">
            <a:off x="3156011" y="2805670"/>
            <a:ext cx="267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תרגום שאנחנו מציעים כאן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95A17D-57C8-E924-2015-C49D3165AAB9}"/>
              </a:ext>
            </a:extLst>
          </p:cNvPr>
          <p:cNvSpPr txBox="1"/>
          <p:nvPr/>
        </p:nvSpPr>
        <p:spPr>
          <a:xfrm flipH="1">
            <a:off x="3235866" y="4516956"/>
            <a:ext cx="267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אלג. שלמדנו בקורס קודם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7A52-DB3B-12F7-B171-A0087AC9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48CEBE-7CCD-EF9C-A68B-0DAC8C8A40B3}"/>
              </a:ext>
            </a:extLst>
          </p:cNvPr>
          <p:cNvSpPr/>
          <p:nvPr/>
        </p:nvSpPr>
        <p:spPr>
          <a:xfrm>
            <a:off x="2362200" y="2869275"/>
            <a:ext cx="4343400" cy="990599"/>
          </a:xfrm>
          <a:prstGeom prst="rect">
            <a:avLst/>
          </a:prstGeom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BB5FE7-02D1-834A-0C8F-0979A46CDD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67504" y="-304800"/>
                <a:ext cx="7772400" cy="1143000"/>
              </a:xfrm>
            </p:spPr>
            <p:txBody>
              <a:bodyPr>
                <a:normAutofit/>
              </a:bodyPr>
              <a:lstStyle/>
              <a:p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ראשון: מאוטומט </a:t>
                </a:r>
                <a: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לביטוי </a:t>
                </a:r>
                <a14:m>
                  <m:oMath xmlns:m="http://schemas.openxmlformats.org/officeDocument/2006/math">
                    <m:r>
                      <a:rPr lang="he-IL" sz="3200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BB5FE7-02D1-834A-0C8F-0979A46CD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67504" y="-304800"/>
                <a:ext cx="7772400" cy="1143000"/>
              </a:xfrm>
              <a:blipFill>
                <a:blip r:embed="rId2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88D1E-0338-D14F-3A81-F6136073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36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0CBBD3A-604E-DFA5-B572-B999F9F299D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143000"/>
                <a:ext cx="9067800" cy="30861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30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יהי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𝒜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〈</m:t>
                    </m:r>
                    <m:r>
                      <a:rPr lang="en-US" sz="2000" i="1" dirty="0" smtClean="0">
                        <a:latin typeface="Cambria Math"/>
                      </a:rPr>
                      <m:t>𝑄</m:t>
                    </m:r>
                    <m:r>
                      <a:rPr lang="en-US" sz="2000" i="1" dirty="0" smtClean="0"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l-GR" sz="2000" i="0" dirty="0">
                        <a:latin typeface="Cambria Math"/>
                      </a:rPr>
                      <m:t>Σ</m:t>
                    </m:r>
                    <m:r>
                      <a:rPr lang="el-GR" sz="2000" i="1" dirty="0">
                        <a:latin typeface="Cambria Math"/>
                      </a:rPr>
                      <m:t>, </m:t>
                    </m:r>
                    <m:r>
                      <a:rPr lang="el-GR" sz="2000" i="1" dirty="0">
                        <a:latin typeface="Cambria Math"/>
                      </a:rPr>
                      <m:t>𝛿</m:t>
                    </m:r>
                    <m:r>
                      <a:rPr lang="el-GR" sz="20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, </m:t>
                    </m:r>
                    <m:r>
                      <a:rPr lang="en-US" sz="2000" i="1" dirty="0">
                        <a:latin typeface="Cambria Math"/>
                      </a:rPr>
                      <m:t>𝐹</m:t>
                    </m:r>
                    <m:r>
                      <a:rPr lang="en-US" sz="2000" b="0" i="1" dirty="0" smtClean="0">
                        <a:latin typeface="Cambria Math"/>
                      </a:rPr>
                      <m:t>〉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אוטומט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0"/>
                  </a:spcBef>
                  <a:spcAft>
                    <a:spcPts val="30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𝑞</m:t>
                    </m:r>
                    <m:r>
                      <a:rPr lang="en-US" sz="2000" i="1" dirty="0" smtClean="0">
                        <a:latin typeface="Cambria Math"/>
                      </a:rPr>
                      <m:t>, </m:t>
                    </m:r>
                    <m:r>
                      <a:rPr lang="en-US" sz="2000" i="1" dirty="0" smtClean="0">
                        <a:latin typeface="Cambria Math"/>
                      </a:rPr>
                      <m:t>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נגדיר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𝑞𝑝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l-GR" sz="2000" i="1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,  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}, 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}〉</m:t>
                    </m:r>
                  </m:oMath>
                </a14:m>
                <a:r>
                  <a:rPr lang="he-IL" sz="2000" b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ונסמן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𝑞𝑝</m:t>
                        </m:r>
                      </m:sub>
                    </m:sSub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0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i="1" dirty="0" err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𝑞𝑝</m:t>
                            </m:r>
                          </m:sub>
                        </m:sSub>
                      </m:e>
                    </m:d>
                  </m:oMath>
                </a14:m>
                <a:endParaRPr lang="he-IL" sz="2000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משפט:   </a:t>
                </a:r>
              </a:p>
              <a:p>
                <a:pPr marL="0" indent="0">
                  <a:spcBef>
                    <a:spcPts val="0"/>
                  </a:spcBef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𝒜</m:t>
                          </m:r>
                        </m:e>
                      </m:d>
                      <m:r>
                        <a:rPr lang="he-IL" sz="2000" b="0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he-IL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𝑞</m:t>
                          </m:r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∈</m:t>
                          </m:r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𝐹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. 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𝑞𝑞</m:t>
                                      </m:r>
                                    </m:sub>
                                  </m:sSub>
                                  <m: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∖</m:t>
                                  </m:r>
                                  <m:r>
                                    <a:rPr lang="en-US" sz="200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e-IL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l-GR" sz="2000" i="1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𝜔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0CBBD3A-604E-DFA5-B572-B999F9F29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143000"/>
                <a:ext cx="9067800" cy="3086100"/>
              </a:xfrm>
              <a:blipFill>
                <a:blip r:embed="rId3"/>
                <a:stretch>
                  <a:fillRect t="-1186" r="-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EDF88F-7E59-09C6-D209-75BF98486385}"/>
              </a:ext>
            </a:extLst>
          </p:cNvPr>
          <p:cNvSpPr/>
          <p:nvPr/>
        </p:nvSpPr>
        <p:spPr>
          <a:xfrm>
            <a:off x="251231" y="914400"/>
            <a:ext cx="2305950" cy="681487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400" dirty="0">
                <a:latin typeface="Gisha" panose="020B0502040204020203" pitchFamily="34" charset="-79"/>
                <a:cs typeface="Gisha" panose="020B0502040204020203" pitchFamily="34" charset="-79"/>
              </a:rPr>
              <a:t>למדנו לבנות לזה ביטוי רגולרי  בקורס מבנים חישוביים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F0D6499-FF1E-E60C-F8F9-669740EBCF7F}"/>
              </a:ext>
            </a:extLst>
          </p:cNvPr>
          <p:cNvSpPr/>
          <p:nvPr/>
        </p:nvSpPr>
        <p:spPr>
          <a:xfrm>
            <a:off x="2153991" y="1599469"/>
            <a:ext cx="491039" cy="397214"/>
          </a:xfrm>
          <a:custGeom>
            <a:avLst/>
            <a:gdLst>
              <a:gd name="connsiteX0" fmla="*/ 448574 w 469885"/>
              <a:gd name="connsiteY0" fmla="*/ 0 h 500332"/>
              <a:gd name="connsiteX1" fmla="*/ 431321 w 469885"/>
              <a:gd name="connsiteY1" fmla="*/ 258792 h 500332"/>
              <a:gd name="connsiteX2" fmla="*/ 94891 w 469885"/>
              <a:gd name="connsiteY2" fmla="*/ 319177 h 500332"/>
              <a:gd name="connsiteX3" fmla="*/ 0 w 469885"/>
              <a:gd name="connsiteY3" fmla="*/ 500332 h 500332"/>
              <a:gd name="connsiteX0" fmla="*/ 1069676 w 1070312"/>
              <a:gd name="connsiteY0" fmla="*/ 0 h 457200"/>
              <a:gd name="connsiteX1" fmla="*/ 431321 w 1070312"/>
              <a:gd name="connsiteY1" fmla="*/ 215660 h 457200"/>
              <a:gd name="connsiteX2" fmla="*/ 94891 w 1070312"/>
              <a:gd name="connsiteY2" fmla="*/ 276045 h 457200"/>
              <a:gd name="connsiteX3" fmla="*/ 0 w 1070312"/>
              <a:gd name="connsiteY3" fmla="*/ 457200 h 457200"/>
              <a:gd name="connsiteX0" fmla="*/ 1069676 w 1070806"/>
              <a:gd name="connsiteY0" fmla="*/ 0 h 457200"/>
              <a:gd name="connsiteX1" fmla="*/ 655608 w 1070806"/>
              <a:gd name="connsiteY1" fmla="*/ 276045 h 457200"/>
              <a:gd name="connsiteX2" fmla="*/ 94891 w 1070806"/>
              <a:gd name="connsiteY2" fmla="*/ 276045 h 457200"/>
              <a:gd name="connsiteX3" fmla="*/ 0 w 1070806"/>
              <a:gd name="connsiteY3" fmla="*/ 457200 h 457200"/>
              <a:gd name="connsiteX0" fmla="*/ 1466480 w 1467610"/>
              <a:gd name="connsiteY0" fmla="*/ 657845 h 947805"/>
              <a:gd name="connsiteX1" fmla="*/ 1052412 w 1467610"/>
              <a:gd name="connsiteY1" fmla="*/ 933890 h 947805"/>
              <a:gd name="connsiteX2" fmla="*/ 491695 w 1467610"/>
              <a:gd name="connsiteY2" fmla="*/ 933890 h 947805"/>
              <a:gd name="connsiteX3" fmla="*/ 0 w 1467610"/>
              <a:gd name="connsiteY3" fmla="*/ 3421 h 947805"/>
              <a:gd name="connsiteX0" fmla="*/ 1466480 w 1467492"/>
              <a:gd name="connsiteY0" fmla="*/ 663594 h 951406"/>
              <a:gd name="connsiteX1" fmla="*/ 1052412 w 1467492"/>
              <a:gd name="connsiteY1" fmla="*/ 939639 h 951406"/>
              <a:gd name="connsiteX2" fmla="*/ 696937 w 1467492"/>
              <a:gd name="connsiteY2" fmla="*/ 258321 h 951406"/>
              <a:gd name="connsiteX3" fmla="*/ 0 w 1467492"/>
              <a:gd name="connsiteY3" fmla="*/ 9170 h 951406"/>
              <a:gd name="connsiteX0" fmla="*/ 1466480 w 1467413"/>
              <a:gd name="connsiteY0" fmla="*/ 663594 h 683137"/>
              <a:gd name="connsiteX1" fmla="*/ 1025046 w 1467413"/>
              <a:gd name="connsiteY1" fmla="*/ 365898 h 683137"/>
              <a:gd name="connsiteX2" fmla="*/ 696937 w 1467413"/>
              <a:gd name="connsiteY2" fmla="*/ 258321 h 683137"/>
              <a:gd name="connsiteX3" fmla="*/ 0 w 1467413"/>
              <a:gd name="connsiteY3" fmla="*/ 9170 h 683137"/>
              <a:gd name="connsiteX0" fmla="*/ 2041162 w 2041555"/>
              <a:gd name="connsiteY0" fmla="*/ 305006 h 377568"/>
              <a:gd name="connsiteX1" fmla="*/ 1025046 w 2041555"/>
              <a:gd name="connsiteY1" fmla="*/ 365898 h 377568"/>
              <a:gd name="connsiteX2" fmla="*/ 696937 w 2041555"/>
              <a:gd name="connsiteY2" fmla="*/ 258321 h 377568"/>
              <a:gd name="connsiteX3" fmla="*/ 0 w 2041555"/>
              <a:gd name="connsiteY3" fmla="*/ 9170 h 377568"/>
              <a:gd name="connsiteX0" fmla="*/ 2041162 w 2041764"/>
              <a:gd name="connsiteY0" fmla="*/ 305006 h 329150"/>
              <a:gd name="connsiteX1" fmla="*/ 1312387 w 2041764"/>
              <a:gd name="connsiteY1" fmla="*/ 141781 h 329150"/>
              <a:gd name="connsiteX2" fmla="*/ 696937 w 2041764"/>
              <a:gd name="connsiteY2" fmla="*/ 258321 h 329150"/>
              <a:gd name="connsiteX3" fmla="*/ 0 w 2041764"/>
              <a:gd name="connsiteY3" fmla="*/ 9170 h 329150"/>
              <a:gd name="connsiteX0" fmla="*/ 2109578 w 2110123"/>
              <a:gd name="connsiteY0" fmla="*/ 448441 h 466116"/>
              <a:gd name="connsiteX1" fmla="*/ 1312387 w 2110123"/>
              <a:gd name="connsiteY1" fmla="*/ 141781 h 466116"/>
              <a:gd name="connsiteX2" fmla="*/ 696937 w 2110123"/>
              <a:gd name="connsiteY2" fmla="*/ 258321 h 466116"/>
              <a:gd name="connsiteX3" fmla="*/ 0 w 2110123"/>
              <a:gd name="connsiteY3" fmla="*/ 9170 h 466116"/>
              <a:gd name="connsiteX0" fmla="*/ 2095895 w 2096450"/>
              <a:gd name="connsiteY0" fmla="*/ 287076 h 312380"/>
              <a:gd name="connsiteX1" fmla="*/ 1312387 w 2096450"/>
              <a:gd name="connsiteY1" fmla="*/ 141781 h 312380"/>
              <a:gd name="connsiteX2" fmla="*/ 696937 w 2096450"/>
              <a:gd name="connsiteY2" fmla="*/ 258321 h 312380"/>
              <a:gd name="connsiteX3" fmla="*/ 0 w 2096450"/>
              <a:gd name="connsiteY3" fmla="*/ 9170 h 312380"/>
              <a:gd name="connsiteX0" fmla="*/ 2027479 w 2028094"/>
              <a:gd name="connsiteY0" fmla="*/ 331900 h 354491"/>
              <a:gd name="connsiteX1" fmla="*/ 1312387 w 2028094"/>
              <a:gd name="connsiteY1" fmla="*/ 141781 h 354491"/>
              <a:gd name="connsiteX2" fmla="*/ 696937 w 2028094"/>
              <a:gd name="connsiteY2" fmla="*/ 258321 h 354491"/>
              <a:gd name="connsiteX3" fmla="*/ 0 w 2028094"/>
              <a:gd name="connsiteY3" fmla="*/ 9170 h 354491"/>
              <a:gd name="connsiteX0" fmla="*/ 2027479 w 2028094"/>
              <a:gd name="connsiteY0" fmla="*/ 349829 h 371492"/>
              <a:gd name="connsiteX1" fmla="*/ 1312387 w 2028094"/>
              <a:gd name="connsiteY1" fmla="*/ 141781 h 371492"/>
              <a:gd name="connsiteX2" fmla="*/ 696937 w 2028094"/>
              <a:gd name="connsiteY2" fmla="*/ 258321 h 371492"/>
              <a:gd name="connsiteX3" fmla="*/ 0 w 2028094"/>
              <a:gd name="connsiteY3" fmla="*/ 9170 h 371492"/>
              <a:gd name="connsiteX0" fmla="*/ 2027479 w 2028144"/>
              <a:gd name="connsiteY0" fmla="*/ 349829 h 374921"/>
              <a:gd name="connsiteX1" fmla="*/ 1312387 w 2028144"/>
              <a:gd name="connsiteY1" fmla="*/ 141781 h 374921"/>
              <a:gd name="connsiteX2" fmla="*/ 696937 w 2028144"/>
              <a:gd name="connsiteY2" fmla="*/ 258321 h 374921"/>
              <a:gd name="connsiteX3" fmla="*/ 0 w 2028144"/>
              <a:gd name="connsiteY3" fmla="*/ 9170 h 374921"/>
              <a:gd name="connsiteX0" fmla="*/ 1959065 w 1959755"/>
              <a:gd name="connsiteY0" fmla="*/ 394652 h 414299"/>
              <a:gd name="connsiteX1" fmla="*/ 1312387 w 1959755"/>
              <a:gd name="connsiteY1" fmla="*/ 141781 h 414299"/>
              <a:gd name="connsiteX2" fmla="*/ 696937 w 1959755"/>
              <a:gd name="connsiteY2" fmla="*/ 258321 h 414299"/>
              <a:gd name="connsiteX3" fmla="*/ 0 w 1959755"/>
              <a:gd name="connsiteY3" fmla="*/ 9170 h 414299"/>
              <a:gd name="connsiteX0" fmla="*/ 1959065 w 1960413"/>
              <a:gd name="connsiteY0" fmla="*/ 394652 h 411997"/>
              <a:gd name="connsiteX1" fmla="*/ 1544996 w 1960413"/>
              <a:gd name="connsiteY1" fmla="*/ 87992 h 411997"/>
              <a:gd name="connsiteX2" fmla="*/ 696937 w 1960413"/>
              <a:gd name="connsiteY2" fmla="*/ 258321 h 411997"/>
              <a:gd name="connsiteX3" fmla="*/ 0 w 1960413"/>
              <a:gd name="connsiteY3" fmla="*/ 9170 h 411997"/>
              <a:gd name="connsiteX0" fmla="*/ 1959065 w 1960413"/>
              <a:gd name="connsiteY0" fmla="*/ 395998 h 413343"/>
              <a:gd name="connsiteX1" fmla="*/ 1544996 w 1960413"/>
              <a:gd name="connsiteY1" fmla="*/ 89338 h 413343"/>
              <a:gd name="connsiteX2" fmla="*/ 696937 w 1960413"/>
              <a:gd name="connsiteY2" fmla="*/ 259667 h 413343"/>
              <a:gd name="connsiteX3" fmla="*/ 0 w 1960413"/>
              <a:gd name="connsiteY3" fmla="*/ 10516 h 413343"/>
              <a:gd name="connsiteX0" fmla="*/ 1959065 w 1960413"/>
              <a:gd name="connsiteY0" fmla="*/ 395998 h 413343"/>
              <a:gd name="connsiteX1" fmla="*/ 1544996 w 1960413"/>
              <a:gd name="connsiteY1" fmla="*/ 89338 h 413343"/>
              <a:gd name="connsiteX2" fmla="*/ 696937 w 1960413"/>
              <a:gd name="connsiteY2" fmla="*/ 259667 h 413343"/>
              <a:gd name="connsiteX3" fmla="*/ 0 w 1960413"/>
              <a:gd name="connsiteY3" fmla="*/ 10516 h 41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0413" h="413343">
                <a:moveTo>
                  <a:pt x="1959065" y="395998"/>
                </a:moveTo>
                <a:cubicBezTo>
                  <a:pt x="1979912" y="498796"/>
                  <a:pt x="1755351" y="112060"/>
                  <a:pt x="1544996" y="89338"/>
                </a:cubicBezTo>
                <a:cubicBezTo>
                  <a:pt x="1334641" y="66616"/>
                  <a:pt x="1015115" y="273198"/>
                  <a:pt x="696937" y="259667"/>
                </a:cubicBezTo>
                <a:cubicBezTo>
                  <a:pt x="337709" y="246135"/>
                  <a:pt x="11502" y="-59933"/>
                  <a:pt x="0" y="10516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8928D6-D482-5E3D-B76E-C15D40AFE03D}"/>
                  </a:ext>
                </a:extLst>
              </p:cNvPr>
              <p:cNvSpPr txBox="1"/>
              <p:nvPr/>
            </p:nvSpPr>
            <p:spPr>
              <a:xfrm>
                <a:off x="380999" y="4062308"/>
                <a:ext cx="8620125" cy="1400383"/>
              </a:xfrm>
              <a:prstGeom prst="rect">
                <a:avLst/>
              </a:prstGeom>
            </p:spPr>
            <p:txBody>
              <a:bodyPr vert="horz">
                <a:noAutofit/>
              </a:bodyPr>
              <a:lstStyle>
                <a:lvl1pPr marL="274320" indent="-274320">
                  <a:spcBef>
                    <a:spcPts val="0"/>
                  </a:spcBef>
                  <a:spcAft>
                    <a:spcPts val="3000"/>
                  </a:spcAft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000">
                    <a:latin typeface="Gisha" panose="020B0502040204020203" pitchFamily="34" charset="-79"/>
                    <a:cs typeface="Gisha" panose="020B0502040204020203" pitchFamily="34" charset="-79"/>
                  </a:defRPr>
                </a:lvl1pPr>
                <a:lvl2pPr marL="548640" indent="-228600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/>
                </a:lvl2pPr>
                <a:lvl3pPr marL="822960" indent="-228600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/>
                </a:lvl3pPr>
                <a:lvl4pPr marL="1097280" indent="-228600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/>
                </a:lvl4pPr>
                <a:lvl5pPr marL="1371600" indent="-228600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/>
                </a:lvl5pPr>
                <a:lvl6pPr marL="1645920" indent="-228600" algn="l" rtl="0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baseline="0"/>
                </a:lvl6pPr>
                <a:lvl7pPr marL="1920240" indent="-228600" algn="l" rtl="0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/>
                </a:lvl7pPr>
                <a:lvl8pPr marL="2194560" indent="-228600" algn="l" rtl="0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/>
                </a:lvl8pPr>
                <a:lvl9pPr marL="2468880" indent="-228600" algn="l" rtl="0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/>
                </a:lvl9pPr>
              </a:lstStyle>
              <a:p>
                <a:pPr marL="0" indent="0">
                  <a:spcAft>
                    <a:spcPts val="1000"/>
                  </a:spcAft>
                  <a:buNone/>
                </a:pPr>
                <a:r>
                  <a:rPr lang="he-IL" dirty="0"/>
                  <a:t>הוכחה: </a:t>
                </a:r>
                <a:r>
                  <a:rPr lang="en-US" dirty="0"/>
                  <a:t> </a:t>
                </a:r>
                <a:endParaRPr lang="he-IL" dirty="0"/>
              </a:p>
              <a:p>
                <a:r>
                  <a:rPr lang="he-IL" dirty="0"/>
                  <a:t>כל ריצה מקבלת של </a:t>
                </a:r>
                <a14:m>
                  <m:oMath xmlns:m="http://schemas.openxmlformats.org/officeDocument/2006/math">
                    <m:r>
                      <a:rPr lang="en-US"/>
                      <m:t>𝒜</m:t>
                    </m:r>
                  </m:oMath>
                </a14:m>
                <a:r>
                  <a:rPr lang="he-IL" dirty="0"/>
                  <a:t> מתחילה מאחד ממצבי ההתחלה </a:t>
                </a:r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dirty="0"/>
                  <a:t> ועוברת איסוף פעמים באחד מהמצבים המקבלים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𝑞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∈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𝐹</m:t>
                    </m:r>
                  </m:oMath>
                </a14:m>
                <a:r>
                  <a:rPr lang="he-IL" dirty="0"/>
                  <a:t>. לכן יש לה רישא ב-</a:t>
                </a:r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he-IL" dirty="0"/>
                  <a:t>ואפשר לפרק אותה לאינסוף מקטעים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𝑞𝑞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∖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he-IL" dirty="0"/>
                  <a:t>.</a:t>
                </a:r>
              </a:p>
              <a:p>
                <a:r>
                  <a:rPr lang="he-IL" dirty="0"/>
                  <a:t>כל ריצה שאפשר לפרק אותה כך, עוברת אינסוף פעמים במצב מקבל ולכן המילה שנקראת היא בשפת הבוקי של האוטומט.</a:t>
                </a:r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8928D6-D482-5E3D-B76E-C15D40AFE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4062308"/>
                <a:ext cx="8620125" cy="1400383"/>
              </a:xfrm>
              <a:prstGeom prst="rect">
                <a:avLst/>
              </a:prstGeom>
              <a:blipFill>
                <a:blip r:embed="rId4"/>
                <a:stretch>
                  <a:fillRect t="-2174" r="-707" b="-8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8">
                <a:extLst>
                  <a:ext uri="{FF2B5EF4-FFF2-40B4-BE49-F238E27FC236}">
                    <a16:creationId xmlns:a16="http://schemas.microsoft.com/office/drawing/2014/main" id="{1DAB7F3B-6588-C3A9-173C-42FB1676DC9A}"/>
                  </a:ext>
                </a:extLst>
              </p:cNvPr>
              <p:cNvSpPr/>
              <p:nvPr/>
            </p:nvSpPr>
            <p:spPr>
              <a:xfrm>
                <a:off x="213131" y="3519130"/>
                <a:ext cx="1940860" cy="681487"/>
              </a:xfrm>
              <a:prstGeom prst="roundRect">
                <a:avLst/>
              </a:prstGeom>
              <a:ln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אלג. לתרגום אוטומט </a:t>
                </a:r>
                <a:r>
                  <a:rPr lang="en-US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Buchi </a:t>
                </a:r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לביטוי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</a:t>
                </a:r>
              </a:p>
            </p:txBody>
          </p:sp>
        </mc:Choice>
        <mc:Fallback>
          <p:sp>
            <p:nvSpPr>
              <p:cNvPr id="6" name="Rounded Rectangle 8">
                <a:extLst>
                  <a:ext uri="{FF2B5EF4-FFF2-40B4-BE49-F238E27FC236}">
                    <a16:creationId xmlns:a16="http://schemas.microsoft.com/office/drawing/2014/main" id="{1DAB7F3B-6588-C3A9-173C-42FB1676D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31" y="3519130"/>
                <a:ext cx="1940860" cy="68148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7">
            <a:extLst>
              <a:ext uri="{FF2B5EF4-FFF2-40B4-BE49-F238E27FC236}">
                <a16:creationId xmlns:a16="http://schemas.microsoft.com/office/drawing/2014/main" id="{53181C07-1CDE-D9B6-1D81-A4D1E4425FE5}"/>
              </a:ext>
            </a:extLst>
          </p:cNvPr>
          <p:cNvSpPr/>
          <p:nvPr/>
        </p:nvSpPr>
        <p:spPr>
          <a:xfrm rot="16464670">
            <a:off x="2125375" y="3558901"/>
            <a:ext cx="491039" cy="397214"/>
          </a:xfrm>
          <a:custGeom>
            <a:avLst/>
            <a:gdLst>
              <a:gd name="connsiteX0" fmla="*/ 448574 w 469885"/>
              <a:gd name="connsiteY0" fmla="*/ 0 h 500332"/>
              <a:gd name="connsiteX1" fmla="*/ 431321 w 469885"/>
              <a:gd name="connsiteY1" fmla="*/ 258792 h 500332"/>
              <a:gd name="connsiteX2" fmla="*/ 94891 w 469885"/>
              <a:gd name="connsiteY2" fmla="*/ 319177 h 500332"/>
              <a:gd name="connsiteX3" fmla="*/ 0 w 469885"/>
              <a:gd name="connsiteY3" fmla="*/ 500332 h 500332"/>
              <a:gd name="connsiteX0" fmla="*/ 1069676 w 1070312"/>
              <a:gd name="connsiteY0" fmla="*/ 0 h 457200"/>
              <a:gd name="connsiteX1" fmla="*/ 431321 w 1070312"/>
              <a:gd name="connsiteY1" fmla="*/ 215660 h 457200"/>
              <a:gd name="connsiteX2" fmla="*/ 94891 w 1070312"/>
              <a:gd name="connsiteY2" fmla="*/ 276045 h 457200"/>
              <a:gd name="connsiteX3" fmla="*/ 0 w 1070312"/>
              <a:gd name="connsiteY3" fmla="*/ 457200 h 457200"/>
              <a:gd name="connsiteX0" fmla="*/ 1069676 w 1070806"/>
              <a:gd name="connsiteY0" fmla="*/ 0 h 457200"/>
              <a:gd name="connsiteX1" fmla="*/ 655608 w 1070806"/>
              <a:gd name="connsiteY1" fmla="*/ 276045 h 457200"/>
              <a:gd name="connsiteX2" fmla="*/ 94891 w 1070806"/>
              <a:gd name="connsiteY2" fmla="*/ 276045 h 457200"/>
              <a:gd name="connsiteX3" fmla="*/ 0 w 1070806"/>
              <a:gd name="connsiteY3" fmla="*/ 457200 h 457200"/>
              <a:gd name="connsiteX0" fmla="*/ 1466480 w 1467610"/>
              <a:gd name="connsiteY0" fmla="*/ 657845 h 947805"/>
              <a:gd name="connsiteX1" fmla="*/ 1052412 w 1467610"/>
              <a:gd name="connsiteY1" fmla="*/ 933890 h 947805"/>
              <a:gd name="connsiteX2" fmla="*/ 491695 w 1467610"/>
              <a:gd name="connsiteY2" fmla="*/ 933890 h 947805"/>
              <a:gd name="connsiteX3" fmla="*/ 0 w 1467610"/>
              <a:gd name="connsiteY3" fmla="*/ 3421 h 947805"/>
              <a:gd name="connsiteX0" fmla="*/ 1466480 w 1467492"/>
              <a:gd name="connsiteY0" fmla="*/ 663594 h 951406"/>
              <a:gd name="connsiteX1" fmla="*/ 1052412 w 1467492"/>
              <a:gd name="connsiteY1" fmla="*/ 939639 h 951406"/>
              <a:gd name="connsiteX2" fmla="*/ 696937 w 1467492"/>
              <a:gd name="connsiteY2" fmla="*/ 258321 h 951406"/>
              <a:gd name="connsiteX3" fmla="*/ 0 w 1467492"/>
              <a:gd name="connsiteY3" fmla="*/ 9170 h 951406"/>
              <a:gd name="connsiteX0" fmla="*/ 1466480 w 1467413"/>
              <a:gd name="connsiteY0" fmla="*/ 663594 h 683137"/>
              <a:gd name="connsiteX1" fmla="*/ 1025046 w 1467413"/>
              <a:gd name="connsiteY1" fmla="*/ 365898 h 683137"/>
              <a:gd name="connsiteX2" fmla="*/ 696937 w 1467413"/>
              <a:gd name="connsiteY2" fmla="*/ 258321 h 683137"/>
              <a:gd name="connsiteX3" fmla="*/ 0 w 1467413"/>
              <a:gd name="connsiteY3" fmla="*/ 9170 h 683137"/>
              <a:gd name="connsiteX0" fmla="*/ 2041162 w 2041555"/>
              <a:gd name="connsiteY0" fmla="*/ 305006 h 377568"/>
              <a:gd name="connsiteX1" fmla="*/ 1025046 w 2041555"/>
              <a:gd name="connsiteY1" fmla="*/ 365898 h 377568"/>
              <a:gd name="connsiteX2" fmla="*/ 696937 w 2041555"/>
              <a:gd name="connsiteY2" fmla="*/ 258321 h 377568"/>
              <a:gd name="connsiteX3" fmla="*/ 0 w 2041555"/>
              <a:gd name="connsiteY3" fmla="*/ 9170 h 377568"/>
              <a:gd name="connsiteX0" fmla="*/ 2041162 w 2041764"/>
              <a:gd name="connsiteY0" fmla="*/ 305006 h 329150"/>
              <a:gd name="connsiteX1" fmla="*/ 1312387 w 2041764"/>
              <a:gd name="connsiteY1" fmla="*/ 141781 h 329150"/>
              <a:gd name="connsiteX2" fmla="*/ 696937 w 2041764"/>
              <a:gd name="connsiteY2" fmla="*/ 258321 h 329150"/>
              <a:gd name="connsiteX3" fmla="*/ 0 w 2041764"/>
              <a:gd name="connsiteY3" fmla="*/ 9170 h 329150"/>
              <a:gd name="connsiteX0" fmla="*/ 2109578 w 2110123"/>
              <a:gd name="connsiteY0" fmla="*/ 448441 h 466116"/>
              <a:gd name="connsiteX1" fmla="*/ 1312387 w 2110123"/>
              <a:gd name="connsiteY1" fmla="*/ 141781 h 466116"/>
              <a:gd name="connsiteX2" fmla="*/ 696937 w 2110123"/>
              <a:gd name="connsiteY2" fmla="*/ 258321 h 466116"/>
              <a:gd name="connsiteX3" fmla="*/ 0 w 2110123"/>
              <a:gd name="connsiteY3" fmla="*/ 9170 h 466116"/>
              <a:gd name="connsiteX0" fmla="*/ 2095895 w 2096450"/>
              <a:gd name="connsiteY0" fmla="*/ 287076 h 312380"/>
              <a:gd name="connsiteX1" fmla="*/ 1312387 w 2096450"/>
              <a:gd name="connsiteY1" fmla="*/ 141781 h 312380"/>
              <a:gd name="connsiteX2" fmla="*/ 696937 w 2096450"/>
              <a:gd name="connsiteY2" fmla="*/ 258321 h 312380"/>
              <a:gd name="connsiteX3" fmla="*/ 0 w 2096450"/>
              <a:gd name="connsiteY3" fmla="*/ 9170 h 312380"/>
              <a:gd name="connsiteX0" fmla="*/ 2027479 w 2028094"/>
              <a:gd name="connsiteY0" fmla="*/ 331900 h 354491"/>
              <a:gd name="connsiteX1" fmla="*/ 1312387 w 2028094"/>
              <a:gd name="connsiteY1" fmla="*/ 141781 h 354491"/>
              <a:gd name="connsiteX2" fmla="*/ 696937 w 2028094"/>
              <a:gd name="connsiteY2" fmla="*/ 258321 h 354491"/>
              <a:gd name="connsiteX3" fmla="*/ 0 w 2028094"/>
              <a:gd name="connsiteY3" fmla="*/ 9170 h 354491"/>
              <a:gd name="connsiteX0" fmla="*/ 2027479 w 2028094"/>
              <a:gd name="connsiteY0" fmla="*/ 349829 h 371492"/>
              <a:gd name="connsiteX1" fmla="*/ 1312387 w 2028094"/>
              <a:gd name="connsiteY1" fmla="*/ 141781 h 371492"/>
              <a:gd name="connsiteX2" fmla="*/ 696937 w 2028094"/>
              <a:gd name="connsiteY2" fmla="*/ 258321 h 371492"/>
              <a:gd name="connsiteX3" fmla="*/ 0 w 2028094"/>
              <a:gd name="connsiteY3" fmla="*/ 9170 h 371492"/>
              <a:gd name="connsiteX0" fmla="*/ 2027479 w 2028144"/>
              <a:gd name="connsiteY0" fmla="*/ 349829 h 374921"/>
              <a:gd name="connsiteX1" fmla="*/ 1312387 w 2028144"/>
              <a:gd name="connsiteY1" fmla="*/ 141781 h 374921"/>
              <a:gd name="connsiteX2" fmla="*/ 696937 w 2028144"/>
              <a:gd name="connsiteY2" fmla="*/ 258321 h 374921"/>
              <a:gd name="connsiteX3" fmla="*/ 0 w 2028144"/>
              <a:gd name="connsiteY3" fmla="*/ 9170 h 374921"/>
              <a:gd name="connsiteX0" fmla="*/ 1959065 w 1959755"/>
              <a:gd name="connsiteY0" fmla="*/ 394652 h 414299"/>
              <a:gd name="connsiteX1" fmla="*/ 1312387 w 1959755"/>
              <a:gd name="connsiteY1" fmla="*/ 141781 h 414299"/>
              <a:gd name="connsiteX2" fmla="*/ 696937 w 1959755"/>
              <a:gd name="connsiteY2" fmla="*/ 258321 h 414299"/>
              <a:gd name="connsiteX3" fmla="*/ 0 w 1959755"/>
              <a:gd name="connsiteY3" fmla="*/ 9170 h 414299"/>
              <a:gd name="connsiteX0" fmla="*/ 1959065 w 1960413"/>
              <a:gd name="connsiteY0" fmla="*/ 394652 h 411997"/>
              <a:gd name="connsiteX1" fmla="*/ 1544996 w 1960413"/>
              <a:gd name="connsiteY1" fmla="*/ 87992 h 411997"/>
              <a:gd name="connsiteX2" fmla="*/ 696937 w 1960413"/>
              <a:gd name="connsiteY2" fmla="*/ 258321 h 411997"/>
              <a:gd name="connsiteX3" fmla="*/ 0 w 1960413"/>
              <a:gd name="connsiteY3" fmla="*/ 9170 h 411997"/>
              <a:gd name="connsiteX0" fmla="*/ 1959065 w 1960413"/>
              <a:gd name="connsiteY0" fmla="*/ 395998 h 413343"/>
              <a:gd name="connsiteX1" fmla="*/ 1544996 w 1960413"/>
              <a:gd name="connsiteY1" fmla="*/ 89338 h 413343"/>
              <a:gd name="connsiteX2" fmla="*/ 696937 w 1960413"/>
              <a:gd name="connsiteY2" fmla="*/ 259667 h 413343"/>
              <a:gd name="connsiteX3" fmla="*/ 0 w 1960413"/>
              <a:gd name="connsiteY3" fmla="*/ 10516 h 413343"/>
              <a:gd name="connsiteX0" fmla="*/ 1959065 w 1960413"/>
              <a:gd name="connsiteY0" fmla="*/ 395998 h 413343"/>
              <a:gd name="connsiteX1" fmla="*/ 1544996 w 1960413"/>
              <a:gd name="connsiteY1" fmla="*/ 89338 h 413343"/>
              <a:gd name="connsiteX2" fmla="*/ 696937 w 1960413"/>
              <a:gd name="connsiteY2" fmla="*/ 259667 h 413343"/>
              <a:gd name="connsiteX3" fmla="*/ 0 w 1960413"/>
              <a:gd name="connsiteY3" fmla="*/ 10516 h 41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0413" h="413343">
                <a:moveTo>
                  <a:pt x="1959065" y="395998"/>
                </a:moveTo>
                <a:cubicBezTo>
                  <a:pt x="1979912" y="498796"/>
                  <a:pt x="1755351" y="112060"/>
                  <a:pt x="1544996" y="89338"/>
                </a:cubicBezTo>
                <a:cubicBezTo>
                  <a:pt x="1334641" y="66616"/>
                  <a:pt x="1015115" y="273198"/>
                  <a:pt x="696937" y="259667"/>
                </a:cubicBezTo>
                <a:cubicBezTo>
                  <a:pt x="337709" y="246135"/>
                  <a:pt x="11502" y="-59933"/>
                  <a:pt x="0" y="10516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8943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23836" y="2191039"/>
            <a:ext cx="3970421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>
            <a:normAutofit/>
          </a:bodyPr>
          <a:lstStyle/>
          <a:p>
            <a:r>
              <a:rPr lang="he-IL" sz="32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כיוון שני: לכל שפה </a:t>
            </a:r>
            <a:r>
              <a:rPr lang="en-US" sz="32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𝜔</a:t>
            </a:r>
            <a:r>
              <a:rPr lang="he-IL" sz="32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-רגולרית יש אוטומט </a:t>
            </a:r>
            <a:r>
              <a:rPr lang="en-US" sz="32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endParaRPr lang="he-IL" sz="32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409700"/>
                <a:ext cx="9067800" cy="4800600"/>
              </a:xfrm>
            </p:spPr>
            <p:txBody>
              <a:bodyPr>
                <a:normAutofit/>
              </a:bodyPr>
              <a:lstStyle/>
              <a:p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נבנה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הביטוי 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-רגולרי:</a:t>
                </a:r>
              </a:p>
              <a:p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𝐺</m:t>
                      </m:r>
                      <m:r>
                        <a:rPr lang="en-US" sz="2400" i="1" dirty="0" smtClean="0">
                          <a:latin typeface="Cambria Math"/>
                        </a:rPr>
                        <m:t> = </m:t>
                      </m:r>
                      <m:r>
                        <a:rPr lang="en-US" sz="2400" i="1" dirty="0" smtClean="0">
                          <a:latin typeface="Cambria Math"/>
                        </a:rPr>
                        <m:t>𝐸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400" i="1" dirty="0" smtClean="0">
                          <a:latin typeface="Cambria Math"/>
                        </a:rPr>
                        <m:t>.</m:t>
                      </m:r>
                      <m:r>
                        <a:rPr lang="en-US" sz="2400" i="1" dirty="0" smtClean="0">
                          <a:latin typeface="Cambria Math"/>
                        </a:rPr>
                        <m:t>𝐹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400" i="1" baseline="50000" dirty="0" smtClean="0">
                          <a:latin typeface="Cambria Math"/>
                        </a:rPr>
                        <m:t>𝜔</m:t>
                      </m:r>
                      <m:r>
                        <a:rPr lang="en-US" sz="2400" i="1" dirty="0" smtClean="0">
                          <a:latin typeface="Cambria Math"/>
                        </a:rPr>
                        <m:t> +</m:t>
                      </m:r>
                      <m:r>
                        <a:rPr lang="he-IL" sz="2400" b="0" i="1" dirty="0" smtClean="0">
                          <a:latin typeface="Cambria Math" panose="02040503050406030204" pitchFamily="18" charset="0"/>
                          <a:sym typeface="MT Extra"/>
                        </a:rPr>
                        <m:t>⋅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MT Extra"/>
                        </a:rPr>
                        <m:t>⋅⋅</m:t>
                      </m:r>
                      <m:r>
                        <a:rPr lang="en-US" sz="2400" i="1" dirty="0" smtClean="0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 smtClean="0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bSup>
                    </m:oMath>
                  </m:oMathPara>
                </a14:m>
                <a:endParaRPr lang="he-IL" sz="2400" baseline="5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 sz="2400" baseline="5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נגדיר פעולות על אוטומטים הַמְּחַקּוֹת את האופרטורים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בביטויים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אוטומטים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קיים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∪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)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שפה רגולרית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קיים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שפה רגולרית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ואוטומט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קיים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latin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/>
                      </a:rPr>
                      <m:t>)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>
                  <a:buFont typeface="+mj-lt"/>
                  <a:buAutoNum type="arabicPeriod"/>
                </a:pP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502920" indent="-457200"/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נראה איך מְמַמְּשִׁים כל אחת מהפעולות בשקפים הבאים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...</a:t>
                </a: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409700"/>
                <a:ext cx="9067800" cy="4800600"/>
              </a:xfrm>
              <a:blipFill>
                <a:blip r:embed="rId2"/>
                <a:stretch>
                  <a:fillRect t="-1142" r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2" descr="Image of ">
            <a:extLst>
              <a:ext uri="{FF2B5EF4-FFF2-40B4-BE49-F238E27FC236}">
                <a16:creationId xmlns:a16="http://schemas.microsoft.com/office/drawing/2014/main" id="{52F6F02E-2629-2FD9-D908-345928B7E8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3920CB77-A0BC-D09B-798A-BEB1833BF3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B964B9-05BD-5490-5976-86EA2E3048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0937"/>
          <a:stretch/>
        </p:blipFill>
        <p:spPr>
          <a:xfrm>
            <a:off x="152400" y="5181600"/>
            <a:ext cx="1786020" cy="1590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11129" y="1917700"/>
            <a:ext cx="3176971" cy="381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נניח שאנחנו רוצים לתרגם לאוטומט את הביטוי האומגה רגולרי </a:t>
                </a:r>
                <a:endParaRPr lang="en-US" sz="2000" b="0" i="1" dirty="0">
                  <a:latin typeface="Cambria Math" panose="02040503050406030204" pitchFamily="18" charset="0"/>
                  <a:cs typeface="Gisha" panose="020B0502040204020203" pitchFamily="34" charset="-79"/>
                </a:endParaRPr>
              </a:p>
              <a:p>
                <a:pPr marL="0" indent="0" algn="l" rtl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𝐴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.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.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𝜔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𝐴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.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𝐵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en-US" sz="2000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באמצעות העובדות הבאות:</a:t>
                </a:r>
              </a:p>
              <a:p>
                <a:pPr marL="0" indent="0" algn="l" rtl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pPr>
                          <m:e>
                            <m:r>
                              <a:rPr lang="en-US" sz="200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∗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indent="0" algn="l" rtl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𝐴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𝐵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∗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indent="0" algn="l" rtl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indent="0" algn="l" rtl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𝐴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indent="0" rtl="0"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rtl="0"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r" rtl="0"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800" r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7696200" y="6172200"/>
            <a:ext cx="457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296" t="1002" b="53504"/>
          <a:stretch/>
        </p:blipFill>
        <p:spPr>
          <a:xfrm>
            <a:off x="6369424" y="4542865"/>
            <a:ext cx="1753182" cy="16293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296" t="46810" b="796"/>
          <a:stretch/>
        </p:blipFill>
        <p:spPr>
          <a:xfrm>
            <a:off x="4114800" y="2895600"/>
            <a:ext cx="1753182" cy="1876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64347D-BB5B-8B00-4E1B-1DDC7266035B}"/>
                  </a:ext>
                </a:extLst>
              </p:cNvPr>
              <p:cNvSpPr txBox="1"/>
              <p:nvPr/>
            </p:nvSpPr>
            <p:spPr>
              <a:xfrm>
                <a:off x="3685661" y="2983468"/>
                <a:ext cx="5465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64347D-BB5B-8B00-4E1B-1DDC72660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661" y="2983468"/>
                <a:ext cx="54656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222847-57AC-E9A1-DC9E-7D54DCD35003}"/>
                  </a:ext>
                </a:extLst>
              </p:cNvPr>
              <p:cNvSpPr txBox="1"/>
              <p:nvPr/>
            </p:nvSpPr>
            <p:spPr>
              <a:xfrm>
                <a:off x="3680339" y="3968234"/>
                <a:ext cx="551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222847-57AC-E9A1-DC9E-7D54DCD35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339" y="3968234"/>
                <a:ext cx="5518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A3CF40-ADA1-A555-EEF5-2BED0F82F41B}"/>
                  </a:ext>
                </a:extLst>
              </p:cNvPr>
              <p:cNvSpPr txBox="1"/>
              <p:nvPr/>
            </p:nvSpPr>
            <p:spPr>
              <a:xfrm>
                <a:off x="6172200" y="4202669"/>
                <a:ext cx="551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A3CF40-ADA1-A555-EEF5-2BED0F82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202669"/>
                <a:ext cx="55188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522EFC-4D01-CF28-1FBD-5CF5E054DB73}"/>
                  </a:ext>
                </a:extLst>
              </p:cNvPr>
              <p:cNvSpPr txBox="1"/>
              <p:nvPr/>
            </p:nvSpPr>
            <p:spPr>
              <a:xfrm>
                <a:off x="6172200" y="5225534"/>
                <a:ext cx="551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522EFC-4D01-CF28-1FBD-5CF5E054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225534"/>
                <a:ext cx="55188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8718E2-F481-ED09-FD04-B4C4009100DD}"/>
              </a:ext>
            </a:extLst>
          </p:cNvPr>
          <p:cNvCxnSpPr>
            <a:cxnSpLocks/>
          </p:cNvCxnSpPr>
          <p:nvPr/>
        </p:nvCxnSpPr>
        <p:spPr>
          <a:xfrm flipV="1">
            <a:off x="1828800" y="4542865"/>
            <a:ext cx="0" cy="5625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F25127A-2467-4688-7FAA-BA5E56A72576}"/>
              </a:ext>
            </a:extLst>
          </p:cNvPr>
          <p:cNvSpPr txBox="1"/>
          <p:nvPr/>
        </p:nvSpPr>
        <p:spPr>
          <a:xfrm>
            <a:off x="609600" y="5163234"/>
            <a:ext cx="247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שימוש באלגוריתם שלמדנו בקורס קודם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4" name="Graphic 13" descr="Abacus with solid fill">
            <a:hlinkClick r:id="rId8"/>
            <a:extLst>
              <a:ext uri="{FF2B5EF4-FFF2-40B4-BE49-F238E27FC236}">
                <a16:creationId xmlns:a16="http://schemas.microsoft.com/office/drawing/2014/main" id="{C960B9E3-5091-A87C-D1FB-0E23296D63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7821" y="54131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310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שלב ראשון: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איחוד</a:t>
            </a:r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של </a:t>
            </a:r>
            <a:r>
              <a:rPr lang="en-US" sz="36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endParaRPr lang="he-IL" sz="36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6600" y="1828800"/>
                <a:ext cx="7848600" cy="224676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spcBef>
                    <a:spcPts val="2400"/>
                  </a:spcBef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 עבור אוטומטים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קיים אוטומט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ש:</a:t>
                </a:r>
                <a:b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24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𝒜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∪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וגם</a:t>
                </a:r>
              </a:p>
              <a:p>
                <a:pPr algn="ctr" rtl="0">
                  <a:spcBef>
                    <a:spcPts val="24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he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latin typeface="Cambria Math"/>
                            </a:rPr>
                            <m:t>𝒜</m:t>
                          </m:r>
                        </m:e>
                      </m:d>
                      <m:r>
                        <a:rPr lang="he-IL" sz="2400" b="0" i="1" smtClean="0">
                          <a:latin typeface="Cambria Math"/>
                        </a:rPr>
                        <m:t>=</m:t>
                      </m:r>
                      <m:r>
                        <a:rPr lang="he-IL" sz="2400" b="0" i="1" smtClean="0">
                          <a:latin typeface="Cambria Math"/>
                        </a:rPr>
                        <m:t>𝒪</m:t>
                      </m:r>
                      <m:d>
                        <m:dPr>
                          <m:ctrlPr>
                            <a:rPr lang="he-I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he-I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sz="2400" b="0" i="1" smtClean="0">
                                      <a:latin typeface="Cambria Math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+|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|</m:t>
                          </m:r>
                        </m:e>
                      </m:d>
                    </m:oMath>
                  </m:oMathPara>
                </a14:m>
                <a:endParaRPr lang="he-IL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" y="1828800"/>
                <a:ext cx="7848600" cy="2246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363932" y="5105400"/>
            <a:ext cx="6593936" cy="523220"/>
          </a:xfrm>
          <a:prstGeom prst="rect">
            <a:avLst/>
          </a:prstGeom>
          <a:solidFill>
            <a:srgbClr val="1F9D25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8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תרגיל קל: איך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נִבְנֶה</a:t>
            </a:r>
            <a:r>
              <a:rPr lang="he-IL" sz="28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כזה אוטומט?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878" y="-111900"/>
            <a:ext cx="7772400" cy="1143000"/>
          </a:xfrm>
        </p:spPr>
        <p:txBody>
          <a:bodyPr>
            <a:normAutofit/>
          </a:bodyPr>
          <a:lstStyle/>
          <a:p>
            <a:r>
              <a:rPr lang="he-IL" sz="36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שלב שני: אם היו לנו מעברי אפסילון...</a:t>
            </a:r>
            <a:endParaRPr lang="he-IL" sz="3200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392406" y="1371600"/>
                <a:ext cx="349159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מאוטומט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NFA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he-IL" sz="2000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406" y="1371600"/>
                <a:ext cx="3491598" cy="400110"/>
              </a:xfrm>
              <a:prstGeom prst="rect">
                <a:avLst/>
              </a:prstGeom>
              <a:blipFill>
                <a:blip r:embed="rId2"/>
                <a:stretch>
                  <a:fillRect l="-1049" t="-7576" r="-1923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3713127" y="1731087"/>
                <a:ext cx="533400" cy="533400"/>
              </a:xfrm>
              <a:prstGeom prst="ellipse">
                <a:avLst/>
              </a:prstGeom>
              <a:solidFill>
                <a:srgbClr val="FFFF99"/>
              </a:solid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127" y="1731087"/>
                <a:ext cx="533400" cy="533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11"/>
              <p:cNvSpPr/>
              <p:nvPr/>
            </p:nvSpPr>
            <p:spPr>
              <a:xfrm>
                <a:off x="4627527" y="1731087"/>
                <a:ext cx="533400" cy="533400"/>
              </a:xfrm>
              <a:prstGeom prst="ellipse">
                <a:avLst/>
              </a:prstGeom>
              <a:solidFill>
                <a:srgbClr val="FFFF99"/>
              </a:solidFill>
              <a:ln w="50800" cmpd="dbl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527" y="1731087"/>
                <a:ext cx="533400" cy="533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50800" cmpd="dbl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endCxn id="5" idx="2"/>
          </p:cNvCxnSpPr>
          <p:nvPr/>
        </p:nvCxnSpPr>
        <p:spPr>
          <a:xfrm>
            <a:off x="3533460" y="1992777"/>
            <a:ext cx="179667" cy="501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6"/>
            <a:endCxn id="12" idx="2"/>
          </p:cNvCxnSpPr>
          <p:nvPr/>
        </p:nvCxnSpPr>
        <p:spPr>
          <a:xfrm>
            <a:off x="4246527" y="1997787"/>
            <a:ext cx="381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244645" y="1672426"/>
                <a:ext cx="4056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645" y="1672426"/>
                <a:ext cx="40568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val 28"/>
              <p:cNvSpPr/>
              <p:nvPr/>
            </p:nvSpPr>
            <p:spPr>
              <a:xfrm>
                <a:off x="4113052" y="3500620"/>
                <a:ext cx="533400" cy="533400"/>
              </a:xfrm>
              <a:prstGeom prst="ellipse">
                <a:avLst/>
              </a:prstGeom>
              <a:solidFill>
                <a:srgbClr val="FFFF99"/>
              </a:solid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052" y="3500620"/>
                <a:ext cx="533400" cy="5334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val 29"/>
              <p:cNvSpPr/>
              <p:nvPr/>
            </p:nvSpPr>
            <p:spPr>
              <a:xfrm>
                <a:off x="5076084" y="3500620"/>
                <a:ext cx="533400" cy="533400"/>
              </a:xfrm>
              <a:prstGeom prst="ellipse">
                <a:avLst/>
              </a:prstGeom>
              <a:solidFill>
                <a:srgbClr val="FFFF99"/>
              </a:solidFill>
              <a:ln w="50800" cmpd="dbl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84" y="3500620"/>
                <a:ext cx="533400" cy="533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50800" cmpd="dbl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lbow Connector 6"/>
          <p:cNvCxnSpPr/>
          <p:nvPr/>
        </p:nvCxnSpPr>
        <p:spPr>
          <a:xfrm rot="3960000" flipH="1">
            <a:off x="4133849" y="3905250"/>
            <a:ext cx="188585" cy="78115"/>
          </a:xfrm>
          <a:prstGeom prst="curvedConnector4">
            <a:avLst>
              <a:gd name="adj1" fmla="val -64733"/>
              <a:gd name="adj2" fmla="val 392645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38" idx="2"/>
          </p:cNvCxnSpPr>
          <p:nvPr/>
        </p:nvCxnSpPr>
        <p:spPr>
          <a:xfrm>
            <a:off x="2819400" y="3765908"/>
            <a:ext cx="18066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6"/>
            <a:endCxn id="30" idx="2"/>
          </p:cNvCxnSpPr>
          <p:nvPr/>
        </p:nvCxnSpPr>
        <p:spPr>
          <a:xfrm>
            <a:off x="4646452" y="3767320"/>
            <a:ext cx="429632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744391" y="4076891"/>
                <a:ext cx="3953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391" y="4076891"/>
                <a:ext cx="39530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665244" y="3461412"/>
                <a:ext cx="4056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244" y="3461412"/>
                <a:ext cx="40568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val 37"/>
              <p:cNvSpPr/>
              <p:nvPr/>
            </p:nvSpPr>
            <p:spPr>
              <a:xfrm>
                <a:off x="3000060" y="3499208"/>
                <a:ext cx="533400" cy="533400"/>
              </a:xfrm>
              <a:prstGeom prst="ellipse">
                <a:avLst/>
              </a:prstGeom>
              <a:solidFill>
                <a:srgbClr val="FFFF99"/>
              </a:solid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38" name="Oval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60" y="3499208"/>
                <a:ext cx="533400" cy="5334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>
            <a:stCxn id="38" idx="6"/>
            <a:endCxn id="29" idx="2"/>
          </p:cNvCxnSpPr>
          <p:nvPr/>
        </p:nvCxnSpPr>
        <p:spPr>
          <a:xfrm>
            <a:off x="3533460" y="3765908"/>
            <a:ext cx="579592" cy="141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 flipH="1">
                <a:off x="3569504" y="3444160"/>
                <a:ext cx="44857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69504" y="3444160"/>
                <a:ext cx="44857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4894227" y="4663327"/>
                <a:ext cx="383932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לאוטומט 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 dirty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i="1" dirty="0">
                        <a:latin typeface="Cambria Math"/>
                      </a:rPr>
                      <m:t>𝐵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  <m:r>
                      <a:rPr lang="en-US" sz="2000" i="1" baseline="50000" dirty="0">
                        <a:latin typeface="Cambria Math"/>
                      </a:rPr>
                      <m:t>𝜔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227" y="4663327"/>
                <a:ext cx="3839321" cy="400110"/>
              </a:xfrm>
              <a:prstGeom prst="rect">
                <a:avLst/>
              </a:prstGeom>
              <a:blipFill>
                <a:blip r:embed="rId12"/>
                <a:stretch>
                  <a:fillRect l="-794" t="-9091" r="-1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/>
          <p:cNvSpPr txBox="1"/>
          <p:nvPr/>
        </p:nvSpPr>
        <p:spPr>
          <a:xfrm>
            <a:off x="2901917" y="2907226"/>
            <a:ext cx="5982087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לאוטומט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NFA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שקול בלי מעברים הנכנסים למצב התחלה:</a:t>
            </a:r>
            <a:endParaRPr lang="he-IL" sz="2000" baseline="30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76" name="Elbow Connector 6"/>
          <p:cNvCxnSpPr/>
          <p:nvPr/>
        </p:nvCxnSpPr>
        <p:spPr>
          <a:xfrm rot="3960000" flipH="1">
            <a:off x="3759570" y="2172198"/>
            <a:ext cx="188585" cy="78115"/>
          </a:xfrm>
          <a:prstGeom prst="curvedConnector4">
            <a:avLst>
              <a:gd name="adj1" fmla="val -64733"/>
              <a:gd name="adj2" fmla="val 392645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3377028" y="2358906"/>
                <a:ext cx="3953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028" y="2358906"/>
                <a:ext cx="3953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Oval 80"/>
              <p:cNvSpPr/>
              <p:nvPr/>
            </p:nvSpPr>
            <p:spPr>
              <a:xfrm>
                <a:off x="4149678" y="5706176"/>
                <a:ext cx="533400" cy="5334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81" name="Oval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678" y="5706176"/>
                <a:ext cx="533400" cy="5334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Oval 81"/>
              <p:cNvSpPr/>
              <p:nvPr/>
            </p:nvSpPr>
            <p:spPr>
              <a:xfrm>
                <a:off x="5112710" y="5706176"/>
                <a:ext cx="533400" cy="5334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i="1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82" name="Oval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710" y="5706176"/>
                <a:ext cx="533400" cy="5334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Elbow Connector 6"/>
          <p:cNvCxnSpPr/>
          <p:nvPr/>
        </p:nvCxnSpPr>
        <p:spPr>
          <a:xfrm rot="3960000" flipH="1">
            <a:off x="4170475" y="6110806"/>
            <a:ext cx="188585" cy="78115"/>
          </a:xfrm>
          <a:prstGeom prst="curvedConnector4">
            <a:avLst>
              <a:gd name="adj1" fmla="val -64733"/>
              <a:gd name="adj2" fmla="val 392645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endCxn id="88" idx="2"/>
          </p:cNvCxnSpPr>
          <p:nvPr/>
        </p:nvCxnSpPr>
        <p:spPr>
          <a:xfrm>
            <a:off x="2856026" y="5971464"/>
            <a:ext cx="18066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1" idx="6"/>
            <a:endCxn id="82" idx="2"/>
          </p:cNvCxnSpPr>
          <p:nvPr/>
        </p:nvCxnSpPr>
        <p:spPr>
          <a:xfrm>
            <a:off x="4683078" y="5972876"/>
            <a:ext cx="429632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3805905" y="6296321"/>
                <a:ext cx="3953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905" y="6296321"/>
                <a:ext cx="39530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4684618" y="5658342"/>
                <a:ext cx="4056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618" y="5658342"/>
                <a:ext cx="40568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Oval 87"/>
              <p:cNvSpPr/>
              <p:nvPr/>
            </p:nvSpPr>
            <p:spPr>
              <a:xfrm>
                <a:off x="3036686" y="5704764"/>
                <a:ext cx="533400" cy="5334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50800" cmpd="dbl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91440" rtlCol="0" anchor="ctr"/>
              <a:lstStyle/>
              <a:p>
                <a:pPr marL="44450" indent="-26988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88" name="Oval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86" y="5704764"/>
                <a:ext cx="533400" cy="5334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50800" cmpd="dbl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/>
          <p:cNvCxnSpPr>
            <a:stCxn id="88" idx="6"/>
            <a:endCxn id="81" idx="2"/>
          </p:cNvCxnSpPr>
          <p:nvPr/>
        </p:nvCxnSpPr>
        <p:spPr>
          <a:xfrm>
            <a:off x="3570086" y="5971464"/>
            <a:ext cx="579592" cy="141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 flipH="1">
                <a:off x="3640545" y="5673304"/>
                <a:ext cx="44857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40545" y="5673304"/>
                <a:ext cx="448572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Elbow Connector 91"/>
          <p:cNvCxnSpPr>
            <a:stCxn id="82" idx="0"/>
            <a:endCxn id="88" idx="7"/>
          </p:cNvCxnSpPr>
          <p:nvPr/>
        </p:nvCxnSpPr>
        <p:spPr>
          <a:xfrm rot="16200000" flipH="1" flipV="1">
            <a:off x="4397339" y="4800807"/>
            <a:ext cx="76703" cy="1887439"/>
          </a:xfrm>
          <a:prstGeom prst="curvedConnector3">
            <a:avLst>
              <a:gd name="adj1" fmla="val -299874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 flipH="1">
                <a:off x="4192771" y="5090584"/>
                <a:ext cx="44857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92771" y="5090584"/>
                <a:ext cx="44857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78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שלב שני: דוגמה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לאופרטור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:r>
                  <a:rPr lang="en-US" sz="36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NFA</a:t>
                </a:r>
                <a:endParaRPr lang="he-IL" sz="36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598518" y="1371600"/>
                <a:ext cx="5285486" cy="95410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מאוטומט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NFA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8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לאוטומט  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800" i="1" dirty="0" smtClean="0">
                        <a:latin typeface="Cambria Math"/>
                      </a:rPr>
                      <m:t>𝐵</m:t>
                    </m:r>
                    <m:r>
                      <a:rPr lang="en-US" sz="2800" i="1" dirty="0" smtClean="0">
                        <a:latin typeface="Cambria Math"/>
                      </a:rPr>
                      <m:t>)</m:t>
                    </m:r>
                    <m:r>
                      <a:rPr lang="en-US" sz="2800" i="1" baseline="50000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en-US" sz="2800" baseline="30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800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518" y="1371600"/>
                <a:ext cx="5285486" cy="954107"/>
              </a:xfrm>
              <a:prstGeom prst="rect">
                <a:avLst/>
              </a:prstGeom>
              <a:blipFill>
                <a:blip r:embed="rId3"/>
                <a:stretch>
                  <a:fillRect l="-1384" t="-7006" r="-2422" b="-15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Notched Right Arrow 8"/>
          <p:cNvSpPr/>
          <p:nvPr/>
        </p:nvSpPr>
        <p:spPr>
          <a:xfrm flipH="1">
            <a:off x="4593336" y="2874264"/>
            <a:ext cx="3788664" cy="1600200"/>
          </a:xfrm>
          <a:prstGeom prst="notchedRightArrow">
            <a:avLst>
              <a:gd name="adj1" fmla="val 63714"/>
              <a:gd name="adj2" fmla="val 3171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שלב א': מייצרים "עותק" של כל מצב התחלתי ומקבלים אוטומט שקול שבו אין מעבר לתוך מצב התחלתי</a:t>
            </a:r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Notched Right Arrow 9"/>
          <p:cNvSpPr/>
          <p:nvPr/>
        </p:nvSpPr>
        <p:spPr>
          <a:xfrm flipH="1">
            <a:off x="5145024" y="4885944"/>
            <a:ext cx="3810000" cy="1600200"/>
          </a:xfrm>
          <a:prstGeom prst="notchedRightArrow">
            <a:avLst>
              <a:gd name="adj1" fmla="val 63714"/>
              <a:gd name="adj2" fmla="val 3171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שלב ב': כל מעבר לתוך מצב מקבל</a:t>
            </a:r>
          </a:p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ישוכפל גם למעברים לכל המצבים ההתחלתיים והמצבים ההתחלתיים הופכים להיות המצבים המקבלים</a:t>
            </a:r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01B1CDB-61DC-3E79-498E-3E1A2A44305C}"/>
              </a:ext>
            </a:extLst>
          </p:cNvPr>
          <p:cNvGrpSpPr/>
          <p:nvPr/>
        </p:nvGrpSpPr>
        <p:grpSpPr>
          <a:xfrm>
            <a:off x="533400" y="1350963"/>
            <a:ext cx="2057400" cy="1135062"/>
            <a:chOff x="533400" y="1350963"/>
            <a:chExt cx="2057400" cy="1135062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763C1F5C-9311-E9E1-0BB0-C8661924B54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33400" y="1371600"/>
              <a:ext cx="2057400" cy="111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4" dir="270019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7C0FC4B-6E31-77A2-8CDC-DA3986FE6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3" y="1974850"/>
              <a:ext cx="492125" cy="495300"/>
            </a:xfrm>
            <a:custGeom>
              <a:avLst/>
              <a:gdLst>
                <a:gd name="T0" fmla="*/ 310 w 310"/>
                <a:gd name="T1" fmla="*/ 156 h 312"/>
                <a:gd name="T2" fmla="*/ 298 w 310"/>
                <a:gd name="T3" fmla="*/ 95 h 312"/>
                <a:gd name="T4" fmla="*/ 265 w 310"/>
                <a:gd name="T5" fmla="*/ 45 h 312"/>
                <a:gd name="T6" fmla="*/ 215 w 310"/>
                <a:gd name="T7" fmla="*/ 12 h 312"/>
                <a:gd name="T8" fmla="*/ 155 w 310"/>
                <a:gd name="T9" fmla="*/ 0 h 312"/>
                <a:gd name="T10" fmla="*/ 94 w 310"/>
                <a:gd name="T11" fmla="*/ 12 h 312"/>
                <a:gd name="T12" fmla="*/ 45 w 310"/>
                <a:gd name="T13" fmla="*/ 45 h 312"/>
                <a:gd name="T14" fmla="*/ 12 w 310"/>
                <a:gd name="T15" fmla="*/ 95 h 312"/>
                <a:gd name="T16" fmla="*/ 0 w 310"/>
                <a:gd name="T17" fmla="*/ 156 h 312"/>
                <a:gd name="T18" fmla="*/ 12 w 310"/>
                <a:gd name="T19" fmla="*/ 217 h 312"/>
                <a:gd name="T20" fmla="*/ 45 w 310"/>
                <a:gd name="T21" fmla="*/ 267 h 312"/>
                <a:gd name="T22" fmla="*/ 94 w 310"/>
                <a:gd name="T23" fmla="*/ 300 h 312"/>
                <a:gd name="T24" fmla="*/ 155 w 310"/>
                <a:gd name="T25" fmla="*/ 312 h 312"/>
                <a:gd name="T26" fmla="*/ 215 w 310"/>
                <a:gd name="T27" fmla="*/ 300 h 312"/>
                <a:gd name="T28" fmla="*/ 265 w 310"/>
                <a:gd name="T29" fmla="*/ 267 h 312"/>
                <a:gd name="T30" fmla="*/ 298 w 310"/>
                <a:gd name="T31" fmla="*/ 217 h 312"/>
                <a:gd name="T32" fmla="*/ 310 w 310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312">
                  <a:moveTo>
                    <a:pt x="310" y="156"/>
                  </a:moveTo>
                  <a:lnTo>
                    <a:pt x="298" y="95"/>
                  </a:lnTo>
                  <a:lnTo>
                    <a:pt x="265" y="45"/>
                  </a:lnTo>
                  <a:lnTo>
                    <a:pt x="215" y="12"/>
                  </a:lnTo>
                  <a:lnTo>
                    <a:pt x="155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5" y="312"/>
                  </a:lnTo>
                  <a:lnTo>
                    <a:pt x="215" y="300"/>
                  </a:lnTo>
                  <a:lnTo>
                    <a:pt x="265" y="267"/>
                  </a:lnTo>
                  <a:lnTo>
                    <a:pt x="298" y="217"/>
                  </a:lnTo>
                  <a:lnTo>
                    <a:pt x="310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Freeform 6">
                  <a:extLst>
                    <a:ext uri="{FF2B5EF4-FFF2-40B4-BE49-F238E27FC236}">
                      <a16:creationId xmlns:a16="http://schemas.microsoft.com/office/drawing/2014/main" id="{B8B2D7F1-5E63-6AD6-9F4C-1D413B8C45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" name="Freeform 6">
                  <a:extLst>
                    <a:ext uri="{FF2B5EF4-FFF2-40B4-BE49-F238E27FC236}">
                      <a16:creationId xmlns:a16="http://schemas.microsoft.com/office/drawing/2014/main" id="{B8B2D7F1-5E63-6AD6-9F4C-1D413B8C45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A943AAF4-3D17-598C-33D6-909C3FC2122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09625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80 h 402"/>
                <a:gd name="T4" fmla="*/ 343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2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2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3 w 402"/>
                <a:gd name="T29" fmla="*/ 59 h 402"/>
                <a:gd name="T30" fmla="*/ 386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80"/>
                  </a:lnTo>
                  <a:lnTo>
                    <a:pt x="343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2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2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3" y="59"/>
                  </a:lnTo>
                  <a:lnTo>
                    <a:pt x="386" y="123"/>
                  </a:lnTo>
                  <a:lnTo>
                    <a:pt x="402" y="2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123D77DA-4809-9A79-EAB9-4F3ADDDE4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975" y="2170113"/>
              <a:ext cx="1936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3137627E-5283-C77A-B958-C032FBA02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3" y="2138363"/>
              <a:ext cx="79375" cy="63500"/>
            </a:xfrm>
            <a:custGeom>
              <a:avLst/>
              <a:gdLst>
                <a:gd name="T0" fmla="*/ 50 w 50"/>
                <a:gd name="T1" fmla="*/ 20 h 40"/>
                <a:gd name="T2" fmla="*/ 0 w 50"/>
                <a:gd name="T3" fmla="*/ 0 h 40"/>
                <a:gd name="T4" fmla="*/ 14 w 50"/>
                <a:gd name="T5" fmla="*/ 20 h 40"/>
                <a:gd name="T6" fmla="*/ 0 w 50"/>
                <a:gd name="T7" fmla="*/ 40 h 40"/>
                <a:gd name="T8" fmla="*/ 50 w 50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0">
                  <a:moveTo>
                    <a:pt x="50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50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4530E60D-F9C5-0821-E91A-52752C6EC3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913" y="2138363"/>
              <a:ext cx="79375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D76AF68F-87C5-9D2D-B6FC-9E123923F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338" y="1974850"/>
              <a:ext cx="490538" cy="495300"/>
            </a:xfrm>
            <a:custGeom>
              <a:avLst/>
              <a:gdLst>
                <a:gd name="T0" fmla="*/ 309 w 309"/>
                <a:gd name="T1" fmla="*/ 156 h 312"/>
                <a:gd name="T2" fmla="*/ 297 w 309"/>
                <a:gd name="T3" fmla="*/ 95 h 312"/>
                <a:gd name="T4" fmla="*/ 264 w 309"/>
                <a:gd name="T5" fmla="*/ 45 h 312"/>
                <a:gd name="T6" fmla="*/ 215 w 309"/>
                <a:gd name="T7" fmla="*/ 12 h 312"/>
                <a:gd name="T8" fmla="*/ 154 w 309"/>
                <a:gd name="T9" fmla="*/ 0 h 312"/>
                <a:gd name="T10" fmla="*/ 94 w 309"/>
                <a:gd name="T11" fmla="*/ 12 h 312"/>
                <a:gd name="T12" fmla="*/ 45 w 309"/>
                <a:gd name="T13" fmla="*/ 45 h 312"/>
                <a:gd name="T14" fmla="*/ 12 w 309"/>
                <a:gd name="T15" fmla="*/ 95 h 312"/>
                <a:gd name="T16" fmla="*/ 0 w 309"/>
                <a:gd name="T17" fmla="*/ 156 h 312"/>
                <a:gd name="T18" fmla="*/ 12 w 309"/>
                <a:gd name="T19" fmla="*/ 217 h 312"/>
                <a:gd name="T20" fmla="*/ 45 w 309"/>
                <a:gd name="T21" fmla="*/ 267 h 312"/>
                <a:gd name="T22" fmla="*/ 94 w 309"/>
                <a:gd name="T23" fmla="*/ 300 h 312"/>
                <a:gd name="T24" fmla="*/ 154 w 309"/>
                <a:gd name="T25" fmla="*/ 312 h 312"/>
                <a:gd name="T26" fmla="*/ 215 w 309"/>
                <a:gd name="T27" fmla="*/ 300 h 312"/>
                <a:gd name="T28" fmla="*/ 264 w 309"/>
                <a:gd name="T29" fmla="*/ 267 h 312"/>
                <a:gd name="T30" fmla="*/ 297 w 309"/>
                <a:gd name="T31" fmla="*/ 217 h 312"/>
                <a:gd name="T32" fmla="*/ 309 w 309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9" h="312">
                  <a:moveTo>
                    <a:pt x="309" y="156"/>
                  </a:moveTo>
                  <a:lnTo>
                    <a:pt x="297" y="95"/>
                  </a:lnTo>
                  <a:lnTo>
                    <a:pt x="264" y="45"/>
                  </a:lnTo>
                  <a:lnTo>
                    <a:pt x="215" y="12"/>
                  </a:lnTo>
                  <a:lnTo>
                    <a:pt x="154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4" y="312"/>
                  </a:lnTo>
                  <a:lnTo>
                    <a:pt x="215" y="300"/>
                  </a:lnTo>
                  <a:lnTo>
                    <a:pt x="264" y="267"/>
                  </a:lnTo>
                  <a:lnTo>
                    <a:pt x="297" y="217"/>
                  </a:lnTo>
                  <a:lnTo>
                    <a:pt x="309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F2B8DF9A-93FD-E16C-1C33-0CC781964C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F2B8DF9A-93FD-E16C-1C33-0CC781964C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637C61A-7972-F11D-4ED6-B866B5CD695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E9D4D9B4-E225-6A5A-051E-C587AC55798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ACEBA9CC-D501-F9F8-09A8-315233405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2170113"/>
              <a:ext cx="644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C3E24AFB-717E-32F6-2CE9-D75B1E640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138363"/>
              <a:ext cx="77788" cy="63500"/>
            </a:xfrm>
            <a:custGeom>
              <a:avLst/>
              <a:gdLst>
                <a:gd name="T0" fmla="*/ 49 w 49"/>
                <a:gd name="T1" fmla="*/ 20 h 40"/>
                <a:gd name="T2" fmla="*/ 0 w 49"/>
                <a:gd name="T3" fmla="*/ 0 h 40"/>
                <a:gd name="T4" fmla="*/ 14 w 49"/>
                <a:gd name="T5" fmla="*/ 20 h 40"/>
                <a:gd name="T6" fmla="*/ 0 w 49"/>
                <a:gd name="T7" fmla="*/ 40 h 40"/>
                <a:gd name="T8" fmla="*/ 49 w 49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0">
                  <a:moveTo>
                    <a:pt x="49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49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8875DDD4-99B2-7B3C-5393-1626C5D7257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92300" y="2138363"/>
              <a:ext cx="77788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22">
                  <a:extLst>
                    <a:ext uri="{FF2B5EF4-FFF2-40B4-BE49-F238E27FC236}">
                      <a16:creationId xmlns:a16="http://schemas.microsoft.com/office/drawing/2014/main" id="{95E3F18E-C31E-A6CB-13DA-1D26F1A543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4163" y="1893888"/>
                  <a:ext cx="234167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9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1" name="Rectangle 22">
                  <a:extLst>
                    <a:ext uri="{FF2B5EF4-FFF2-40B4-BE49-F238E27FC236}">
                      <a16:creationId xmlns:a16="http://schemas.microsoft.com/office/drawing/2014/main" id="{95E3F18E-C31E-A6CB-13DA-1D26F1A543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4163" y="1893888"/>
                  <a:ext cx="234167" cy="292388"/>
                </a:xfrm>
                <a:prstGeom prst="rect">
                  <a:avLst/>
                </a:prstGeom>
                <a:blipFill>
                  <a:blip r:embed="rId6"/>
                  <a:stretch>
                    <a:fillRect l="-21053" r="-21053" b="-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7D1F439A-18A0-7F4D-C7DF-639A7C6517E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9963" y="1622425"/>
              <a:ext cx="179388" cy="301625"/>
            </a:xfrm>
            <a:custGeom>
              <a:avLst/>
              <a:gdLst>
                <a:gd name="T0" fmla="*/ 17 w 147"/>
                <a:gd name="T1" fmla="*/ 0 h 245"/>
                <a:gd name="T2" fmla="*/ 0 w 147"/>
                <a:gd name="T3" fmla="*/ 105 h 245"/>
                <a:gd name="T4" fmla="*/ 9 w 147"/>
                <a:gd name="T5" fmla="*/ 181 h 245"/>
                <a:gd name="T6" fmla="*/ 36 w 147"/>
                <a:gd name="T7" fmla="*/ 227 h 245"/>
                <a:gd name="T8" fmla="*/ 71 w 147"/>
                <a:gd name="T9" fmla="*/ 245 h 245"/>
                <a:gd name="T10" fmla="*/ 107 w 147"/>
                <a:gd name="T11" fmla="*/ 235 h 245"/>
                <a:gd name="T12" fmla="*/ 135 w 147"/>
                <a:gd name="T13" fmla="*/ 196 h 245"/>
                <a:gd name="T14" fmla="*/ 147 w 147"/>
                <a:gd name="T15" fmla="*/ 131 h 245"/>
                <a:gd name="T16" fmla="*/ 134 w 147"/>
                <a:gd name="T17" fmla="*/ 3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245">
                  <a:moveTo>
                    <a:pt x="17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6" y="227"/>
                  </a:lnTo>
                  <a:lnTo>
                    <a:pt x="71" y="245"/>
                  </a:lnTo>
                  <a:lnTo>
                    <a:pt x="107" y="235"/>
                  </a:lnTo>
                  <a:lnTo>
                    <a:pt x="135" y="196"/>
                  </a:lnTo>
                  <a:lnTo>
                    <a:pt x="147" y="131"/>
                  </a:lnTo>
                  <a:lnTo>
                    <a:pt x="134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6695B80B-628A-278A-A6AF-C5C02CF6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600" y="1811338"/>
              <a:ext cx="61913" cy="84138"/>
            </a:xfrm>
            <a:custGeom>
              <a:avLst/>
              <a:gdLst>
                <a:gd name="T0" fmla="*/ 7 w 39"/>
                <a:gd name="T1" fmla="*/ 53 h 53"/>
                <a:gd name="T2" fmla="*/ 39 w 39"/>
                <a:gd name="T3" fmla="*/ 10 h 53"/>
                <a:gd name="T4" fmla="*/ 16 w 39"/>
                <a:gd name="T5" fmla="*/ 19 h 53"/>
                <a:gd name="T6" fmla="*/ 0 w 39"/>
                <a:gd name="T7" fmla="*/ 0 h 53"/>
                <a:gd name="T8" fmla="*/ 7 w 3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3">
                  <a:moveTo>
                    <a:pt x="7" y="53"/>
                  </a:moveTo>
                  <a:lnTo>
                    <a:pt x="39" y="10"/>
                  </a:lnTo>
                  <a:lnTo>
                    <a:pt x="16" y="19"/>
                  </a:lnTo>
                  <a:lnTo>
                    <a:pt x="0" y="0"/>
                  </a:lnTo>
                  <a:lnTo>
                    <a:pt x="7" y="5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538B9ECA-446A-D995-B6E1-46D74AB265A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17600" y="1811338"/>
              <a:ext cx="61913" cy="84138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26">
                  <a:extLst>
                    <a:ext uri="{FF2B5EF4-FFF2-40B4-BE49-F238E27FC236}">
                      <a16:creationId xmlns:a16="http://schemas.microsoft.com/office/drawing/2014/main" id="{37106C8B-4895-3B63-9D73-1A4508F61B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613" y="1350963"/>
                  <a:ext cx="223587" cy="2923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9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5" name="Rectangle 26">
                  <a:extLst>
                    <a:ext uri="{FF2B5EF4-FFF2-40B4-BE49-F238E27FC236}">
                      <a16:creationId xmlns:a16="http://schemas.microsoft.com/office/drawing/2014/main" id="{37106C8B-4895-3B63-9D73-1A4508F61B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3613" y="1350963"/>
                  <a:ext cx="223587" cy="292388"/>
                </a:xfrm>
                <a:prstGeom prst="rect">
                  <a:avLst/>
                </a:prstGeom>
                <a:blipFill>
                  <a:blip r:embed="rId7"/>
                  <a:stretch>
                    <a:fillRect l="-21622" r="-21622" b="-833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29">
            <a:extLst>
              <a:ext uri="{FF2B5EF4-FFF2-40B4-BE49-F238E27FC236}">
                <a16:creationId xmlns:a16="http://schemas.microsoft.com/office/drawing/2014/main" id="{0992AAD6-BDF5-C5C1-DBC9-2699D5E2D2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90600" y="2700338"/>
            <a:ext cx="3429000" cy="1860550"/>
            <a:chOff x="624" y="1701"/>
            <a:chExt cx="2160" cy="1172"/>
          </a:xfrm>
        </p:grpSpPr>
        <p:sp>
          <p:nvSpPr>
            <p:cNvPr id="37" name="AutoShape 28">
              <a:extLst>
                <a:ext uri="{FF2B5EF4-FFF2-40B4-BE49-F238E27FC236}">
                  <a16:creationId xmlns:a16="http://schemas.microsoft.com/office/drawing/2014/main" id="{C0AE68FA-6B45-59AE-1563-70A22C60753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24" y="1715"/>
              <a:ext cx="2160" cy="11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88" dir="270051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F2E0766D-DB53-3371-49AB-DFFDAEB64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" y="2105"/>
              <a:ext cx="337" cy="338"/>
            </a:xfrm>
            <a:custGeom>
              <a:avLst/>
              <a:gdLst>
                <a:gd name="T0" fmla="*/ 337 w 337"/>
                <a:gd name="T1" fmla="*/ 170 h 338"/>
                <a:gd name="T2" fmla="*/ 324 w 337"/>
                <a:gd name="T3" fmla="*/ 103 h 338"/>
                <a:gd name="T4" fmla="*/ 288 w 337"/>
                <a:gd name="T5" fmla="*/ 50 h 338"/>
                <a:gd name="T6" fmla="*/ 234 w 337"/>
                <a:gd name="T7" fmla="*/ 14 h 338"/>
                <a:gd name="T8" fmla="*/ 169 w 337"/>
                <a:gd name="T9" fmla="*/ 0 h 338"/>
                <a:gd name="T10" fmla="*/ 103 w 337"/>
                <a:gd name="T11" fmla="*/ 14 h 338"/>
                <a:gd name="T12" fmla="*/ 48 w 337"/>
                <a:gd name="T13" fmla="*/ 50 h 338"/>
                <a:gd name="T14" fmla="*/ 13 w 337"/>
                <a:gd name="T15" fmla="*/ 103 h 338"/>
                <a:gd name="T16" fmla="*/ 0 w 337"/>
                <a:gd name="T17" fmla="*/ 170 h 338"/>
                <a:gd name="T18" fmla="*/ 13 w 337"/>
                <a:gd name="T19" fmla="*/ 235 h 338"/>
                <a:gd name="T20" fmla="*/ 48 w 337"/>
                <a:gd name="T21" fmla="*/ 289 h 338"/>
                <a:gd name="T22" fmla="*/ 103 w 337"/>
                <a:gd name="T23" fmla="*/ 325 h 338"/>
                <a:gd name="T24" fmla="*/ 169 w 337"/>
                <a:gd name="T25" fmla="*/ 338 h 338"/>
                <a:gd name="T26" fmla="*/ 234 w 337"/>
                <a:gd name="T27" fmla="*/ 325 h 338"/>
                <a:gd name="T28" fmla="*/ 288 w 337"/>
                <a:gd name="T29" fmla="*/ 289 h 338"/>
                <a:gd name="T30" fmla="*/ 324 w 337"/>
                <a:gd name="T31" fmla="*/ 235 h 338"/>
                <a:gd name="T32" fmla="*/ 337 w 337"/>
                <a:gd name="T33" fmla="*/ 17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8">
                  <a:moveTo>
                    <a:pt x="337" y="170"/>
                  </a:moveTo>
                  <a:lnTo>
                    <a:pt x="324" y="103"/>
                  </a:lnTo>
                  <a:lnTo>
                    <a:pt x="288" y="50"/>
                  </a:lnTo>
                  <a:lnTo>
                    <a:pt x="234" y="14"/>
                  </a:lnTo>
                  <a:lnTo>
                    <a:pt x="169" y="0"/>
                  </a:lnTo>
                  <a:lnTo>
                    <a:pt x="103" y="14"/>
                  </a:lnTo>
                  <a:lnTo>
                    <a:pt x="48" y="50"/>
                  </a:lnTo>
                  <a:lnTo>
                    <a:pt x="13" y="103"/>
                  </a:lnTo>
                  <a:lnTo>
                    <a:pt x="0" y="170"/>
                  </a:lnTo>
                  <a:lnTo>
                    <a:pt x="13" y="235"/>
                  </a:lnTo>
                  <a:lnTo>
                    <a:pt x="48" y="289"/>
                  </a:lnTo>
                  <a:lnTo>
                    <a:pt x="103" y="325"/>
                  </a:lnTo>
                  <a:lnTo>
                    <a:pt x="169" y="338"/>
                  </a:lnTo>
                  <a:lnTo>
                    <a:pt x="234" y="325"/>
                  </a:lnTo>
                  <a:lnTo>
                    <a:pt x="288" y="289"/>
                  </a:lnTo>
                  <a:lnTo>
                    <a:pt x="324" y="235"/>
                  </a:lnTo>
                  <a:lnTo>
                    <a:pt x="337" y="17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Freeform 31">
                  <a:extLst>
                    <a:ext uri="{FF2B5EF4-FFF2-40B4-BE49-F238E27FC236}">
                      <a16:creationId xmlns:a16="http://schemas.microsoft.com/office/drawing/2014/main" id="{0D510F11-29B6-EC59-C1BC-88F586E238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7" y="2071"/>
                  <a:ext cx="337" cy="338"/>
                </a:xfrm>
                <a:custGeom>
                  <a:avLst/>
                  <a:gdLst>
                    <a:gd name="T0" fmla="*/ 337 w 337"/>
                    <a:gd name="T1" fmla="*/ 169 h 338"/>
                    <a:gd name="T2" fmla="*/ 324 w 337"/>
                    <a:gd name="T3" fmla="*/ 102 h 338"/>
                    <a:gd name="T4" fmla="*/ 288 w 337"/>
                    <a:gd name="T5" fmla="*/ 49 h 338"/>
                    <a:gd name="T6" fmla="*/ 234 w 337"/>
                    <a:gd name="T7" fmla="*/ 13 h 338"/>
                    <a:gd name="T8" fmla="*/ 169 w 337"/>
                    <a:gd name="T9" fmla="*/ 0 h 338"/>
                    <a:gd name="T10" fmla="*/ 103 w 337"/>
                    <a:gd name="T11" fmla="*/ 13 h 338"/>
                    <a:gd name="T12" fmla="*/ 49 w 337"/>
                    <a:gd name="T13" fmla="*/ 49 h 338"/>
                    <a:gd name="T14" fmla="*/ 13 w 337"/>
                    <a:gd name="T15" fmla="*/ 102 h 338"/>
                    <a:gd name="T16" fmla="*/ 0 w 337"/>
                    <a:gd name="T17" fmla="*/ 169 h 338"/>
                    <a:gd name="T18" fmla="*/ 13 w 337"/>
                    <a:gd name="T19" fmla="*/ 235 h 338"/>
                    <a:gd name="T20" fmla="*/ 49 w 337"/>
                    <a:gd name="T21" fmla="*/ 288 h 338"/>
                    <a:gd name="T22" fmla="*/ 103 w 337"/>
                    <a:gd name="T23" fmla="*/ 325 h 338"/>
                    <a:gd name="T24" fmla="*/ 169 w 337"/>
                    <a:gd name="T25" fmla="*/ 338 h 338"/>
                    <a:gd name="T26" fmla="*/ 234 w 337"/>
                    <a:gd name="T27" fmla="*/ 325 h 338"/>
                    <a:gd name="T28" fmla="*/ 288 w 337"/>
                    <a:gd name="T29" fmla="*/ 288 h 338"/>
                    <a:gd name="T30" fmla="*/ 324 w 337"/>
                    <a:gd name="T31" fmla="*/ 235 h 338"/>
                    <a:gd name="T32" fmla="*/ 337 w 337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7" h="338">
                      <a:moveTo>
                        <a:pt x="337" y="169"/>
                      </a:moveTo>
                      <a:lnTo>
                        <a:pt x="324" y="102"/>
                      </a:lnTo>
                      <a:lnTo>
                        <a:pt x="288" y="49"/>
                      </a:lnTo>
                      <a:lnTo>
                        <a:pt x="234" y="13"/>
                      </a:lnTo>
                      <a:lnTo>
                        <a:pt x="169" y="0"/>
                      </a:lnTo>
                      <a:lnTo>
                        <a:pt x="103" y="13"/>
                      </a:lnTo>
                      <a:lnTo>
                        <a:pt x="49" y="49"/>
                      </a:lnTo>
                      <a:lnTo>
                        <a:pt x="13" y="102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9" y="288"/>
                      </a:lnTo>
                      <a:lnTo>
                        <a:pt x="103" y="325"/>
                      </a:lnTo>
                      <a:lnTo>
                        <a:pt x="169" y="338"/>
                      </a:lnTo>
                      <a:lnTo>
                        <a:pt x="234" y="325"/>
                      </a:lnTo>
                      <a:lnTo>
                        <a:pt x="288" y="288"/>
                      </a:lnTo>
                      <a:lnTo>
                        <a:pt x="324" y="235"/>
                      </a:lnTo>
                      <a:lnTo>
                        <a:pt x="337" y="169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Freeform 31">
                  <a:extLst>
                    <a:ext uri="{FF2B5EF4-FFF2-40B4-BE49-F238E27FC236}">
                      <a16:creationId xmlns:a16="http://schemas.microsoft.com/office/drawing/2014/main" id="{0D510F11-29B6-EC59-C1BC-88F586E238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7" y="2071"/>
                  <a:ext cx="337" cy="338"/>
                </a:xfrm>
                <a:custGeom>
                  <a:avLst/>
                  <a:gdLst>
                    <a:gd name="T0" fmla="*/ 337 w 337"/>
                    <a:gd name="T1" fmla="*/ 169 h 338"/>
                    <a:gd name="T2" fmla="*/ 324 w 337"/>
                    <a:gd name="T3" fmla="*/ 102 h 338"/>
                    <a:gd name="T4" fmla="*/ 288 w 337"/>
                    <a:gd name="T5" fmla="*/ 49 h 338"/>
                    <a:gd name="T6" fmla="*/ 234 w 337"/>
                    <a:gd name="T7" fmla="*/ 13 h 338"/>
                    <a:gd name="T8" fmla="*/ 169 w 337"/>
                    <a:gd name="T9" fmla="*/ 0 h 338"/>
                    <a:gd name="T10" fmla="*/ 103 w 337"/>
                    <a:gd name="T11" fmla="*/ 13 h 338"/>
                    <a:gd name="T12" fmla="*/ 49 w 337"/>
                    <a:gd name="T13" fmla="*/ 49 h 338"/>
                    <a:gd name="T14" fmla="*/ 13 w 337"/>
                    <a:gd name="T15" fmla="*/ 102 h 338"/>
                    <a:gd name="T16" fmla="*/ 0 w 337"/>
                    <a:gd name="T17" fmla="*/ 169 h 338"/>
                    <a:gd name="T18" fmla="*/ 13 w 337"/>
                    <a:gd name="T19" fmla="*/ 235 h 338"/>
                    <a:gd name="T20" fmla="*/ 49 w 337"/>
                    <a:gd name="T21" fmla="*/ 288 h 338"/>
                    <a:gd name="T22" fmla="*/ 103 w 337"/>
                    <a:gd name="T23" fmla="*/ 325 h 338"/>
                    <a:gd name="T24" fmla="*/ 169 w 337"/>
                    <a:gd name="T25" fmla="*/ 338 h 338"/>
                    <a:gd name="T26" fmla="*/ 234 w 337"/>
                    <a:gd name="T27" fmla="*/ 325 h 338"/>
                    <a:gd name="T28" fmla="*/ 288 w 337"/>
                    <a:gd name="T29" fmla="*/ 288 h 338"/>
                    <a:gd name="T30" fmla="*/ 324 w 337"/>
                    <a:gd name="T31" fmla="*/ 235 h 338"/>
                    <a:gd name="T32" fmla="*/ 337 w 337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7" h="338">
                      <a:moveTo>
                        <a:pt x="337" y="169"/>
                      </a:moveTo>
                      <a:lnTo>
                        <a:pt x="324" y="102"/>
                      </a:lnTo>
                      <a:lnTo>
                        <a:pt x="288" y="49"/>
                      </a:lnTo>
                      <a:lnTo>
                        <a:pt x="234" y="13"/>
                      </a:lnTo>
                      <a:lnTo>
                        <a:pt x="169" y="0"/>
                      </a:lnTo>
                      <a:lnTo>
                        <a:pt x="103" y="13"/>
                      </a:lnTo>
                      <a:lnTo>
                        <a:pt x="49" y="49"/>
                      </a:lnTo>
                      <a:lnTo>
                        <a:pt x="13" y="102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9" y="288"/>
                      </a:lnTo>
                      <a:lnTo>
                        <a:pt x="103" y="325"/>
                      </a:lnTo>
                      <a:lnTo>
                        <a:pt x="169" y="338"/>
                      </a:lnTo>
                      <a:lnTo>
                        <a:pt x="234" y="325"/>
                      </a:lnTo>
                      <a:lnTo>
                        <a:pt x="288" y="288"/>
                      </a:lnTo>
                      <a:lnTo>
                        <a:pt x="324" y="235"/>
                      </a:lnTo>
                      <a:lnTo>
                        <a:pt x="337" y="169"/>
                      </a:lnTo>
                      <a:close/>
                    </a:path>
                  </a:pathLst>
                </a:custGeom>
                <a:blipFill>
                  <a:blip r:embed="rId8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EC5521EA-02BA-0C56-6455-3673AF2EA4F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07" y="2071"/>
              <a:ext cx="337" cy="338"/>
            </a:xfrm>
            <a:custGeom>
              <a:avLst/>
              <a:gdLst>
                <a:gd name="T0" fmla="*/ 416 w 416"/>
                <a:gd name="T1" fmla="*/ 208 h 416"/>
                <a:gd name="T2" fmla="*/ 400 w 416"/>
                <a:gd name="T3" fmla="*/ 290 h 416"/>
                <a:gd name="T4" fmla="*/ 355 w 416"/>
                <a:gd name="T5" fmla="*/ 356 h 416"/>
                <a:gd name="T6" fmla="*/ 289 w 416"/>
                <a:gd name="T7" fmla="*/ 400 h 416"/>
                <a:gd name="T8" fmla="*/ 208 w 416"/>
                <a:gd name="T9" fmla="*/ 416 h 416"/>
                <a:gd name="T10" fmla="*/ 127 w 416"/>
                <a:gd name="T11" fmla="*/ 400 h 416"/>
                <a:gd name="T12" fmla="*/ 61 w 416"/>
                <a:gd name="T13" fmla="*/ 356 h 416"/>
                <a:gd name="T14" fmla="*/ 16 w 416"/>
                <a:gd name="T15" fmla="*/ 290 h 416"/>
                <a:gd name="T16" fmla="*/ 0 w 416"/>
                <a:gd name="T17" fmla="*/ 208 h 416"/>
                <a:gd name="T18" fmla="*/ 16 w 416"/>
                <a:gd name="T19" fmla="*/ 127 h 416"/>
                <a:gd name="T20" fmla="*/ 61 w 416"/>
                <a:gd name="T21" fmla="*/ 61 h 416"/>
                <a:gd name="T22" fmla="*/ 127 w 416"/>
                <a:gd name="T23" fmla="*/ 16 h 416"/>
                <a:gd name="T24" fmla="*/ 208 w 416"/>
                <a:gd name="T25" fmla="*/ 0 h 416"/>
                <a:gd name="T26" fmla="*/ 289 w 416"/>
                <a:gd name="T27" fmla="*/ 16 h 416"/>
                <a:gd name="T28" fmla="*/ 355 w 416"/>
                <a:gd name="T29" fmla="*/ 61 h 416"/>
                <a:gd name="T30" fmla="*/ 400 w 416"/>
                <a:gd name="T31" fmla="*/ 127 h 416"/>
                <a:gd name="T32" fmla="*/ 416 w 416"/>
                <a:gd name="T33" fmla="*/ 208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6">
                  <a:moveTo>
                    <a:pt x="416" y="208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0"/>
                  </a:lnTo>
                  <a:lnTo>
                    <a:pt x="208" y="416"/>
                  </a:lnTo>
                  <a:lnTo>
                    <a:pt x="127" y="400"/>
                  </a:lnTo>
                  <a:lnTo>
                    <a:pt x="61" y="356"/>
                  </a:lnTo>
                  <a:lnTo>
                    <a:pt x="16" y="290"/>
                  </a:lnTo>
                  <a:lnTo>
                    <a:pt x="0" y="208"/>
                  </a:lnTo>
                  <a:lnTo>
                    <a:pt x="16" y="127"/>
                  </a:lnTo>
                  <a:lnTo>
                    <a:pt x="61" y="61"/>
                  </a:lnTo>
                  <a:lnTo>
                    <a:pt x="127" y="16"/>
                  </a:lnTo>
                  <a:lnTo>
                    <a:pt x="208" y="0"/>
                  </a:lnTo>
                  <a:lnTo>
                    <a:pt x="289" y="16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5B276D92-5256-48E6-6DDA-8FD1ABE97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" y="2111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40656701-EC39-B565-87AE-673B56F6D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" y="2180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B0976811-5020-69AB-6B3E-09546AF82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" y="2240"/>
              <a:ext cx="129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F7CB65B2-3C46-D859-7DC2-3B1133BAC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19"/>
              <a:ext cx="52" cy="42"/>
            </a:xfrm>
            <a:custGeom>
              <a:avLst/>
              <a:gdLst>
                <a:gd name="T0" fmla="*/ 52 w 52"/>
                <a:gd name="T1" fmla="*/ 21 h 42"/>
                <a:gd name="T2" fmla="*/ 0 w 52"/>
                <a:gd name="T3" fmla="*/ 0 h 42"/>
                <a:gd name="T4" fmla="*/ 15 w 52"/>
                <a:gd name="T5" fmla="*/ 21 h 42"/>
                <a:gd name="T6" fmla="*/ 0 w 52"/>
                <a:gd name="T7" fmla="*/ 42 h 42"/>
                <a:gd name="T8" fmla="*/ 52 w 52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2">
                  <a:moveTo>
                    <a:pt x="52" y="21"/>
                  </a:moveTo>
                  <a:lnTo>
                    <a:pt x="0" y="0"/>
                  </a:lnTo>
                  <a:lnTo>
                    <a:pt x="15" y="21"/>
                  </a:lnTo>
                  <a:lnTo>
                    <a:pt x="0" y="42"/>
                  </a:lnTo>
                  <a:lnTo>
                    <a:pt x="52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0AE2EC24-4E95-95B9-B4C7-2BB0F171B62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32" y="2219"/>
              <a:ext cx="52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F9F1275E-C33B-7181-D2F9-752D5B6A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112"/>
              <a:ext cx="326" cy="326"/>
            </a:xfrm>
            <a:custGeom>
              <a:avLst/>
              <a:gdLst>
                <a:gd name="T0" fmla="*/ 326 w 326"/>
                <a:gd name="T1" fmla="*/ 163 h 326"/>
                <a:gd name="T2" fmla="*/ 314 w 326"/>
                <a:gd name="T3" fmla="*/ 99 h 326"/>
                <a:gd name="T4" fmla="*/ 279 w 326"/>
                <a:gd name="T5" fmla="*/ 47 h 326"/>
                <a:gd name="T6" fmla="*/ 227 w 326"/>
                <a:gd name="T7" fmla="*/ 12 h 326"/>
                <a:gd name="T8" fmla="*/ 163 w 326"/>
                <a:gd name="T9" fmla="*/ 0 h 326"/>
                <a:gd name="T10" fmla="*/ 100 w 326"/>
                <a:gd name="T11" fmla="*/ 12 h 326"/>
                <a:gd name="T12" fmla="*/ 48 w 326"/>
                <a:gd name="T13" fmla="*/ 47 h 326"/>
                <a:gd name="T14" fmla="*/ 13 w 326"/>
                <a:gd name="T15" fmla="*/ 99 h 326"/>
                <a:gd name="T16" fmla="*/ 0 w 326"/>
                <a:gd name="T17" fmla="*/ 163 h 326"/>
                <a:gd name="T18" fmla="*/ 13 w 326"/>
                <a:gd name="T19" fmla="*/ 226 h 326"/>
                <a:gd name="T20" fmla="*/ 48 w 326"/>
                <a:gd name="T21" fmla="*/ 278 h 326"/>
                <a:gd name="T22" fmla="*/ 100 w 326"/>
                <a:gd name="T23" fmla="*/ 313 h 326"/>
                <a:gd name="T24" fmla="*/ 163 w 326"/>
                <a:gd name="T25" fmla="*/ 326 h 326"/>
                <a:gd name="T26" fmla="*/ 227 w 326"/>
                <a:gd name="T27" fmla="*/ 313 h 326"/>
                <a:gd name="T28" fmla="*/ 279 w 326"/>
                <a:gd name="T29" fmla="*/ 278 h 326"/>
                <a:gd name="T30" fmla="*/ 314 w 326"/>
                <a:gd name="T31" fmla="*/ 226 h 326"/>
                <a:gd name="T32" fmla="*/ 326 w 326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6" h="326">
                  <a:moveTo>
                    <a:pt x="326" y="163"/>
                  </a:moveTo>
                  <a:lnTo>
                    <a:pt x="314" y="99"/>
                  </a:lnTo>
                  <a:lnTo>
                    <a:pt x="279" y="47"/>
                  </a:lnTo>
                  <a:lnTo>
                    <a:pt x="227" y="12"/>
                  </a:lnTo>
                  <a:lnTo>
                    <a:pt x="163" y="0"/>
                  </a:lnTo>
                  <a:lnTo>
                    <a:pt x="100" y="12"/>
                  </a:lnTo>
                  <a:lnTo>
                    <a:pt x="48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6"/>
                  </a:lnTo>
                  <a:lnTo>
                    <a:pt x="48" y="278"/>
                  </a:lnTo>
                  <a:lnTo>
                    <a:pt x="100" y="313"/>
                  </a:lnTo>
                  <a:lnTo>
                    <a:pt x="163" y="326"/>
                  </a:lnTo>
                  <a:lnTo>
                    <a:pt x="227" y="313"/>
                  </a:lnTo>
                  <a:lnTo>
                    <a:pt x="279" y="278"/>
                  </a:lnTo>
                  <a:lnTo>
                    <a:pt x="314" y="226"/>
                  </a:lnTo>
                  <a:lnTo>
                    <a:pt x="326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Freeform 39">
                  <a:extLst>
                    <a:ext uri="{FF2B5EF4-FFF2-40B4-BE49-F238E27FC236}">
                      <a16:creationId xmlns:a16="http://schemas.microsoft.com/office/drawing/2014/main" id="{D1748212-A298-0EDB-141D-26B04D7F6F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11" y="2077"/>
                  <a:ext cx="326" cy="326"/>
                </a:xfrm>
                <a:custGeom>
                  <a:avLst/>
                  <a:gdLst>
                    <a:gd name="T0" fmla="*/ 326 w 326"/>
                    <a:gd name="T1" fmla="*/ 163 h 326"/>
                    <a:gd name="T2" fmla="*/ 314 w 326"/>
                    <a:gd name="T3" fmla="*/ 99 h 326"/>
                    <a:gd name="T4" fmla="*/ 279 w 326"/>
                    <a:gd name="T5" fmla="*/ 47 h 326"/>
                    <a:gd name="T6" fmla="*/ 227 w 326"/>
                    <a:gd name="T7" fmla="*/ 12 h 326"/>
                    <a:gd name="T8" fmla="*/ 163 w 326"/>
                    <a:gd name="T9" fmla="*/ 0 h 326"/>
                    <a:gd name="T10" fmla="*/ 100 w 326"/>
                    <a:gd name="T11" fmla="*/ 12 h 326"/>
                    <a:gd name="T12" fmla="*/ 48 w 326"/>
                    <a:gd name="T13" fmla="*/ 47 h 326"/>
                    <a:gd name="T14" fmla="*/ 13 w 326"/>
                    <a:gd name="T15" fmla="*/ 99 h 326"/>
                    <a:gd name="T16" fmla="*/ 0 w 326"/>
                    <a:gd name="T17" fmla="*/ 163 h 326"/>
                    <a:gd name="T18" fmla="*/ 13 w 326"/>
                    <a:gd name="T19" fmla="*/ 226 h 326"/>
                    <a:gd name="T20" fmla="*/ 48 w 326"/>
                    <a:gd name="T21" fmla="*/ 278 h 326"/>
                    <a:gd name="T22" fmla="*/ 100 w 326"/>
                    <a:gd name="T23" fmla="*/ 313 h 326"/>
                    <a:gd name="T24" fmla="*/ 163 w 326"/>
                    <a:gd name="T25" fmla="*/ 326 h 326"/>
                    <a:gd name="T26" fmla="*/ 227 w 326"/>
                    <a:gd name="T27" fmla="*/ 313 h 326"/>
                    <a:gd name="T28" fmla="*/ 279 w 326"/>
                    <a:gd name="T29" fmla="*/ 278 h 326"/>
                    <a:gd name="T30" fmla="*/ 314 w 326"/>
                    <a:gd name="T31" fmla="*/ 226 h 326"/>
                    <a:gd name="T32" fmla="*/ 326 w 326"/>
                    <a:gd name="T33" fmla="*/ 163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6" h="326">
                      <a:moveTo>
                        <a:pt x="326" y="163"/>
                      </a:moveTo>
                      <a:lnTo>
                        <a:pt x="314" y="99"/>
                      </a:lnTo>
                      <a:lnTo>
                        <a:pt x="279" y="47"/>
                      </a:lnTo>
                      <a:lnTo>
                        <a:pt x="227" y="12"/>
                      </a:lnTo>
                      <a:lnTo>
                        <a:pt x="163" y="0"/>
                      </a:lnTo>
                      <a:lnTo>
                        <a:pt x="100" y="12"/>
                      </a:lnTo>
                      <a:lnTo>
                        <a:pt x="48" y="47"/>
                      </a:lnTo>
                      <a:lnTo>
                        <a:pt x="13" y="99"/>
                      </a:lnTo>
                      <a:lnTo>
                        <a:pt x="0" y="163"/>
                      </a:lnTo>
                      <a:lnTo>
                        <a:pt x="13" y="226"/>
                      </a:lnTo>
                      <a:lnTo>
                        <a:pt x="48" y="278"/>
                      </a:lnTo>
                      <a:lnTo>
                        <a:pt x="100" y="313"/>
                      </a:lnTo>
                      <a:lnTo>
                        <a:pt x="163" y="326"/>
                      </a:lnTo>
                      <a:lnTo>
                        <a:pt x="227" y="313"/>
                      </a:lnTo>
                      <a:lnTo>
                        <a:pt x="279" y="278"/>
                      </a:lnTo>
                      <a:lnTo>
                        <a:pt x="314" y="226"/>
                      </a:lnTo>
                      <a:lnTo>
                        <a:pt x="326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7" name="Freeform 39">
                  <a:extLst>
                    <a:ext uri="{FF2B5EF4-FFF2-40B4-BE49-F238E27FC236}">
                      <a16:creationId xmlns:a16="http://schemas.microsoft.com/office/drawing/2014/main" id="{D1748212-A298-0EDB-141D-26B04D7F6F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11" y="2077"/>
                  <a:ext cx="326" cy="326"/>
                </a:xfrm>
                <a:custGeom>
                  <a:avLst/>
                  <a:gdLst>
                    <a:gd name="T0" fmla="*/ 326 w 326"/>
                    <a:gd name="T1" fmla="*/ 163 h 326"/>
                    <a:gd name="T2" fmla="*/ 314 w 326"/>
                    <a:gd name="T3" fmla="*/ 99 h 326"/>
                    <a:gd name="T4" fmla="*/ 279 w 326"/>
                    <a:gd name="T5" fmla="*/ 47 h 326"/>
                    <a:gd name="T6" fmla="*/ 227 w 326"/>
                    <a:gd name="T7" fmla="*/ 12 h 326"/>
                    <a:gd name="T8" fmla="*/ 163 w 326"/>
                    <a:gd name="T9" fmla="*/ 0 h 326"/>
                    <a:gd name="T10" fmla="*/ 100 w 326"/>
                    <a:gd name="T11" fmla="*/ 12 h 326"/>
                    <a:gd name="T12" fmla="*/ 48 w 326"/>
                    <a:gd name="T13" fmla="*/ 47 h 326"/>
                    <a:gd name="T14" fmla="*/ 13 w 326"/>
                    <a:gd name="T15" fmla="*/ 99 h 326"/>
                    <a:gd name="T16" fmla="*/ 0 w 326"/>
                    <a:gd name="T17" fmla="*/ 163 h 326"/>
                    <a:gd name="T18" fmla="*/ 13 w 326"/>
                    <a:gd name="T19" fmla="*/ 226 h 326"/>
                    <a:gd name="T20" fmla="*/ 48 w 326"/>
                    <a:gd name="T21" fmla="*/ 278 h 326"/>
                    <a:gd name="T22" fmla="*/ 100 w 326"/>
                    <a:gd name="T23" fmla="*/ 313 h 326"/>
                    <a:gd name="T24" fmla="*/ 163 w 326"/>
                    <a:gd name="T25" fmla="*/ 326 h 326"/>
                    <a:gd name="T26" fmla="*/ 227 w 326"/>
                    <a:gd name="T27" fmla="*/ 313 h 326"/>
                    <a:gd name="T28" fmla="*/ 279 w 326"/>
                    <a:gd name="T29" fmla="*/ 278 h 326"/>
                    <a:gd name="T30" fmla="*/ 314 w 326"/>
                    <a:gd name="T31" fmla="*/ 226 h 326"/>
                    <a:gd name="T32" fmla="*/ 326 w 326"/>
                    <a:gd name="T33" fmla="*/ 163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6" h="326">
                      <a:moveTo>
                        <a:pt x="326" y="163"/>
                      </a:moveTo>
                      <a:lnTo>
                        <a:pt x="314" y="99"/>
                      </a:lnTo>
                      <a:lnTo>
                        <a:pt x="279" y="47"/>
                      </a:lnTo>
                      <a:lnTo>
                        <a:pt x="227" y="12"/>
                      </a:lnTo>
                      <a:lnTo>
                        <a:pt x="163" y="0"/>
                      </a:lnTo>
                      <a:lnTo>
                        <a:pt x="100" y="12"/>
                      </a:lnTo>
                      <a:lnTo>
                        <a:pt x="48" y="47"/>
                      </a:lnTo>
                      <a:lnTo>
                        <a:pt x="13" y="99"/>
                      </a:lnTo>
                      <a:lnTo>
                        <a:pt x="0" y="163"/>
                      </a:lnTo>
                      <a:lnTo>
                        <a:pt x="13" y="226"/>
                      </a:lnTo>
                      <a:lnTo>
                        <a:pt x="48" y="278"/>
                      </a:lnTo>
                      <a:lnTo>
                        <a:pt x="100" y="313"/>
                      </a:lnTo>
                      <a:lnTo>
                        <a:pt x="163" y="326"/>
                      </a:lnTo>
                      <a:lnTo>
                        <a:pt x="227" y="313"/>
                      </a:lnTo>
                      <a:lnTo>
                        <a:pt x="279" y="278"/>
                      </a:lnTo>
                      <a:lnTo>
                        <a:pt x="314" y="226"/>
                      </a:lnTo>
                      <a:lnTo>
                        <a:pt x="326" y="163"/>
                      </a:lnTo>
                      <a:close/>
                    </a:path>
                  </a:pathLst>
                </a:custGeom>
                <a:blipFill>
                  <a:blip r:embed="rId9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F27EB1F9-59EC-2B5B-A67C-03CA5113632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11" y="2077"/>
              <a:ext cx="326" cy="326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1256578D-0541-287F-7B62-45D924F76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2111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42">
              <a:extLst>
                <a:ext uri="{FF2B5EF4-FFF2-40B4-BE49-F238E27FC236}">
                  <a16:creationId xmlns:a16="http://schemas.microsoft.com/office/drawing/2014/main" id="{2FAB6B18-6597-5EE4-C223-74BB287A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180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8FF9A5ED-A74D-D9D4-521E-842154674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2112"/>
              <a:ext cx="327" cy="326"/>
            </a:xfrm>
            <a:custGeom>
              <a:avLst/>
              <a:gdLst>
                <a:gd name="T0" fmla="*/ 327 w 327"/>
                <a:gd name="T1" fmla="*/ 163 h 326"/>
                <a:gd name="T2" fmla="*/ 314 w 327"/>
                <a:gd name="T3" fmla="*/ 99 h 326"/>
                <a:gd name="T4" fmla="*/ 279 w 327"/>
                <a:gd name="T5" fmla="*/ 47 h 326"/>
                <a:gd name="T6" fmla="*/ 227 w 327"/>
                <a:gd name="T7" fmla="*/ 12 h 326"/>
                <a:gd name="T8" fmla="*/ 163 w 327"/>
                <a:gd name="T9" fmla="*/ 0 h 326"/>
                <a:gd name="T10" fmla="*/ 100 w 327"/>
                <a:gd name="T11" fmla="*/ 12 h 326"/>
                <a:gd name="T12" fmla="*/ 48 w 327"/>
                <a:gd name="T13" fmla="*/ 47 h 326"/>
                <a:gd name="T14" fmla="*/ 13 w 327"/>
                <a:gd name="T15" fmla="*/ 99 h 326"/>
                <a:gd name="T16" fmla="*/ 0 w 327"/>
                <a:gd name="T17" fmla="*/ 163 h 326"/>
                <a:gd name="T18" fmla="*/ 13 w 327"/>
                <a:gd name="T19" fmla="*/ 226 h 326"/>
                <a:gd name="T20" fmla="*/ 48 w 327"/>
                <a:gd name="T21" fmla="*/ 278 h 326"/>
                <a:gd name="T22" fmla="*/ 100 w 327"/>
                <a:gd name="T23" fmla="*/ 313 h 326"/>
                <a:gd name="T24" fmla="*/ 163 w 327"/>
                <a:gd name="T25" fmla="*/ 326 h 326"/>
                <a:gd name="T26" fmla="*/ 227 w 327"/>
                <a:gd name="T27" fmla="*/ 313 h 326"/>
                <a:gd name="T28" fmla="*/ 279 w 327"/>
                <a:gd name="T29" fmla="*/ 278 h 326"/>
                <a:gd name="T30" fmla="*/ 314 w 327"/>
                <a:gd name="T31" fmla="*/ 226 h 326"/>
                <a:gd name="T32" fmla="*/ 327 w 327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326">
                  <a:moveTo>
                    <a:pt x="327" y="163"/>
                  </a:moveTo>
                  <a:lnTo>
                    <a:pt x="314" y="99"/>
                  </a:lnTo>
                  <a:lnTo>
                    <a:pt x="279" y="47"/>
                  </a:lnTo>
                  <a:lnTo>
                    <a:pt x="227" y="12"/>
                  </a:lnTo>
                  <a:lnTo>
                    <a:pt x="163" y="0"/>
                  </a:lnTo>
                  <a:lnTo>
                    <a:pt x="100" y="12"/>
                  </a:lnTo>
                  <a:lnTo>
                    <a:pt x="48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6"/>
                  </a:lnTo>
                  <a:lnTo>
                    <a:pt x="48" y="278"/>
                  </a:lnTo>
                  <a:lnTo>
                    <a:pt x="100" y="313"/>
                  </a:lnTo>
                  <a:lnTo>
                    <a:pt x="163" y="326"/>
                  </a:lnTo>
                  <a:lnTo>
                    <a:pt x="227" y="313"/>
                  </a:lnTo>
                  <a:lnTo>
                    <a:pt x="279" y="278"/>
                  </a:lnTo>
                  <a:lnTo>
                    <a:pt x="314" y="226"/>
                  </a:lnTo>
                  <a:lnTo>
                    <a:pt x="327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Freeform 44">
                  <a:extLst>
                    <a:ext uri="{FF2B5EF4-FFF2-40B4-BE49-F238E27FC236}">
                      <a16:creationId xmlns:a16="http://schemas.microsoft.com/office/drawing/2014/main" id="{7D237B87-5B53-1E9E-5AE6-7185648FCE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8" y="2077"/>
                  <a:ext cx="327" cy="326"/>
                </a:xfrm>
                <a:custGeom>
                  <a:avLst/>
                  <a:gdLst>
                    <a:gd name="T0" fmla="*/ 327 w 327"/>
                    <a:gd name="T1" fmla="*/ 163 h 326"/>
                    <a:gd name="T2" fmla="*/ 314 w 327"/>
                    <a:gd name="T3" fmla="*/ 99 h 326"/>
                    <a:gd name="T4" fmla="*/ 279 w 327"/>
                    <a:gd name="T5" fmla="*/ 47 h 326"/>
                    <a:gd name="T6" fmla="*/ 228 w 327"/>
                    <a:gd name="T7" fmla="*/ 12 h 326"/>
                    <a:gd name="T8" fmla="*/ 163 w 327"/>
                    <a:gd name="T9" fmla="*/ 0 h 326"/>
                    <a:gd name="T10" fmla="*/ 100 w 327"/>
                    <a:gd name="T11" fmla="*/ 12 h 326"/>
                    <a:gd name="T12" fmla="*/ 48 w 327"/>
                    <a:gd name="T13" fmla="*/ 47 h 326"/>
                    <a:gd name="T14" fmla="*/ 13 w 327"/>
                    <a:gd name="T15" fmla="*/ 99 h 326"/>
                    <a:gd name="T16" fmla="*/ 0 w 327"/>
                    <a:gd name="T17" fmla="*/ 163 h 326"/>
                    <a:gd name="T18" fmla="*/ 13 w 327"/>
                    <a:gd name="T19" fmla="*/ 226 h 326"/>
                    <a:gd name="T20" fmla="*/ 48 w 327"/>
                    <a:gd name="T21" fmla="*/ 278 h 326"/>
                    <a:gd name="T22" fmla="*/ 100 w 327"/>
                    <a:gd name="T23" fmla="*/ 313 h 326"/>
                    <a:gd name="T24" fmla="*/ 163 w 327"/>
                    <a:gd name="T25" fmla="*/ 326 h 326"/>
                    <a:gd name="T26" fmla="*/ 228 w 327"/>
                    <a:gd name="T27" fmla="*/ 313 h 326"/>
                    <a:gd name="T28" fmla="*/ 279 w 327"/>
                    <a:gd name="T29" fmla="*/ 278 h 326"/>
                    <a:gd name="T30" fmla="*/ 314 w 327"/>
                    <a:gd name="T31" fmla="*/ 226 h 326"/>
                    <a:gd name="T32" fmla="*/ 327 w 327"/>
                    <a:gd name="T33" fmla="*/ 163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7" h="326">
                      <a:moveTo>
                        <a:pt x="327" y="163"/>
                      </a:moveTo>
                      <a:lnTo>
                        <a:pt x="314" y="99"/>
                      </a:lnTo>
                      <a:lnTo>
                        <a:pt x="279" y="47"/>
                      </a:lnTo>
                      <a:lnTo>
                        <a:pt x="228" y="12"/>
                      </a:lnTo>
                      <a:lnTo>
                        <a:pt x="163" y="0"/>
                      </a:lnTo>
                      <a:lnTo>
                        <a:pt x="100" y="12"/>
                      </a:lnTo>
                      <a:lnTo>
                        <a:pt x="48" y="47"/>
                      </a:lnTo>
                      <a:lnTo>
                        <a:pt x="13" y="99"/>
                      </a:lnTo>
                      <a:lnTo>
                        <a:pt x="0" y="163"/>
                      </a:lnTo>
                      <a:lnTo>
                        <a:pt x="13" y="226"/>
                      </a:lnTo>
                      <a:lnTo>
                        <a:pt x="48" y="278"/>
                      </a:lnTo>
                      <a:lnTo>
                        <a:pt x="100" y="313"/>
                      </a:lnTo>
                      <a:lnTo>
                        <a:pt x="163" y="326"/>
                      </a:lnTo>
                      <a:lnTo>
                        <a:pt x="228" y="313"/>
                      </a:lnTo>
                      <a:lnTo>
                        <a:pt x="279" y="278"/>
                      </a:lnTo>
                      <a:lnTo>
                        <a:pt x="314" y="226"/>
                      </a:lnTo>
                      <a:lnTo>
                        <a:pt x="327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2" name="Freeform 44">
                  <a:extLst>
                    <a:ext uri="{FF2B5EF4-FFF2-40B4-BE49-F238E27FC236}">
                      <a16:creationId xmlns:a16="http://schemas.microsoft.com/office/drawing/2014/main" id="{7D237B87-5B53-1E9E-5AE6-7185648FCE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8" y="2077"/>
                  <a:ext cx="327" cy="326"/>
                </a:xfrm>
                <a:custGeom>
                  <a:avLst/>
                  <a:gdLst>
                    <a:gd name="T0" fmla="*/ 327 w 327"/>
                    <a:gd name="T1" fmla="*/ 163 h 326"/>
                    <a:gd name="T2" fmla="*/ 314 w 327"/>
                    <a:gd name="T3" fmla="*/ 99 h 326"/>
                    <a:gd name="T4" fmla="*/ 279 w 327"/>
                    <a:gd name="T5" fmla="*/ 47 h 326"/>
                    <a:gd name="T6" fmla="*/ 228 w 327"/>
                    <a:gd name="T7" fmla="*/ 12 h 326"/>
                    <a:gd name="T8" fmla="*/ 163 w 327"/>
                    <a:gd name="T9" fmla="*/ 0 h 326"/>
                    <a:gd name="T10" fmla="*/ 100 w 327"/>
                    <a:gd name="T11" fmla="*/ 12 h 326"/>
                    <a:gd name="T12" fmla="*/ 48 w 327"/>
                    <a:gd name="T13" fmla="*/ 47 h 326"/>
                    <a:gd name="T14" fmla="*/ 13 w 327"/>
                    <a:gd name="T15" fmla="*/ 99 h 326"/>
                    <a:gd name="T16" fmla="*/ 0 w 327"/>
                    <a:gd name="T17" fmla="*/ 163 h 326"/>
                    <a:gd name="T18" fmla="*/ 13 w 327"/>
                    <a:gd name="T19" fmla="*/ 226 h 326"/>
                    <a:gd name="T20" fmla="*/ 48 w 327"/>
                    <a:gd name="T21" fmla="*/ 278 h 326"/>
                    <a:gd name="T22" fmla="*/ 100 w 327"/>
                    <a:gd name="T23" fmla="*/ 313 h 326"/>
                    <a:gd name="T24" fmla="*/ 163 w 327"/>
                    <a:gd name="T25" fmla="*/ 326 h 326"/>
                    <a:gd name="T26" fmla="*/ 228 w 327"/>
                    <a:gd name="T27" fmla="*/ 313 h 326"/>
                    <a:gd name="T28" fmla="*/ 279 w 327"/>
                    <a:gd name="T29" fmla="*/ 278 h 326"/>
                    <a:gd name="T30" fmla="*/ 314 w 327"/>
                    <a:gd name="T31" fmla="*/ 226 h 326"/>
                    <a:gd name="T32" fmla="*/ 327 w 327"/>
                    <a:gd name="T33" fmla="*/ 163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7" h="326">
                      <a:moveTo>
                        <a:pt x="327" y="163"/>
                      </a:moveTo>
                      <a:lnTo>
                        <a:pt x="314" y="99"/>
                      </a:lnTo>
                      <a:lnTo>
                        <a:pt x="279" y="47"/>
                      </a:lnTo>
                      <a:lnTo>
                        <a:pt x="228" y="12"/>
                      </a:lnTo>
                      <a:lnTo>
                        <a:pt x="163" y="0"/>
                      </a:lnTo>
                      <a:lnTo>
                        <a:pt x="100" y="12"/>
                      </a:lnTo>
                      <a:lnTo>
                        <a:pt x="48" y="47"/>
                      </a:lnTo>
                      <a:lnTo>
                        <a:pt x="13" y="99"/>
                      </a:lnTo>
                      <a:lnTo>
                        <a:pt x="0" y="163"/>
                      </a:lnTo>
                      <a:lnTo>
                        <a:pt x="13" y="226"/>
                      </a:lnTo>
                      <a:lnTo>
                        <a:pt x="48" y="278"/>
                      </a:lnTo>
                      <a:lnTo>
                        <a:pt x="100" y="313"/>
                      </a:lnTo>
                      <a:lnTo>
                        <a:pt x="163" y="326"/>
                      </a:lnTo>
                      <a:lnTo>
                        <a:pt x="228" y="313"/>
                      </a:lnTo>
                      <a:lnTo>
                        <a:pt x="279" y="278"/>
                      </a:lnTo>
                      <a:lnTo>
                        <a:pt x="314" y="226"/>
                      </a:lnTo>
                      <a:lnTo>
                        <a:pt x="327" y="163"/>
                      </a:lnTo>
                      <a:close/>
                    </a:path>
                  </a:pathLst>
                </a:custGeom>
                <a:blipFill>
                  <a:blip r:embed="rId10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Freeform 45">
              <a:extLst>
                <a:ext uri="{FF2B5EF4-FFF2-40B4-BE49-F238E27FC236}">
                  <a16:creationId xmlns:a16="http://schemas.microsoft.com/office/drawing/2014/main" id="{DE4D6A84-1371-81AA-3D84-534236AB9CC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08" y="2077"/>
              <a:ext cx="327" cy="326"/>
            </a:xfrm>
            <a:custGeom>
              <a:avLst/>
              <a:gdLst>
                <a:gd name="T0" fmla="*/ 403 w 403"/>
                <a:gd name="T1" fmla="*/ 201 h 402"/>
                <a:gd name="T2" fmla="*/ 387 w 403"/>
                <a:gd name="T3" fmla="*/ 280 h 402"/>
                <a:gd name="T4" fmla="*/ 344 w 403"/>
                <a:gd name="T5" fmla="*/ 344 h 402"/>
                <a:gd name="T6" fmla="*/ 280 w 403"/>
                <a:gd name="T7" fmla="*/ 387 h 402"/>
                <a:gd name="T8" fmla="*/ 201 w 403"/>
                <a:gd name="T9" fmla="*/ 402 h 402"/>
                <a:gd name="T10" fmla="*/ 123 w 403"/>
                <a:gd name="T11" fmla="*/ 387 h 402"/>
                <a:gd name="T12" fmla="*/ 59 w 403"/>
                <a:gd name="T13" fmla="*/ 344 h 402"/>
                <a:gd name="T14" fmla="*/ 16 w 403"/>
                <a:gd name="T15" fmla="*/ 280 h 402"/>
                <a:gd name="T16" fmla="*/ 0 w 403"/>
                <a:gd name="T17" fmla="*/ 201 h 402"/>
                <a:gd name="T18" fmla="*/ 16 w 403"/>
                <a:gd name="T19" fmla="*/ 123 h 402"/>
                <a:gd name="T20" fmla="*/ 59 w 403"/>
                <a:gd name="T21" fmla="*/ 59 h 402"/>
                <a:gd name="T22" fmla="*/ 123 w 403"/>
                <a:gd name="T23" fmla="*/ 16 h 402"/>
                <a:gd name="T24" fmla="*/ 201 w 403"/>
                <a:gd name="T25" fmla="*/ 0 h 402"/>
                <a:gd name="T26" fmla="*/ 280 w 403"/>
                <a:gd name="T27" fmla="*/ 16 h 402"/>
                <a:gd name="T28" fmla="*/ 344 w 403"/>
                <a:gd name="T29" fmla="*/ 59 h 402"/>
                <a:gd name="T30" fmla="*/ 387 w 403"/>
                <a:gd name="T31" fmla="*/ 123 h 402"/>
                <a:gd name="T32" fmla="*/ 403 w 403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2">
                  <a:moveTo>
                    <a:pt x="403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1"/>
                  </a:lnTo>
                </a:path>
              </a:pathLst>
            </a:custGeom>
            <a:noFill/>
            <a:ln w="365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28E5E5C5-26B7-AE6E-CC21-A5EB64B8FF5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08" y="2077"/>
              <a:ext cx="327" cy="326"/>
            </a:xfrm>
            <a:custGeom>
              <a:avLst/>
              <a:gdLst>
                <a:gd name="T0" fmla="*/ 403 w 403"/>
                <a:gd name="T1" fmla="*/ 201 h 402"/>
                <a:gd name="T2" fmla="*/ 387 w 403"/>
                <a:gd name="T3" fmla="*/ 280 h 402"/>
                <a:gd name="T4" fmla="*/ 344 w 403"/>
                <a:gd name="T5" fmla="*/ 344 h 402"/>
                <a:gd name="T6" fmla="*/ 280 w 403"/>
                <a:gd name="T7" fmla="*/ 387 h 402"/>
                <a:gd name="T8" fmla="*/ 201 w 403"/>
                <a:gd name="T9" fmla="*/ 402 h 402"/>
                <a:gd name="T10" fmla="*/ 123 w 403"/>
                <a:gd name="T11" fmla="*/ 387 h 402"/>
                <a:gd name="T12" fmla="*/ 59 w 403"/>
                <a:gd name="T13" fmla="*/ 344 h 402"/>
                <a:gd name="T14" fmla="*/ 16 w 403"/>
                <a:gd name="T15" fmla="*/ 280 h 402"/>
                <a:gd name="T16" fmla="*/ 0 w 403"/>
                <a:gd name="T17" fmla="*/ 201 h 402"/>
                <a:gd name="T18" fmla="*/ 16 w 403"/>
                <a:gd name="T19" fmla="*/ 123 h 402"/>
                <a:gd name="T20" fmla="*/ 59 w 403"/>
                <a:gd name="T21" fmla="*/ 59 h 402"/>
                <a:gd name="T22" fmla="*/ 123 w 403"/>
                <a:gd name="T23" fmla="*/ 16 h 402"/>
                <a:gd name="T24" fmla="*/ 201 w 403"/>
                <a:gd name="T25" fmla="*/ 0 h 402"/>
                <a:gd name="T26" fmla="*/ 280 w 403"/>
                <a:gd name="T27" fmla="*/ 16 h 402"/>
                <a:gd name="T28" fmla="*/ 344 w 403"/>
                <a:gd name="T29" fmla="*/ 59 h 402"/>
                <a:gd name="T30" fmla="*/ 387 w 403"/>
                <a:gd name="T31" fmla="*/ 123 h 402"/>
                <a:gd name="T32" fmla="*/ 403 w 403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2">
                  <a:moveTo>
                    <a:pt x="403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1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47">
              <a:extLst>
                <a:ext uri="{FF2B5EF4-FFF2-40B4-BE49-F238E27FC236}">
                  <a16:creationId xmlns:a16="http://schemas.microsoft.com/office/drawing/2014/main" id="{5AC6234F-C9F8-31AC-7F22-BB94DF59D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" y="2111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48">
              <a:extLst>
                <a:ext uri="{FF2B5EF4-FFF2-40B4-BE49-F238E27FC236}">
                  <a16:creationId xmlns:a16="http://schemas.microsoft.com/office/drawing/2014/main" id="{066C000A-60E1-D676-18F8-D75E457F4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" y="2180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7A157454-7081-EBF7-0065-D5A1FB8D8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8" y="2240"/>
              <a:ext cx="427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30DA1ACB-54FB-36A6-455C-7821F61A6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219"/>
              <a:ext cx="52" cy="42"/>
            </a:xfrm>
            <a:custGeom>
              <a:avLst/>
              <a:gdLst>
                <a:gd name="T0" fmla="*/ 52 w 52"/>
                <a:gd name="T1" fmla="*/ 21 h 42"/>
                <a:gd name="T2" fmla="*/ 0 w 52"/>
                <a:gd name="T3" fmla="*/ 0 h 42"/>
                <a:gd name="T4" fmla="*/ 15 w 52"/>
                <a:gd name="T5" fmla="*/ 21 h 42"/>
                <a:gd name="T6" fmla="*/ 0 w 52"/>
                <a:gd name="T7" fmla="*/ 42 h 42"/>
                <a:gd name="T8" fmla="*/ 52 w 52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2">
                  <a:moveTo>
                    <a:pt x="52" y="21"/>
                  </a:moveTo>
                  <a:lnTo>
                    <a:pt x="0" y="0"/>
                  </a:lnTo>
                  <a:lnTo>
                    <a:pt x="15" y="21"/>
                  </a:lnTo>
                  <a:lnTo>
                    <a:pt x="0" y="42"/>
                  </a:lnTo>
                  <a:lnTo>
                    <a:pt x="52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09299CE3-74C5-4A23-C2CC-5466D746C3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6" y="2219"/>
              <a:ext cx="52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2">
                  <a:extLst>
                    <a:ext uri="{FF2B5EF4-FFF2-40B4-BE49-F238E27FC236}">
                      <a16:creationId xmlns:a16="http://schemas.microsoft.com/office/drawing/2014/main" id="{61B6B009-F7D7-2AD4-C452-9654A5AEFA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17" y="2057"/>
                  <a:ext cx="148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0" name="Rectangle 52">
                  <a:extLst>
                    <a:ext uri="{FF2B5EF4-FFF2-40B4-BE49-F238E27FC236}">
                      <a16:creationId xmlns:a16="http://schemas.microsoft.com/office/drawing/2014/main" id="{61B6B009-F7D7-2AD4-C452-9654A5AEFA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17" y="2057"/>
                  <a:ext cx="148" cy="194"/>
                </a:xfrm>
                <a:prstGeom prst="rect">
                  <a:avLst/>
                </a:prstGeom>
                <a:blipFill>
                  <a:blip r:embed="rId11"/>
                  <a:stretch>
                    <a:fillRect l="-23077" r="-20513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6C9072A5-00A8-C7EF-BD0A-625E66404CA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87" y="2372"/>
              <a:ext cx="1353" cy="311"/>
            </a:xfrm>
            <a:custGeom>
              <a:avLst/>
              <a:gdLst>
                <a:gd name="T0" fmla="*/ 0 w 1668"/>
                <a:gd name="T1" fmla="*/ 383 h 383"/>
                <a:gd name="T2" fmla="*/ 177 w 1668"/>
                <a:gd name="T3" fmla="*/ 217 h 383"/>
                <a:gd name="T4" fmla="*/ 384 w 1668"/>
                <a:gd name="T5" fmla="*/ 98 h 383"/>
                <a:gd name="T6" fmla="*/ 610 w 1668"/>
                <a:gd name="T7" fmla="*/ 26 h 383"/>
                <a:gd name="T8" fmla="*/ 844 w 1668"/>
                <a:gd name="T9" fmla="*/ 0 h 383"/>
                <a:gd name="T10" fmla="*/ 1077 w 1668"/>
                <a:gd name="T11" fmla="*/ 20 h 383"/>
                <a:gd name="T12" fmla="*/ 1299 w 1668"/>
                <a:gd name="T13" fmla="*/ 86 h 383"/>
                <a:gd name="T14" fmla="*/ 1500 w 1668"/>
                <a:gd name="T15" fmla="*/ 197 h 383"/>
                <a:gd name="T16" fmla="*/ 1668 w 1668"/>
                <a:gd name="T17" fmla="*/ 35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8" h="383">
                  <a:moveTo>
                    <a:pt x="0" y="383"/>
                  </a:moveTo>
                  <a:lnTo>
                    <a:pt x="177" y="217"/>
                  </a:lnTo>
                  <a:lnTo>
                    <a:pt x="384" y="98"/>
                  </a:lnTo>
                  <a:lnTo>
                    <a:pt x="610" y="26"/>
                  </a:lnTo>
                  <a:lnTo>
                    <a:pt x="844" y="0"/>
                  </a:lnTo>
                  <a:lnTo>
                    <a:pt x="1077" y="20"/>
                  </a:lnTo>
                  <a:lnTo>
                    <a:pt x="1299" y="86"/>
                  </a:lnTo>
                  <a:lnTo>
                    <a:pt x="1500" y="197"/>
                  </a:lnTo>
                  <a:lnTo>
                    <a:pt x="1668" y="35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D3820A5A-2293-DC9C-0FF7-28E52E4FA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2387"/>
              <a:ext cx="50" cy="52"/>
            </a:xfrm>
            <a:custGeom>
              <a:avLst/>
              <a:gdLst>
                <a:gd name="T0" fmla="*/ 50 w 50"/>
                <a:gd name="T1" fmla="*/ 0 h 52"/>
                <a:gd name="T2" fmla="*/ 0 w 50"/>
                <a:gd name="T3" fmla="*/ 26 h 52"/>
                <a:gd name="T4" fmla="*/ 26 w 50"/>
                <a:gd name="T5" fmla="*/ 28 h 52"/>
                <a:gd name="T6" fmla="*/ 33 w 50"/>
                <a:gd name="T7" fmla="*/ 52 h 52"/>
                <a:gd name="T8" fmla="*/ 50 w 50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2">
                  <a:moveTo>
                    <a:pt x="50" y="0"/>
                  </a:moveTo>
                  <a:lnTo>
                    <a:pt x="0" y="26"/>
                  </a:lnTo>
                  <a:lnTo>
                    <a:pt x="26" y="28"/>
                  </a:lnTo>
                  <a:lnTo>
                    <a:pt x="33" y="52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1CA69706-509A-6E44-4AC8-186D085512A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99" y="2387"/>
              <a:ext cx="50" cy="52"/>
            </a:xfrm>
            <a:custGeom>
              <a:avLst/>
              <a:gdLst>
                <a:gd name="T0" fmla="*/ 61 w 61"/>
                <a:gd name="T1" fmla="*/ 65 h 65"/>
                <a:gd name="T2" fmla="*/ 0 w 61"/>
                <a:gd name="T3" fmla="*/ 33 h 65"/>
                <a:gd name="T4" fmla="*/ 31 w 61"/>
                <a:gd name="T5" fmla="*/ 30 h 65"/>
                <a:gd name="T6" fmla="*/ 40 w 61"/>
                <a:gd name="T7" fmla="*/ 0 h 65"/>
                <a:gd name="T8" fmla="*/ 61 w 61"/>
                <a:gd name="T9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5">
                  <a:moveTo>
                    <a:pt x="61" y="65"/>
                  </a:moveTo>
                  <a:lnTo>
                    <a:pt x="0" y="33"/>
                  </a:lnTo>
                  <a:lnTo>
                    <a:pt x="31" y="30"/>
                  </a:lnTo>
                  <a:lnTo>
                    <a:pt x="40" y="0"/>
                  </a:lnTo>
                  <a:lnTo>
                    <a:pt x="61" y="6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56">
                  <a:extLst>
                    <a:ext uri="{FF2B5EF4-FFF2-40B4-BE49-F238E27FC236}">
                      <a16:creationId xmlns:a16="http://schemas.microsoft.com/office/drawing/2014/main" id="{C34FAB0D-ACFE-28A6-C383-3AD0EE0CE9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9" y="2679"/>
                  <a:ext cx="155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4" name="Rectangle 56">
                  <a:extLst>
                    <a:ext uri="{FF2B5EF4-FFF2-40B4-BE49-F238E27FC236}">
                      <a16:creationId xmlns:a16="http://schemas.microsoft.com/office/drawing/2014/main" id="{C34FAB0D-ACFE-28A6-C383-3AD0EE0CE9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09" y="2679"/>
                  <a:ext cx="155" cy="194"/>
                </a:xfrm>
                <a:prstGeom prst="rect">
                  <a:avLst/>
                </a:prstGeom>
                <a:blipFill>
                  <a:blip r:embed="rId12"/>
                  <a:stretch>
                    <a:fillRect l="-20000" r="-22500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Line 57">
              <a:extLst>
                <a:ext uri="{FF2B5EF4-FFF2-40B4-BE49-F238E27FC236}">
                  <a16:creationId xmlns:a16="http://schemas.microsoft.com/office/drawing/2014/main" id="{E9EB0BAE-50B4-51A1-8DEF-FC3B02D7A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2240"/>
              <a:ext cx="429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08F6E87C-0ABE-FF4D-F905-93F02EAD7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2219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59">
              <a:extLst>
                <a:ext uri="{FF2B5EF4-FFF2-40B4-BE49-F238E27FC236}">
                  <a16:creationId xmlns:a16="http://schemas.microsoft.com/office/drawing/2014/main" id="{225C8DE1-7AAC-5587-02A0-7EB8F9FDE0D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30" y="2219"/>
              <a:ext cx="51" cy="42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8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0">
                  <a:extLst>
                    <a:ext uri="{FF2B5EF4-FFF2-40B4-BE49-F238E27FC236}">
                      <a16:creationId xmlns:a16="http://schemas.microsoft.com/office/drawing/2014/main" id="{26B99214-FEC6-3978-8B37-9D07D44334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5" y="2057"/>
                  <a:ext cx="155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8" name="Rectangle 60">
                  <a:extLst>
                    <a:ext uri="{FF2B5EF4-FFF2-40B4-BE49-F238E27FC236}">
                      <a16:creationId xmlns:a16="http://schemas.microsoft.com/office/drawing/2014/main" id="{26B99214-FEC6-3978-8B37-9D07D44334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5" y="2057"/>
                  <a:ext cx="155" cy="194"/>
                </a:xfrm>
                <a:prstGeom prst="rect">
                  <a:avLst/>
                </a:prstGeom>
                <a:blipFill>
                  <a:blip r:embed="rId13"/>
                  <a:stretch>
                    <a:fillRect l="-19512" r="-19512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Freeform 61">
              <a:extLst>
                <a:ext uri="{FF2B5EF4-FFF2-40B4-BE49-F238E27FC236}">
                  <a16:creationId xmlns:a16="http://schemas.microsoft.com/office/drawing/2014/main" id="{F905FFA8-AD1E-3373-5C82-84F8D10C3C2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18" y="1880"/>
              <a:ext cx="118" cy="198"/>
            </a:xfrm>
            <a:custGeom>
              <a:avLst/>
              <a:gdLst>
                <a:gd name="T0" fmla="*/ 16 w 146"/>
                <a:gd name="T1" fmla="*/ 0 h 245"/>
                <a:gd name="T2" fmla="*/ 0 w 146"/>
                <a:gd name="T3" fmla="*/ 105 h 245"/>
                <a:gd name="T4" fmla="*/ 9 w 146"/>
                <a:gd name="T5" fmla="*/ 181 h 245"/>
                <a:gd name="T6" fmla="*/ 35 w 146"/>
                <a:gd name="T7" fmla="*/ 227 h 245"/>
                <a:gd name="T8" fmla="*/ 71 w 146"/>
                <a:gd name="T9" fmla="*/ 245 h 245"/>
                <a:gd name="T10" fmla="*/ 106 w 146"/>
                <a:gd name="T11" fmla="*/ 235 h 245"/>
                <a:gd name="T12" fmla="*/ 134 w 146"/>
                <a:gd name="T13" fmla="*/ 196 h 245"/>
                <a:gd name="T14" fmla="*/ 146 w 146"/>
                <a:gd name="T15" fmla="*/ 131 h 245"/>
                <a:gd name="T16" fmla="*/ 133 w 146"/>
                <a:gd name="T17" fmla="*/ 3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6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5" y="227"/>
                  </a:lnTo>
                  <a:lnTo>
                    <a:pt x="71" y="245"/>
                  </a:lnTo>
                  <a:lnTo>
                    <a:pt x="106" y="235"/>
                  </a:lnTo>
                  <a:lnTo>
                    <a:pt x="134" y="196"/>
                  </a:lnTo>
                  <a:lnTo>
                    <a:pt x="146" y="131"/>
                  </a:lnTo>
                  <a:lnTo>
                    <a:pt x="133" y="38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2">
              <a:extLst>
                <a:ext uri="{FF2B5EF4-FFF2-40B4-BE49-F238E27FC236}">
                  <a16:creationId xmlns:a16="http://schemas.microsoft.com/office/drawing/2014/main" id="{8CDE28B5-9EF4-D59C-EA03-7E3A9EF28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2004"/>
              <a:ext cx="41" cy="56"/>
            </a:xfrm>
            <a:custGeom>
              <a:avLst/>
              <a:gdLst>
                <a:gd name="T0" fmla="*/ 8 w 41"/>
                <a:gd name="T1" fmla="*/ 56 h 56"/>
                <a:gd name="T2" fmla="*/ 41 w 41"/>
                <a:gd name="T3" fmla="*/ 11 h 56"/>
                <a:gd name="T4" fmla="*/ 17 w 41"/>
                <a:gd name="T5" fmla="*/ 20 h 56"/>
                <a:gd name="T6" fmla="*/ 0 w 41"/>
                <a:gd name="T7" fmla="*/ 0 h 56"/>
                <a:gd name="T8" fmla="*/ 8 w 41"/>
                <a:gd name="T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6">
                  <a:moveTo>
                    <a:pt x="8" y="56"/>
                  </a:moveTo>
                  <a:lnTo>
                    <a:pt x="41" y="11"/>
                  </a:lnTo>
                  <a:lnTo>
                    <a:pt x="17" y="20"/>
                  </a:lnTo>
                  <a:lnTo>
                    <a:pt x="0" y="0"/>
                  </a:lnTo>
                  <a:lnTo>
                    <a:pt x="8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3">
              <a:extLst>
                <a:ext uri="{FF2B5EF4-FFF2-40B4-BE49-F238E27FC236}">
                  <a16:creationId xmlns:a16="http://schemas.microsoft.com/office/drawing/2014/main" id="{53B5F9B9-1380-A0F6-C63F-0D38DDCDB9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15" y="2004"/>
              <a:ext cx="41" cy="56"/>
            </a:xfrm>
            <a:custGeom>
              <a:avLst/>
              <a:gdLst>
                <a:gd name="T0" fmla="*/ 9 w 50"/>
                <a:gd name="T1" fmla="*/ 0 h 68"/>
                <a:gd name="T2" fmla="*/ 50 w 50"/>
                <a:gd name="T3" fmla="*/ 55 h 68"/>
                <a:gd name="T4" fmla="*/ 21 w 50"/>
                <a:gd name="T5" fmla="*/ 44 h 68"/>
                <a:gd name="T6" fmla="*/ 0 w 50"/>
                <a:gd name="T7" fmla="*/ 68 h 68"/>
                <a:gd name="T8" fmla="*/ 9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9" y="0"/>
                  </a:moveTo>
                  <a:lnTo>
                    <a:pt x="50" y="55"/>
                  </a:lnTo>
                  <a:lnTo>
                    <a:pt x="21" y="44"/>
                  </a:lnTo>
                  <a:lnTo>
                    <a:pt x="0" y="68"/>
                  </a:lnTo>
                  <a:lnTo>
                    <a:pt x="9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64">
                  <a:extLst>
                    <a:ext uri="{FF2B5EF4-FFF2-40B4-BE49-F238E27FC236}">
                      <a16:creationId xmlns:a16="http://schemas.microsoft.com/office/drawing/2014/main" id="{80583C3C-3894-2A5D-3A5C-0F2E26F68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14" y="1701"/>
                  <a:ext cx="148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2" name="Rectangle 64">
                  <a:extLst>
                    <a:ext uri="{FF2B5EF4-FFF2-40B4-BE49-F238E27FC236}">
                      <a16:creationId xmlns:a16="http://schemas.microsoft.com/office/drawing/2014/main" id="{80583C3C-3894-2A5D-3A5C-0F2E26F683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14" y="1701"/>
                  <a:ext cx="148" cy="194"/>
                </a:xfrm>
                <a:prstGeom prst="rect">
                  <a:avLst/>
                </a:prstGeom>
                <a:blipFill>
                  <a:blip r:embed="rId14"/>
                  <a:stretch>
                    <a:fillRect l="-20513" r="-23077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67">
            <a:extLst>
              <a:ext uri="{FF2B5EF4-FFF2-40B4-BE49-F238E27FC236}">
                <a16:creationId xmlns:a16="http://schemas.microsoft.com/office/drawing/2014/main" id="{124C63EC-9F9B-8AD3-26DB-93BF4A7A0B1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63688" y="4703762"/>
            <a:ext cx="3413125" cy="1897063"/>
            <a:chOff x="985" y="2963"/>
            <a:chExt cx="2150" cy="1195"/>
          </a:xfrm>
        </p:grpSpPr>
        <p:sp>
          <p:nvSpPr>
            <p:cNvPr id="74" name="AutoShape 66">
              <a:extLst>
                <a:ext uri="{FF2B5EF4-FFF2-40B4-BE49-F238E27FC236}">
                  <a16:creationId xmlns:a16="http://schemas.microsoft.com/office/drawing/2014/main" id="{F17CA87F-28CB-53E6-A2E4-C81849A0F1D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985" y="2976"/>
              <a:ext cx="2150" cy="11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85" dir="2700574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8">
              <a:extLst>
                <a:ext uri="{FF2B5EF4-FFF2-40B4-BE49-F238E27FC236}">
                  <a16:creationId xmlns:a16="http://schemas.microsoft.com/office/drawing/2014/main" id="{34384F58-DB05-5DAB-B8F2-3A48B19E8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3389"/>
              <a:ext cx="335" cy="338"/>
            </a:xfrm>
            <a:custGeom>
              <a:avLst/>
              <a:gdLst>
                <a:gd name="T0" fmla="*/ 335 w 335"/>
                <a:gd name="T1" fmla="*/ 169 h 338"/>
                <a:gd name="T2" fmla="*/ 323 w 335"/>
                <a:gd name="T3" fmla="*/ 103 h 338"/>
                <a:gd name="T4" fmla="*/ 286 w 335"/>
                <a:gd name="T5" fmla="*/ 49 h 338"/>
                <a:gd name="T6" fmla="*/ 233 w 335"/>
                <a:gd name="T7" fmla="*/ 13 h 338"/>
                <a:gd name="T8" fmla="*/ 168 w 335"/>
                <a:gd name="T9" fmla="*/ 0 h 338"/>
                <a:gd name="T10" fmla="*/ 102 w 335"/>
                <a:gd name="T11" fmla="*/ 13 h 338"/>
                <a:gd name="T12" fmla="*/ 48 w 335"/>
                <a:gd name="T13" fmla="*/ 49 h 338"/>
                <a:gd name="T14" fmla="*/ 12 w 335"/>
                <a:gd name="T15" fmla="*/ 103 h 338"/>
                <a:gd name="T16" fmla="*/ 0 w 335"/>
                <a:gd name="T17" fmla="*/ 169 h 338"/>
                <a:gd name="T18" fmla="*/ 12 w 335"/>
                <a:gd name="T19" fmla="*/ 235 h 338"/>
                <a:gd name="T20" fmla="*/ 48 w 335"/>
                <a:gd name="T21" fmla="*/ 289 h 338"/>
                <a:gd name="T22" fmla="*/ 102 w 335"/>
                <a:gd name="T23" fmla="*/ 325 h 338"/>
                <a:gd name="T24" fmla="*/ 168 w 335"/>
                <a:gd name="T25" fmla="*/ 338 h 338"/>
                <a:gd name="T26" fmla="*/ 233 w 335"/>
                <a:gd name="T27" fmla="*/ 325 h 338"/>
                <a:gd name="T28" fmla="*/ 286 w 335"/>
                <a:gd name="T29" fmla="*/ 289 h 338"/>
                <a:gd name="T30" fmla="*/ 323 w 335"/>
                <a:gd name="T31" fmla="*/ 235 h 338"/>
                <a:gd name="T32" fmla="*/ 335 w 335"/>
                <a:gd name="T33" fmla="*/ 169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5" h="338">
                  <a:moveTo>
                    <a:pt x="335" y="169"/>
                  </a:moveTo>
                  <a:lnTo>
                    <a:pt x="323" y="103"/>
                  </a:lnTo>
                  <a:lnTo>
                    <a:pt x="286" y="49"/>
                  </a:lnTo>
                  <a:lnTo>
                    <a:pt x="233" y="13"/>
                  </a:lnTo>
                  <a:lnTo>
                    <a:pt x="168" y="0"/>
                  </a:lnTo>
                  <a:lnTo>
                    <a:pt x="102" y="13"/>
                  </a:lnTo>
                  <a:lnTo>
                    <a:pt x="48" y="49"/>
                  </a:lnTo>
                  <a:lnTo>
                    <a:pt x="12" y="103"/>
                  </a:lnTo>
                  <a:lnTo>
                    <a:pt x="0" y="169"/>
                  </a:lnTo>
                  <a:lnTo>
                    <a:pt x="12" y="235"/>
                  </a:lnTo>
                  <a:lnTo>
                    <a:pt x="48" y="289"/>
                  </a:lnTo>
                  <a:lnTo>
                    <a:pt x="102" y="325"/>
                  </a:lnTo>
                  <a:lnTo>
                    <a:pt x="168" y="338"/>
                  </a:lnTo>
                  <a:lnTo>
                    <a:pt x="233" y="325"/>
                  </a:lnTo>
                  <a:lnTo>
                    <a:pt x="286" y="289"/>
                  </a:lnTo>
                  <a:lnTo>
                    <a:pt x="323" y="235"/>
                  </a:lnTo>
                  <a:lnTo>
                    <a:pt x="335" y="169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Freeform 69">
                  <a:extLst>
                    <a:ext uri="{FF2B5EF4-FFF2-40B4-BE49-F238E27FC236}">
                      <a16:creationId xmlns:a16="http://schemas.microsoft.com/office/drawing/2014/main" id="{91787571-3018-ECC9-82FA-187C5BE52D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6" name="Freeform 69">
                  <a:extLst>
                    <a:ext uri="{FF2B5EF4-FFF2-40B4-BE49-F238E27FC236}">
                      <a16:creationId xmlns:a16="http://schemas.microsoft.com/office/drawing/2014/main" id="{91787571-3018-ECC9-82FA-187C5BE52D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Freeform 70">
              <a:extLst>
                <a:ext uri="{FF2B5EF4-FFF2-40B4-BE49-F238E27FC236}">
                  <a16:creationId xmlns:a16="http://schemas.microsoft.com/office/drawing/2014/main" id="{291FC50E-6007-C44D-319D-61BB663DE03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1">
              <a:extLst>
                <a:ext uri="{FF2B5EF4-FFF2-40B4-BE49-F238E27FC236}">
                  <a16:creationId xmlns:a16="http://schemas.microsoft.com/office/drawing/2014/main" id="{7806AC0D-1337-8DE3-CC65-B0ACEBD275F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Rectangle 72">
              <a:extLst>
                <a:ext uri="{FF2B5EF4-FFF2-40B4-BE49-F238E27FC236}">
                  <a16:creationId xmlns:a16="http://schemas.microsoft.com/office/drawing/2014/main" id="{947322E8-C588-B41F-EB3E-E2C62450A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3396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73">
              <a:extLst>
                <a:ext uri="{FF2B5EF4-FFF2-40B4-BE49-F238E27FC236}">
                  <a16:creationId xmlns:a16="http://schemas.microsoft.com/office/drawing/2014/main" id="{8E45EB07-C939-EDFA-32C7-C15D75E02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346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Line 74">
              <a:extLst>
                <a:ext uri="{FF2B5EF4-FFF2-40B4-BE49-F238E27FC236}">
                  <a16:creationId xmlns:a16="http://schemas.microsoft.com/office/drawing/2014/main" id="{FE569151-9AED-25E2-A6AA-2E69CFAB5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" y="3523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5">
              <a:extLst>
                <a:ext uri="{FF2B5EF4-FFF2-40B4-BE49-F238E27FC236}">
                  <a16:creationId xmlns:a16="http://schemas.microsoft.com/office/drawing/2014/main" id="{68C3DAE4-7F92-E6AF-F750-189087BF3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6">
              <a:extLst>
                <a:ext uri="{FF2B5EF4-FFF2-40B4-BE49-F238E27FC236}">
                  <a16:creationId xmlns:a16="http://schemas.microsoft.com/office/drawing/2014/main" id="{03965AD5-960E-6B95-E94C-2E985EB7061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9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77">
              <a:extLst>
                <a:ext uri="{FF2B5EF4-FFF2-40B4-BE49-F238E27FC236}">
                  <a16:creationId xmlns:a16="http://schemas.microsoft.com/office/drawing/2014/main" id="{B3590DA7-3B57-0F60-5463-ABF6ED2E1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395"/>
              <a:ext cx="324" cy="326"/>
            </a:xfrm>
            <a:custGeom>
              <a:avLst/>
              <a:gdLst>
                <a:gd name="T0" fmla="*/ 324 w 324"/>
                <a:gd name="T1" fmla="*/ 163 h 326"/>
                <a:gd name="T2" fmla="*/ 312 w 324"/>
                <a:gd name="T3" fmla="*/ 99 h 326"/>
                <a:gd name="T4" fmla="*/ 277 w 324"/>
                <a:gd name="T5" fmla="*/ 47 h 326"/>
                <a:gd name="T6" fmla="*/ 226 w 324"/>
                <a:gd name="T7" fmla="*/ 13 h 326"/>
                <a:gd name="T8" fmla="*/ 162 w 324"/>
                <a:gd name="T9" fmla="*/ 0 h 326"/>
                <a:gd name="T10" fmla="*/ 99 w 324"/>
                <a:gd name="T11" fmla="*/ 13 h 326"/>
                <a:gd name="T12" fmla="*/ 47 w 324"/>
                <a:gd name="T13" fmla="*/ 47 h 326"/>
                <a:gd name="T14" fmla="*/ 13 w 324"/>
                <a:gd name="T15" fmla="*/ 99 h 326"/>
                <a:gd name="T16" fmla="*/ 0 w 324"/>
                <a:gd name="T17" fmla="*/ 163 h 326"/>
                <a:gd name="T18" fmla="*/ 13 w 324"/>
                <a:gd name="T19" fmla="*/ 227 h 326"/>
                <a:gd name="T20" fmla="*/ 47 w 324"/>
                <a:gd name="T21" fmla="*/ 279 h 326"/>
                <a:gd name="T22" fmla="*/ 99 w 324"/>
                <a:gd name="T23" fmla="*/ 314 h 326"/>
                <a:gd name="T24" fmla="*/ 162 w 324"/>
                <a:gd name="T25" fmla="*/ 326 h 326"/>
                <a:gd name="T26" fmla="*/ 226 w 324"/>
                <a:gd name="T27" fmla="*/ 314 h 326"/>
                <a:gd name="T28" fmla="*/ 277 w 324"/>
                <a:gd name="T29" fmla="*/ 279 h 326"/>
                <a:gd name="T30" fmla="*/ 312 w 324"/>
                <a:gd name="T31" fmla="*/ 227 h 326"/>
                <a:gd name="T32" fmla="*/ 324 w 324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4" h="326">
                  <a:moveTo>
                    <a:pt x="324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4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Freeform 78">
                  <a:extLst>
                    <a:ext uri="{FF2B5EF4-FFF2-40B4-BE49-F238E27FC236}">
                      <a16:creationId xmlns:a16="http://schemas.microsoft.com/office/drawing/2014/main" id="{A75AE1AB-C223-450D-6DB2-22BCBB7C17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5" name="Freeform 78">
                  <a:extLst>
                    <a:ext uri="{FF2B5EF4-FFF2-40B4-BE49-F238E27FC236}">
                      <a16:creationId xmlns:a16="http://schemas.microsoft.com/office/drawing/2014/main" id="{A75AE1AB-C223-450D-6DB2-22BCBB7C17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16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E620DD73-8D78-F5C3-DA60-71B309583B2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77" y="3360"/>
              <a:ext cx="325" cy="327"/>
            </a:xfrm>
            <a:custGeom>
              <a:avLst/>
              <a:gdLst>
                <a:gd name="T0" fmla="*/ 402 w 402"/>
                <a:gd name="T1" fmla="*/ 202 h 403"/>
                <a:gd name="T2" fmla="*/ 387 w 402"/>
                <a:gd name="T3" fmla="*/ 280 h 403"/>
                <a:gd name="T4" fmla="*/ 344 w 402"/>
                <a:gd name="T5" fmla="*/ 344 h 403"/>
                <a:gd name="T6" fmla="*/ 280 w 402"/>
                <a:gd name="T7" fmla="*/ 387 h 403"/>
                <a:gd name="T8" fmla="*/ 201 w 402"/>
                <a:gd name="T9" fmla="*/ 403 h 403"/>
                <a:gd name="T10" fmla="*/ 123 w 402"/>
                <a:gd name="T11" fmla="*/ 387 h 403"/>
                <a:gd name="T12" fmla="*/ 59 w 402"/>
                <a:gd name="T13" fmla="*/ 344 h 403"/>
                <a:gd name="T14" fmla="*/ 16 w 402"/>
                <a:gd name="T15" fmla="*/ 280 h 403"/>
                <a:gd name="T16" fmla="*/ 0 w 402"/>
                <a:gd name="T17" fmla="*/ 202 h 403"/>
                <a:gd name="T18" fmla="*/ 16 w 402"/>
                <a:gd name="T19" fmla="*/ 123 h 403"/>
                <a:gd name="T20" fmla="*/ 59 w 402"/>
                <a:gd name="T21" fmla="*/ 59 h 403"/>
                <a:gd name="T22" fmla="*/ 123 w 402"/>
                <a:gd name="T23" fmla="*/ 16 h 403"/>
                <a:gd name="T24" fmla="*/ 201 w 402"/>
                <a:gd name="T25" fmla="*/ 0 h 403"/>
                <a:gd name="T26" fmla="*/ 280 w 402"/>
                <a:gd name="T27" fmla="*/ 16 h 403"/>
                <a:gd name="T28" fmla="*/ 344 w 402"/>
                <a:gd name="T29" fmla="*/ 59 h 403"/>
                <a:gd name="T30" fmla="*/ 387 w 402"/>
                <a:gd name="T31" fmla="*/ 123 h 403"/>
                <a:gd name="T32" fmla="*/ 402 w 402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3">
                  <a:moveTo>
                    <a:pt x="402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80">
              <a:extLst>
                <a:ext uri="{FF2B5EF4-FFF2-40B4-BE49-F238E27FC236}">
                  <a16:creationId xmlns:a16="http://schemas.microsoft.com/office/drawing/2014/main" id="{56FFBFE0-502F-ADC4-C01B-B91F38907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3396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" name="Freeform 82">
              <a:extLst>
                <a:ext uri="{FF2B5EF4-FFF2-40B4-BE49-F238E27FC236}">
                  <a16:creationId xmlns:a16="http://schemas.microsoft.com/office/drawing/2014/main" id="{18A1AFF3-52A0-0423-1471-601AA48B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395"/>
              <a:ext cx="325" cy="326"/>
            </a:xfrm>
            <a:custGeom>
              <a:avLst/>
              <a:gdLst>
                <a:gd name="T0" fmla="*/ 325 w 325"/>
                <a:gd name="T1" fmla="*/ 163 h 326"/>
                <a:gd name="T2" fmla="*/ 312 w 325"/>
                <a:gd name="T3" fmla="*/ 99 h 326"/>
                <a:gd name="T4" fmla="*/ 277 w 325"/>
                <a:gd name="T5" fmla="*/ 47 h 326"/>
                <a:gd name="T6" fmla="*/ 226 w 325"/>
                <a:gd name="T7" fmla="*/ 13 h 326"/>
                <a:gd name="T8" fmla="*/ 162 w 325"/>
                <a:gd name="T9" fmla="*/ 0 h 326"/>
                <a:gd name="T10" fmla="*/ 99 w 325"/>
                <a:gd name="T11" fmla="*/ 13 h 326"/>
                <a:gd name="T12" fmla="*/ 47 w 325"/>
                <a:gd name="T13" fmla="*/ 47 h 326"/>
                <a:gd name="T14" fmla="*/ 13 w 325"/>
                <a:gd name="T15" fmla="*/ 99 h 326"/>
                <a:gd name="T16" fmla="*/ 0 w 325"/>
                <a:gd name="T17" fmla="*/ 163 h 326"/>
                <a:gd name="T18" fmla="*/ 13 w 325"/>
                <a:gd name="T19" fmla="*/ 227 h 326"/>
                <a:gd name="T20" fmla="*/ 47 w 325"/>
                <a:gd name="T21" fmla="*/ 279 h 326"/>
                <a:gd name="T22" fmla="*/ 99 w 325"/>
                <a:gd name="T23" fmla="*/ 314 h 326"/>
                <a:gd name="T24" fmla="*/ 162 w 325"/>
                <a:gd name="T25" fmla="*/ 326 h 326"/>
                <a:gd name="T26" fmla="*/ 226 w 325"/>
                <a:gd name="T27" fmla="*/ 314 h 326"/>
                <a:gd name="T28" fmla="*/ 277 w 325"/>
                <a:gd name="T29" fmla="*/ 279 h 326"/>
                <a:gd name="T30" fmla="*/ 312 w 325"/>
                <a:gd name="T31" fmla="*/ 227 h 326"/>
                <a:gd name="T32" fmla="*/ 325 w 325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26">
                  <a:moveTo>
                    <a:pt x="325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5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Freeform 83">
                  <a:extLst>
                    <a:ext uri="{FF2B5EF4-FFF2-40B4-BE49-F238E27FC236}">
                      <a16:creationId xmlns:a16="http://schemas.microsoft.com/office/drawing/2014/main" id="{D80729CC-6A76-4DA0-A988-ACA8BE0C6B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0" name="Freeform 83">
                  <a:extLst>
                    <a:ext uri="{FF2B5EF4-FFF2-40B4-BE49-F238E27FC236}">
                      <a16:creationId xmlns:a16="http://schemas.microsoft.com/office/drawing/2014/main" id="{D80729CC-6A76-4DA0-A988-ACA8BE0C6B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17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Freeform 84">
              <a:extLst>
                <a:ext uri="{FF2B5EF4-FFF2-40B4-BE49-F238E27FC236}">
                  <a16:creationId xmlns:a16="http://schemas.microsoft.com/office/drawing/2014/main" id="{1E6BC73B-FD5B-00A2-CA8D-C883C2D5081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6" y="3360"/>
              <a:ext cx="325" cy="327"/>
            </a:xfrm>
            <a:custGeom>
              <a:avLst/>
              <a:gdLst>
                <a:gd name="T0" fmla="*/ 403 w 403"/>
                <a:gd name="T1" fmla="*/ 202 h 403"/>
                <a:gd name="T2" fmla="*/ 387 w 403"/>
                <a:gd name="T3" fmla="*/ 280 h 403"/>
                <a:gd name="T4" fmla="*/ 344 w 403"/>
                <a:gd name="T5" fmla="*/ 344 h 403"/>
                <a:gd name="T6" fmla="*/ 280 w 403"/>
                <a:gd name="T7" fmla="*/ 387 h 403"/>
                <a:gd name="T8" fmla="*/ 201 w 403"/>
                <a:gd name="T9" fmla="*/ 403 h 403"/>
                <a:gd name="T10" fmla="*/ 123 w 403"/>
                <a:gd name="T11" fmla="*/ 387 h 403"/>
                <a:gd name="T12" fmla="*/ 59 w 403"/>
                <a:gd name="T13" fmla="*/ 344 h 403"/>
                <a:gd name="T14" fmla="*/ 16 w 403"/>
                <a:gd name="T15" fmla="*/ 280 h 403"/>
                <a:gd name="T16" fmla="*/ 0 w 403"/>
                <a:gd name="T17" fmla="*/ 202 h 403"/>
                <a:gd name="T18" fmla="*/ 16 w 403"/>
                <a:gd name="T19" fmla="*/ 123 h 403"/>
                <a:gd name="T20" fmla="*/ 59 w 403"/>
                <a:gd name="T21" fmla="*/ 59 h 403"/>
                <a:gd name="T22" fmla="*/ 123 w 403"/>
                <a:gd name="T23" fmla="*/ 16 h 403"/>
                <a:gd name="T24" fmla="*/ 201 w 403"/>
                <a:gd name="T25" fmla="*/ 0 h 403"/>
                <a:gd name="T26" fmla="*/ 280 w 403"/>
                <a:gd name="T27" fmla="*/ 16 h 403"/>
                <a:gd name="T28" fmla="*/ 344 w 403"/>
                <a:gd name="T29" fmla="*/ 59 h 403"/>
                <a:gd name="T30" fmla="*/ 387 w 403"/>
                <a:gd name="T31" fmla="*/ 123 h 403"/>
                <a:gd name="T32" fmla="*/ 403 w 403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3">
                  <a:moveTo>
                    <a:pt x="403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85">
              <a:extLst>
                <a:ext uri="{FF2B5EF4-FFF2-40B4-BE49-F238E27FC236}">
                  <a16:creationId xmlns:a16="http://schemas.microsoft.com/office/drawing/2014/main" id="{827CE4EC-E72D-4305-D609-4B0E9C842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6" y="3396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3" name="Rectangle 86">
              <a:extLst>
                <a:ext uri="{FF2B5EF4-FFF2-40B4-BE49-F238E27FC236}">
                  <a16:creationId xmlns:a16="http://schemas.microsoft.com/office/drawing/2014/main" id="{38191871-CF59-B4F6-05CE-709D78285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464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4" name="Freeform 87">
              <a:extLst>
                <a:ext uri="{FF2B5EF4-FFF2-40B4-BE49-F238E27FC236}">
                  <a16:creationId xmlns:a16="http://schemas.microsoft.com/office/drawing/2014/main" id="{D84248AB-D649-23F9-8D61-F02C744ACEE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80" y="3141"/>
              <a:ext cx="125" cy="211"/>
            </a:xfrm>
            <a:custGeom>
              <a:avLst/>
              <a:gdLst>
                <a:gd name="T0" fmla="*/ 17 w 155"/>
                <a:gd name="T1" fmla="*/ 0 h 260"/>
                <a:gd name="T2" fmla="*/ 0 w 155"/>
                <a:gd name="T3" fmla="*/ 112 h 260"/>
                <a:gd name="T4" fmla="*/ 10 w 155"/>
                <a:gd name="T5" fmla="*/ 192 h 260"/>
                <a:gd name="T6" fmla="*/ 38 w 155"/>
                <a:gd name="T7" fmla="*/ 242 h 260"/>
                <a:gd name="T8" fmla="*/ 75 w 155"/>
                <a:gd name="T9" fmla="*/ 260 h 260"/>
                <a:gd name="T10" fmla="*/ 113 w 155"/>
                <a:gd name="T11" fmla="*/ 249 h 260"/>
                <a:gd name="T12" fmla="*/ 143 w 155"/>
                <a:gd name="T13" fmla="*/ 208 h 260"/>
                <a:gd name="T14" fmla="*/ 155 w 155"/>
                <a:gd name="T15" fmla="*/ 138 h 260"/>
                <a:gd name="T16" fmla="*/ 141 w 155"/>
                <a:gd name="T17" fmla="*/ 3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260">
                  <a:moveTo>
                    <a:pt x="17" y="0"/>
                  </a:moveTo>
                  <a:lnTo>
                    <a:pt x="0" y="112"/>
                  </a:lnTo>
                  <a:lnTo>
                    <a:pt x="10" y="192"/>
                  </a:lnTo>
                  <a:lnTo>
                    <a:pt x="38" y="242"/>
                  </a:lnTo>
                  <a:lnTo>
                    <a:pt x="75" y="260"/>
                  </a:lnTo>
                  <a:lnTo>
                    <a:pt x="113" y="249"/>
                  </a:lnTo>
                  <a:lnTo>
                    <a:pt x="143" y="208"/>
                  </a:lnTo>
                  <a:lnTo>
                    <a:pt x="155" y="138"/>
                  </a:lnTo>
                  <a:lnTo>
                    <a:pt x="141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88">
              <a:extLst>
                <a:ext uri="{FF2B5EF4-FFF2-40B4-BE49-F238E27FC236}">
                  <a16:creationId xmlns:a16="http://schemas.microsoft.com/office/drawing/2014/main" id="{C2E87373-BFFF-E036-A999-E528BFA0B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278"/>
              <a:ext cx="41" cy="55"/>
            </a:xfrm>
            <a:custGeom>
              <a:avLst/>
              <a:gdLst>
                <a:gd name="T0" fmla="*/ 8 w 41"/>
                <a:gd name="T1" fmla="*/ 55 h 55"/>
                <a:gd name="T2" fmla="*/ 41 w 41"/>
                <a:gd name="T3" fmla="*/ 10 h 55"/>
                <a:gd name="T4" fmla="*/ 17 w 41"/>
                <a:gd name="T5" fmla="*/ 19 h 55"/>
                <a:gd name="T6" fmla="*/ 0 w 41"/>
                <a:gd name="T7" fmla="*/ 0 h 55"/>
                <a:gd name="T8" fmla="*/ 8 w 41"/>
                <a:gd name="T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5">
                  <a:moveTo>
                    <a:pt x="8" y="55"/>
                  </a:moveTo>
                  <a:lnTo>
                    <a:pt x="41" y="10"/>
                  </a:lnTo>
                  <a:lnTo>
                    <a:pt x="17" y="19"/>
                  </a:lnTo>
                  <a:lnTo>
                    <a:pt x="0" y="0"/>
                  </a:lnTo>
                  <a:lnTo>
                    <a:pt x="8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89">
              <a:extLst>
                <a:ext uri="{FF2B5EF4-FFF2-40B4-BE49-F238E27FC236}">
                  <a16:creationId xmlns:a16="http://schemas.microsoft.com/office/drawing/2014/main" id="{CA15DC78-D119-C31C-DC68-9EA41C7967C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83" y="3278"/>
              <a:ext cx="41" cy="55"/>
            </a:xfrm>
            <a:custGeom>
              <a:avLst/>
              <a:gdLst>
                <a:gd name="T0" fmla="*/ 9 w 50"/>
                <a:gd name="T1" fmla="*/ 0 h 68"/>
                <a:gd name="T2" fmla="*/ 50 w 50"/>
                <a:gd name="T3" fmla="*/ 55 h 68"/>
                <a:gd name="T4" fmla="*/ 21 w 50"/>
                <a:gd name="T5" fmla="*/ 44 h 68"/>
                <a:gd name="T6" fmla="*/ 0 w 50"/>
                <a:gd name="T7" fmla="*/ 68 h 68"/>
                <a:gd name="T8" fmla="*/ 9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9" y="0"/>
                  </a:moveTo>
                  <a:lnTo>
                    <a:pt x="50" y="55"/>
                  </a:lnTo>
                  <a:lnTo>
                    <a:pt x="21" y="44"/>
                  </a:lnTo>
                  <a:lnTo>
                    <a:pt x="0" y="68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Rectangle 90">
                  <a:extLst>
                    <a:ext uri="{FF2B5EF4-FFF2-40B4-BE49-F238E27FC236}">
                      <a16:creationId xmlns:a16="http://schemas.microsoft.com/office/drawing/2014/main" id="{CC85DB65-E010-0669-8BA4-689DD9CA5F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4" y="2963"/>
                  <a:ext cx="155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7" name="Rectangle 90">
                  <a:extLst>
                    <a:ext uri="{FF2B5EF4-FFF2-40B4-BE49-F238E27FC236}">
                      <a16:creationId xmlns:a16="http://schemas.microsoft.com/office/drawing/2014/main" id="{CC85DB65-E010-0669-8BA4-689DD9CA5F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4" y="2963"/>
                  <a:ext cx="155" cy="194"/>
                </a:xfrm>
                <a:prstGeom prst="rect">
                  <a:avLst/>
                </a:prstGeom>
                <a:blipFill>
                  <a:blip r:embed="rId18"/>
                  <a:stretch>
                    <a:fillRect l="-22500" r="-20000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Line 91">
              <a:extLst>
                <a:ext uri="{FF2B5EF4-FFF2-40B4-BE49-F238E27FC236}">
                  <a16:creationId xmlns:a16="http://schemas.microsoft.com/office/drawing/2014/main" id="{7C804C43-7823-173F-1B19-74B0A9440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2">
              <a:extLst>
                <a:ext uri="{FF2B5EF4-FFF2-40B4-BE49-F238E27FC236}">
                  <a16:creationId xmlns:a16="http://schemas.microsoft.com/office/drawing/2014/main" id="{FEB44D45-E9AB-C1EB-22CC-3A895A3B6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3">
              <a:extLst>
                <a:ext uri="{FF2B5EF4-FFF2-40B4-BE49-F238E27FC236}">
                  <a16:creationId xmlns:a16="http://schemas.microsoft.com/office/drawing/2014/main" id="{DA322C86-37F3-567B-F23A-88EB086AF77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0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94">
                  <a:extLst>
                    <a:ext uri="{FF2B5EF4-FFF2-40B4-BE49-F238E27FC236}">
                      <a16:creationId xmlns:a16="http://schemas.microsoft.com/office/drawing/2014/main" id="{170A3471-8B53-5124-01BC-19E4B2471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342"/>
                  <a:ext cx="148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1" name="Rectangle 94">
                  <a:extLst>
                    <a:ext uri="{FF2B5EF4-FFF2-40B4-BE49-F238E27FC236}">
                      <a16:creationId xmlns:a16="http://schemas.microsoft.com/office/drawing/2014/main" id="{170A3471-8B53-5124-01BC-19E4B24714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5" y="3342"/>
                  <a:ext cx="148" cy="194"/>
                </a:xfrm>
                <a:prstGeom prst="rect">
                  <a:avLst/>
                </a:prstGeom>
                <a:blipFill>
                  <a:blip r:embed="rId19"/>
                  <a:stretch>
                    <a:fillRect l="-23684" r="-23684" b="-980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Freeform 95">
              <a:extLst>
                <a:ext uri="{FF2B5EF4-FFF2-40B4-BE49-F238E27FC236}">
                  <a16:creationId xmlns:a16="http://schemas.microsoft.com/office/drawing/2014/main" id="{7AD84A92-077B-F5C3-637D-1BC850F91A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54" y="3659"/>
              <a:ext cx="1347" cy="308"/>
            </a:xfrm>
            <a:custGeom>
              <a:avLst/>
              <a:gdLst>
                <a:gd name="T0" fmla="*/ 0 w 1668"/>
                <a:gd name="T1" fmla="*/ 379 h 379"/>
                <a:gd name="T2" fmla="*/ 178 w 1668"/>
                <a:gd name="T3" fmla="*/ 214 h 379"/>
                <a:gd name="T4" fmla="*/ 385 w 1668"/>
                <a:gd name="T5" fmla="*/ 96 h 379"/>
                <a:gd name="T6" fmla="*/ 611 w 1668"/>
                <a:gd name="T7" fmla="*/ 25 h 379"/>
                <a:gd name="T8" fmla="*/ 846 w 1668"/>
                <a:gd name="T9" fmla="*/ 0 h 379"/>
                <a:gd name="T10" fmla="*/ 1079 w 1668"/>
                <a:gd name="T11" fmla="*/ 22 h 379"/>
                <a:gd name="T12" fmla="*/ 1301 w 1668"/>
                <a:gd name="T13" fmla="*/ 89 h 379"/>
                <a:gd name="T14" fmla="*/ 1501 w 1668"/>
                <a:gd name="T15" fmla="*/ 201 h 379"/>
                <a:gd name="T16" fmla="*/ 1668 w 1668"/>
                <a:gd name="T17" fmla="*/ 358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8" h="379">
                  <a:moveTo>
                    <a:pt x="0" y="379"/>
                  </a:moveTo>
                  <a:lnTo>
                    <a:pt x="178" y="214"/>
                  </a:lnTo>
                  <a:lnTo>
                    <a:pt x="385" y="96"/>
                  </a:lnTo>
                  <a:lnTo>
                    <a:pt x="611" y="25"/>
                  </a:lnTo>
                  <a:lnTo>
                    <a:pt x="846" y="0"/>
                  </a:lnTo>
                  <a:lnTo>
                    <a:pt x="1079" y="22"/>
                  </a:lnTo>
                  <a:lnTo>
                    <a:pt x="1301" y="89"/>
                  </a:lnTo>
                  <a:lnTo>
                    <a:pt x="1501" y="201"/>
                  </a:lnTo>
                  <a:lnTo>
                    <a:pt x="1668" y="3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96">
              <a:extLst>
                <a:ext uri="{FF2B5EF4-FFF2-40B4-BE49-F238E27FC236}">
                  <a16:creationId xmlns:a16="http://schemas.microsoft.com/office/drawing/2014/main" id="{3109A050-4F02-6E8F-3496-2ECD31A78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3666"/>
              <a:ext cx="50" cy="54"/>
            </a:xfrm>
            <a:custGeom>
              <a:avLst/>
              <a:gdLst>
                <a:gd name="T0" fmla="*/ 50 w 50"/>
                <a:gd name="T1" fmla="*/ 0 h 54"/>
                <a:gd name="T2" fmla="*/ 0 w 50"/>
                <a:gd name="T3" fmla="*/ 26 h 54"/>
                <a:gd name="T4" fmla="*/ 25 w 50"/>
                <a:gd name="T5" fmla="*/ 29 h 54"/>
                <a:gd name="T6" fmla="*/ 33 w 50"/>
                <a:gd name="T7" fmla="*/ 54 h 54"/>
                <a:gd name="T8" fmla="*/ 50 w 5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4">
                  <a:moveTo>
                    <a:pt x="50" y="0"/>
                  </a:moveTo>
                  <a:lnTo>
                    <a:pt x="0" y="26"/>
                  </a:lnTo>
                  <a:lnTo>
                    <a:pt x="25" y="29"/>
                  </a:lnTo>
                  <a:lnTo>
                    <a:pt x="33" y="54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97">
              <a:extLst>
                <a:ext uri="{FF2B5EF4-FFF2-40B4-BE49-F238E27FC236}">
                  <a16:creationId xmlns:a16="http://schemas.microsoft.com/office/drawing/2014/main" id="{77177B38-EDF2-8818-F7DE-4D006FD5D75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0" y="3666"/>
              <a:ext cx="50" cy="54"/>
            </a:xfrm>
            <a:custGeom>
              <a:avLst/>
              <a:gdLst>
                <a:gd name="T0" fmla="*/ 61 w 61"/>
                <a:gd name="T1" fmla="*/ 66 h 66"/>
                <a:gd name="T2" fmla="*/ 0 w 61"/>
                <a:gd name="T3" fmla="*/ 34 h 66"/>
                <a:gd name="T4" fmla="*/ 31 w 61"/>
                <a:gd name="T5" fmla="*/ 31 h 66"/>
                <a:gd name="T6" fmla="*/ 40 w 61"/>
                <a:gd name="T7" fmla="*/ 0 h 66"/>
                <a:gd name="T8" fmla="*/ 61 w 61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6">
                  <a:moveTo>
                    <a:pt x="61" y="66"/>
                  </a:moveTo>
                  <a:lnTo>
                    <a:pt x="0" y="34"/>
                  </a:lnTo>
                  <a:lnTo>
                    <a:pt x="31" y="31"/>
                  </a:lnTo>
                  <a:lnTo>
                    <a:pt x="40" y="0"/>
                  </a:lnTo>
                  <a:lnTo>
                    <a:pt x="61" y="6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98">
                  <a:extLst>
                    <a:ext uri="{FF2B5EF4-FFF2-40B4-BE49-F238E27FC236}">
                      <a16:creationId xmlns:a16="http://schemas.microsoft.com/office/drawing/2014/main" id="{18710DFF-748A-90BF-A149-9E1EB4FBD6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5" y="3964"/>
                  <a:ext cx="155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5" name="Rectangle 98">
                  <a:extLst>
                    <a:ext uri="{FF2B5EF4-FFF2-40B4-BE49-F238E27FC236}">
                      <a16:creationId xmlns:a16="http://schemas.microsoft.com/office/drawing/2014/main" id="{18710DFF-748A-90BF-A149-9E1EB4FBD6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5" y="3964"/>
                  <a:ext cx="155" cy="194"/>
                </a:xfrm>
                <a:prstGeom prst="rect">
                  <a:avLst/>
                </a:prstGeom>
                <a:blipFill>
                  <a:blip r:embed="rId20"/>
                  <a:stretch>
                    <a:fillRect l="-19512" r="-19512" b="-980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Line 99">
              <a:extLst>
                <a:ext uri="{FF2B5EF4-FFF2-40B4-BE49-F238E27FC236}">
                  <a16:creationId xmlns:a16="http://schemas.microsoft.com/office/drawing/2014/main" id="{DAC0A887-0223-C908-8AA6-6D1F07E32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100">
              <a:extLst>
                <a:ext uri="{FF2B5EF4-FFF2-40B4-BE49-F238E27FC236}">
                  <a16:creationId xmlns:a16="http://schemas.microsoft.com/office/drawing/2014/main" id="{B6404EA2-0C8B-FE10-0A5C-ED5CA0C50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5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5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101">
              <a:extLst>
                <a:ext uri="{FF2B5EF4-FFF2-40B4-BE49-F238E27FC236}">
                  <a16:creationId xmlns:a16="http://schemas.microsoft.com/office/drawing/2014/main" id="{98F5B107-3719-EF38-61BE-D4883489D00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2" y="3502"/>
              <a:ext cx="51" cy="42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8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2">
                  <a:extLst>
                    <a:ext uri="{FF2B5EF4-FFF2-40B4-BE49-F238E27FC236}">
                      <a16:creationId xmlns:a16="http://schemas.microsoft.com/office/drawing/2014/main" id="{2E243273-1FC8-C211-AF5A-5E44A37697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9" y="3342"/>
                  <a:ext cx="155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9" name="Rectangle 102">
                  <a:extLst>
                    <a:ext uri="{FF2B5EF4-FFF2-40B4-BE49-F238E27FC236}">
                      <a16:creationId xmlns:a16="http://schemas.microsoft.com/office/drawing/2014/main" id="{2E243273-1FC8-C211-AF5A-5E44A37697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9" y="3342"/>
                  <a:ext cx="155" cy="194"/>
                </a:xfrm>
                <a:prstGeom prst="rect">
                  <a:avLst/>
                </a:prstGeom>
                <a:blipFill>
                  <a:blip r:embed="rId21"/>
                  <a:stretch>
                    <a:fillRect l="-22500" r="-20000" b="-980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Freeform 103">
              <a:extLst>
                <a:ext uri="{FF2B5EF4-FFF2-40B4-BE49-F238E27FC236}">
                  <a16:creationId xmlns:a16="http://schemas.microsoft.com/office/drawing/2014/main" id="{CC5DA709-5B10-407C-B551-E2290E118F1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4" y="3163"/>
              <a:ext cx="117" cy="199"/>
            </a:xfrm>
            <a:custGeom>
              <a:avLst/>
              <a:gdLst>
                <a:gd name="T0" fmla="*/ 16 w 146"/>
                <a:gd name="T1" fmla="*/ 0 h 245"/>
                <a:gd name="T2" fmla="*/ 0 w 146"/>
                <a:gd name="T3" fmla="*/ 105 h 245"/>
                <a:gd name="T4" fmla="*/ 9 w 146"/>
                <a:gd name="T5" fmla="*/ 181 h 245"/>
                <a:gd name="T6" fmla="*/ 35 w 146"/>
                <a:gd name="T7" fmla="*/ 228 h 245"/>
                <a:gd name="T8" fmla="*/ 71 w 146"/>
                <a:gd name="T9" fmla="*/ 245 h 245"/>
                <a:gd name="T10" fmla="*/ 106 w 146"/>
                <a:gd name="T11" fmla="*/ 235 h 245"/>
                <a:gd name="T12" fmla="*/ 134 w 146"/>
                <a:gd name="T13" fmla="*/ 197 h 245"/>
                <a:gd name="T14" fmla="*/ 146 w 146"/>
                <a:gd name="T15" fmla="*/ 131 h 245"/>
                <a:gd name="T16" fmla="*/ 133 w 146"/>
                <a:gd name="T17" fmla="*/ 3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6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5" y="228"/>
                  </a:lnTo>
                  <a:lnTo>
                    <a:pt x="71" y="245"/>
                  </a:lnTo>
                  <a:lnTo>
                    <a:pt x="106" y="235"/>
                  </a:lnTo>
                  <a:lnTo>
                    <a:pt x="134" y="197"/>
                  </a:lnTo>
                  <a:lnTo>
                    <a:pt x="146" y="131"/>
                  </a:lnTo>
                  <a:lnTo>
                    <a:pt x="133" y="3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4">
              <a:extLst>
                <a:ext uri="{FF2B5EF4-FFF2-40B4-BE49-F238E27FC236}">
                  <a16:creationId xmlns:a16="http://schemas.microsoft.com/office/drawing/2014/main" id="{2D66F395-1A47-63A3-EE92-A89AABB1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3287"/>
              <a:ext cx="41" cy="56"/>
            </a:xfrm>
            <a:custGeom>
              <a:avLst/>
              <a:gdLst>
                <a:gd name="T0" fmla="*/ 8 w 41"/>
                <a:gd name="T1" fmla="*/ 56 h 56"/>
                <a:gd name="T2" fmla="*/ 41 w 41"/>
                <a:gd name="T3" fmla="*/ 12 h 56"/>
                <a:gd name="T4" fmla="*/ 17 w 41"/>
                <a:gd name="T5" fmla="*/ 20 h 56"/>
                <a:gd name="T6" fmla="*/ 0 w 41"/>
                <a:gd name="T7" fmla="*/ 0 h 56"/>
                <a:gd name="T8" fmla="*/ 8 w 41"/>
                <a:gd name="T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6">
                  <a:moveTo>
                    <a:pt x="8" y="56"/>
                  </a:moveTo>
                  <a:lnTo>
                    <a:pt x="41" y="12"/>
                  </a:lnTo>
                  <a:lnTo>
                    <a:pt x="17" y="20"/>
                  </a:lnTo>
                  <a:lnTo>
                    <a:pt x="0" y="0"/>
                  </a:lnTo>
                  <a:lnTo>
                    <a:pt x="8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5">
              <a:extLst>
                <a:ext uri="{FF2B5EF4-FFF2-40B4-BE49-F238E27FC236}">
                  <a16:creationId xmlns:a16="http://schemas.microsoft.com/office/drawing/2014/main" id="{B3B85CD0-5E2B-3F3E-3D3F-5A3DBADBCDC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80" y="3287"/>
              <a:ext cx="41" cy="56"/>
            </a:xfrm>
            <a:custGeom>
              <a:avLst/>
              <a:gdLst>
                <a:gd name="T0" fmla="*/ 9 w 50"/>
                <a:gd name="T1" fmla="*/ 0 h 69"/>
                <a:gd name="T2" fmla="*/ 50 w 50"/>
                <a:gd name="T3" fmla="*/ 55 h 69"/>
                <a:gd name="T4" fmla="*/ 21 w 50"/>
                <a:gd name="T5" fmla="*/ 45 h 69"/>
                <a:gd name="T6" fmla="*/ 0 w 50"/>
                <a:gd name="T7" fmla="*/ 69 h 69"/>
                <a:gd name="T8" fmla="*/ 9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9" y="0"/>
                  </a:moveTo>
                  <a:lnTo>
                    <a:pt x="50" y="55"/>
                  </a:lnTo>
                  <a:lnTo>
                    <a:pt x="21" y="45"/>
                  </a:lnTo>
                  <a:lnTo>
                    <a:pt x="0" y="69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 106">
                  <a:extLst>
                    <a:ext uri="{FF2B5EF4-FFF2-40B4-BE49-F238E27FC236}">
                      <a16:creationId xmlns:a16="http://schemas.microsoft.com/office/drawing/2014/main" id="{B05594DB-5498-D995-1489-6178EEFC1A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0" y="2986"/>
                  <a:ext cx="148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3" name="Rectangle 106">
                  <a:extLst>
                    <a:ext uri="{FF2B5EF4-FFF2-40B4-BE49-F238E27FC236}">
                      <a16:creationId xmlns:a16="http://schemas.microsoft.com/office/drawing/2014/main" id="{B05594DB-5498-D995-1489-6178EEFC1A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0" y="2986"/>
                  <a:ext cx="148" cy="194"/>
                </a:xfrm>
                <a:prstGeom prst="rect">
                  <a:avLst/>
                </a:prstGeom>
                <a:blipFill>
                  <a:blip r:embed="rId22"/>
                  <a:stretch>
                    <a:fillRect l="-23684" r="-23684" b="-10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Freeform 107">
              <a:extLst>
                <a:ext uri="{FF2B5EF4-FFF2-40B4-BE49-F238E27FC236}">
                  <a16:creationId xmlns:a16="http://schemas.microsoft.com/office/drawing/2014/main" id="{81993F4C-3331-84B8-68A6-F951D6B452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6" y="3580"/>
              <a:ext cx="447" cy="52"/>
            </a:xfrm>
            <a:custGeom>
              <a:avLst/>
              <a:gdLst>
                <a:gd name="T0" fmla="*/ 554 w 554"/>
                <a:gd name="T1" fmla="*/ 63 h 63"/>
                <a:gd name="T2" fmla="*/ 402 w 554"/>
                <a:gd name="T3" fmla="*/ 18 h 63"/>
                <a:gd name="T4" fmla="*/ 263 w 554"/>
                <a:gd name="T5" fmla="*/ 0 h 63"/>
                <a:gd name="T6" fmla="*/ 132 w 554"/>
                <a:gd name="T7" fmla="*/ 10 h 63"/>
                <a:gd name="T8" fmla="*/ 0 w 554"/>
                <a:gd name="T9" fmla="*/ 4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63">
                  <a:moveTo>
                    <a:pt x="554" y="63"/>
                  </a:moveTo>
                  <a:lnTo>
                    <a:pt x="402" y="18"/>
                  </a:lnTo>
                  <a:lnTo>
                    <a:pt x="263" y="0"/>
                  </a:lnTo>
                  <a:lnTo>
                    <a:pt x="132" y="10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08">
              <a:extLst>
                <a:ext uri="{FF2B5EF4-FFF2-40B4-BE49-F238E27FC236}">
                  <a16:creationId xmlns:a16="http://schemas.microsoft.com/office/drawing/2014/main" id="{49879022-4D11-BDE4-A43D-D643D671A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3588"/>
              <a:ext cx="56" cy="40"/>
            </a:xfrm>
            <a:custGeom>
              <a:avLst/>
              <a:gdLst>
                <a:gd name="T0" fmla="*/ 0 w 56"/>
                <a:gd name="T1" fmla="*/ 2 h 40"/>
                <a:gd name="T2" fmla="*/ 41 w 56"/>
                <a:gd name="T3" fmla="*/ 40 h 40"/>
                <a:gd name="T4" fmla="*/ 35 w 56"/>
                <a:gd name="T5" fmla="*/ 14 h 40"/>
                <a:gd name="T6" fmla="*/ 56 w 56"/>
                <a:gd name="T7" fmla="*/ 0 h 40"/>
                <a:gd name="T8" fmla="*/ 0 w 56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0">
                  <a:moveTo>
                    <a:pt x="0" y="2"/>
                  </a:moveTo>
                  <a:lnTo>
                    <a:pt x="41" y="40"/>
                  </a:lnTo>
                  <a:lnTo>
                    <a:pt x="35" y="1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A6286175-8C86-1EE2-4CD6-4C14ED4AE9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24" y="3588"/>
              <a:ext cx="56" cy="40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0">
                  <a:extLst>
                    <a:ext uri="{FF2B5EF4-FFF2-40B4-BE49-F238E27FC236}">
                      <a16:creationId xmlns:a16="http://schemas.microsoft.com/office/drawing/2014/main" id="{AC9F1574-C395-0A5A-35EA-8F099B930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3630"/>
                  <a:ext cx="155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7" name="Rectangle 110">
                  <a:extLst>
                    <a:ext uri="{FF2B5EF4-FFF2-40B4-BE49-F238E27FC236}">
                      <a16:creationId xmlns:a16="http://schemas.microsoft.com/office/drawing/2014/main" id="{AC9F1574-C395-0A5A-35EA-8F099B930C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0" y="3630"/>
                  <a:ext cx="155" cy="194"/>
                </a:xfrm>
                <a:prstGeom prst="rect">
                  <a:avLst/>
                </a:prstGeom>
                <a:blipFill>
                  <a:blip r:embed="rId23"/>
                  <a:stretch>
                    <a:fillRect l="-22500" r="-20000" b="-980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49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בנייה כללית של אוטומט עבור </a:t>
                </a:r>
                <a14:m>
                  <m:oMath xmlns:m="http://schemas.openxmlformats.org/officeDocument/2006/math">
                    <m:r>
                      <a:rPr lang="he-IL" i="1" smtClean="0">
                        <a:solidFill>
                          <a:srgbClr val="FF0000"/>
                        </a:solidFill>
                        <a:latin typeface="Cambria Math"/>
                      </a:rPr>
                      <m:t>ℒ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he-IL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84" b="-1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42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295400"/>
                <a:ext cx="8839200" cy="4559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2400"/>
                  </a:spcAft>
                  <a:buNone/>
                </a:pPr>
                <a:r>
                  <a:rPr lang="he-IL" sz="28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בהנתן אוטומט </a:t>
                </a:r>
                <a14:m>
                  <m:oMath xmlns:m="http://schemas.openxmlformats.org/officeDocument/2006/math">
                    <m:r>
                      <a:rPr lang="he-IL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  <m:r>
                      <a:rPr lang="he-IL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=〈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𝑄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he-IL" sz="2800" b="0" i="0" smtClean="0">
                        <a:solidFill>
                          <a:srgbClr val="FF0000"/>
                        </a:solidFill>
                        <a:latin typeface="Cambria Math"/>
                      </a:rPr>
                      <m:t>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𝛿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𝐹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/>
                      </a:rPr>
                      <m:t>〉</m:t>
                    </m:r>
                  </m:oMath>
                </a14:m>
                <a:r>
                  <a:rPr lang="he-IL" sz="28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המקיים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∩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𝐹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/>
                      </a:rPr>
                      <m:t>∅</m:t>
                    </m:r>
                  </m:oMath>
                </a14:m>
                <a:endParaRPr lang="he-IL" sz="28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נניח</a:t>
                </a:r>
                <a:r>
                  <a:rPr lang="en-US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בלי הגבלת הכלליות</a:t>
                </a:r>
                <a:r>
                  <a:rPr lang="en-US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שאין מצב התחלה ב </a:t>
                </a:r>
                <a14:m>
                  <m:oMath xmlns:m="http://schemas.openxmlformats.org/officeDocument/2006/math">
                    <m:r>
                      <a:rPr lang="he-IL" sz="28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שנכנס אליו מעבר</a:t>
                </a:r>
              </a:p>
              <a:p>
                <a:pPr marL="320040" lvl="1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24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אחרת נייצר מצב חדש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baseline="-25000" dirty="0" err="1" smtClean="0">
                        <a:latin typeface="Cambria Math"/>
                      </a:rPr>
                      <m:t>𝑛</m:t>
                    </m:r>
                    <m:r>
                      <a:rPr lang="en-US" b="0" i="1" baseline="-25000" dirty="0" smtClean="0">
                        <a:latin typeface="Cambria Math"/>
                      </a:rPr>
                      <m:t>𝑒𝑤</m:t>
                    </m:r>
                    <m:r>
                      <a:rPr lang="en-US" i="1" dirty="0" err="1" smtClean="0">
                        <a:latin typeface="Cambria Math"/>
                        <a:sym typeface="Symbol"/>
                      </a:rPr>
                      <m:t></m:t>
                    </m:r>
                    <m:r>
                      <a:rPr lang="en-US" i="1" dirty="0" err="1" smtClean="0">
                        <a:latin typeface="Cambria Math"/>
                      </a:rPr>
                      <m:t>𝐹</m:t>
                    </m:r>
                  </m:oMath>
                </a14:m>
                <a:r>
                  <a:rPr lang="he-IL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נוסיף מעבר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𝑛𝑒𝑤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nor/>
                          </m:rPr>
                          <a:rPr lang="en-US" b="0" i="1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b="0" i="1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אם ורק 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nor/>
                          </m:rPr>
                          <a:rPr lang="en-US" i="1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i="1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</m:e>
                    </m:groupChr>
                    <m:r>
                      <a:rPr lang="en-US" i="1">
                        <a:latin typeface="Cambria Math"/>
                      </a:rPr>
                      <m:t>𝑞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איזשהו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baseline="-25000" dirty="0" smtClean="0">
                        <a:latin typeface="Cambria Math"/>
                      </a:rPr>
                      <m:t>0</m:t>
                    </m:r>
                    <m:r>
                      <a:rPr lang="en-US" b="0" i="1" dirty="0" smtClean="0">
                        <a:latin typeface="Cambria Math"/>
                      </a:rPr>
                      <m:t>∈</m:t>
                    </m:r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baseline="-25000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ונשמור על כל המעברים ב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𝒜</m:t>
                    </m:r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  <a:buNone/>
                </a:pP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נבנה אוטומט חדש </a:t>
                </a:r>
                <a14:m>
                  <m:oMath xmlns:m="http://schemas.openxmlformats.org/officeDocument/2006/math">
                    <m:r>
                      <a:rPr lang="he-IL" sz="2800" i="1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/>
                      </a:rPr>
                      <m:t>′</m:t>
                    </m:r>
                    <m:r>
                      <a:rPr lang="he-IL" sz="2800" i="1">
                        <a:solidFill>
                          <a:srgbClr val="0000FF"/>
                        </a:solidFill>
                        <a:latin typeface="Cambria Math"/>
                      </a:rPr>
                      <m:t>=〈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𝑄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he-IL" sz="2800">
                        <a:solidFill>
                          <a:srgbClr val="0000FF"/>
                        </a:solidFill>
                        <a:latin typeface="Cambria Math"/>
                      </a:rPr>
                      <m:t>Σ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𝛿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/>
                      </a:rPr>
                      <m:t>′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,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𝐹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/>
                      </a:rPr>
                      <m:t>′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/>
                      </a:rPr>
                      <m:t>〉</m:t>
                    </m:r>
                  </m:oMath>
                </a14:m>
                <a:endParaRPr lang="he-IL" sz="2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24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יש מעבר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nor/>
                          </m:rPr>
                          <a:rPr lang="en-US" i="1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i="1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</m:e>
                    </m:groupChr>
                    <m:r>
                      <a:rPr lang="en-US" b="0" i="1" smtClean="0">
                        <a:latin typeface="Cambria Math"/>
                      </a:rPr>
                      <m:t>𝑞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ו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𝐹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אז נוסיף מעבר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𝑞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nor/>
                          </m:rPr>
                          <a:rPr lang="en-US" i="1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i="1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לכל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baseline="-25000" dirty="0" smtClean="0">
                        <a:latin typeface="Cambria Math"/>
                      </a:rPr>
                      <m:t>0</m:t>
                    </m:r>
                    <m:r>
                      <a:rPr lang="en-US" b="0" i="1" dirty="0" smtClean="0">
                        <a:latin typeface="Cambria Math"/>
                      </a:rPr>
                      <m:t>∈</m:t>
                    </m:r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baseline="-25000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. נשמור על כל המעברים ב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. נקבע את המצבים המקבלים להיות מצבי ההתחלה של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𝐹</m:t>
                        </m:r>
                      </m:e>
                      <m:sup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𝑄</m:t>
                    </m:r>
                    <m:r>
                      <a:rPr lang="en-US" i="1" baseline="-25000" dirty="0" smtClean="0">
                        <a:latin typeface="Cambria Math"/>
                      </a:rPr>
                      <m:t>0</m:t>
                    </m:r>
                  </m:oMath>
                </a14:m>
                <a:endParaRPr lang="he-IL" baseline="-25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45720" indent="0">
                  <a:lnSpc>
                    <a:spcPct val="110000"/>
                  </a:lnSpc>
                  <a:spcBef>
                    <a:spcPts val="600"/>
                  </a:spcBef>
                  <a:spcAft>
                    <a:spcPts val="2400"/>
                  </a:spcAft>
                  <a:buNone/>
                </a:pP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מקבלים</a:t>
                </a:r>
                <a:r>
                  <a:rPr lang="he-IL" sz="33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295400"/>
                <a:ext cx="8839200" cy="4559300"/>
              </a:xfrm>
              <a:blipFill>
                <a:blip r:embed="rId3"/>
                <a:stretch>
                  <a:fillRect l="-1172" t="-2008" r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667000" y="5754469"/>
                <a:ext cx="3657600" cy="646331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/>
                            </a:rPr>
                            <m:t>𝒜</m:t>
                          </m:r>
                          <m:r>
                            <a:rPr lang="en-US" sz="3600" b="0" i="1" smtClean="0">
                              <a:latin typeface="Cambria Math"/>
                            </a:rPr>
                            <m:t>′</m:t>
                          </m:r>
                        </m:e>
                      </m:d>
                      <m:r>
                        <a:rPr lang="en-US" sz="3600" b="0" i="1" smtClean="0">
                          <a:latin typeface="Cambria Math"/>
                        </a:rPr>
                        <m:t>=</m:t>
                      </m:r>
                      <m:r>
                        <a:rPr lang="he-IL" sz="3600" b="0" i="1" smtClean="0">
                          <a:latin typeface="Cambria Math"/>
                        </a:rPr>
                        <m:t>ℒ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/>
                                </a:rPr>
                                <m:t>𝒜</m:t>
                              </m:r>
                            </m:e>
                          </m:d>
                        </m:e>
                        <m:sup>
                          <m:r>
                            <a:rPr lang="en-US" sz="3600" b="0" i="1" smtClean="0"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3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754469"/>
                <a:ext cx="36576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6789" y="-228600"/>
                <a:ext cx="7772400" cy="1143000"/>
              </a:xfrm>
            </p:spPr>
            <p:txBody>
              <a:bodyPr>
                <a:norm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הוכחה 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𝒜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he-IL" i="1" dirty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he-IL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6789" y="-22860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70979" y="2679871"/>
                <a:ext cx="6836774" cy="70788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צריך לקחת </a:t>
                </a:r>
                <a:r>
                  <a:rPr lang="he-IL" sz="2000" b="1">
                    <a:latin typeface="Gisha" panose="020B0502040204020203" pitchFamily="34" charset="-79"/>
                    <a:cs typeface="Gisha" panose="020B0502040204020203" pitchFamily="34" charset="-79"/>
                  </a:rPr>
                  <a:t>מילה</a:t>
                </a:r>
                <a:r>
                  <a:rPr lang="en-US" sz="2000" b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b="1">
                    <a:latin typeface="Gisha" panose="020B0502040204020203" pitchFamily="34" charset="-79"/>
                    <a:cs typeface="Gisha" panose="020B0502040204020203" pitchFamily="34" charset="-79"/>
                  </a:rPr>
                  <a:t>אינסופית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המתקבלת על ידי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ולפרק אותה לרצף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b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מילים סופיות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שכל אחת מהן מתקבלת על ידי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endParaRPr lang="en-US" sz="2000">
                  <a:solidFill>
                    <a:schemeClr val="accent3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79" y="2679871"/>
                <a:ext cx="6836774" cy="707886"/>
              </a:xfrm>
              <a:prstGeom prst="rect">
                <a:avLst/>
              </a:prstGeom>
              <a:blipFill>
                <a:blip r:embed="rId3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60322" y="4799269"/>
                <a:ext cx="5852500" cy="802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groupCh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  <a:p>
                <a:pPr algn="l" rtl="0"/>
                <a:endParaRPr lang="en-US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322" y="4799269"/>
                <a:ext cx="5852500" cy="802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2664783" y="5338374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21205" y="5871774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05" y="5871774"/>
                <a:ext cx="1087156" cy="523220"/>
              </a:xfrm>
              <a:prstGeom prst="rect">
                <a:avLst/>
              </a:prstGeom>
              <a:blipFill>
                <a:blip r:embed="rId5"/>
                <a:stretch>
                  <a:fillRect l="-1124" t="-2326" r="-168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808561" y="5367129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264983" y="5900529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83" y="5900529"/>
                <a:ext cx="1087156" cy="523220"/>
              </a:xfrm>
              <a:prstGeom prst="rect">
                <a:avLst/>
              </a:prstGeom>
              <a:blipFill>
                <a:blip r:embed="rId6"/>
                <a:stretch>
                  <a:fillRect l="-1124" t="-2326" r="-1685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5917114" y="5367129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73536" y="5900529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536" y="5900529"/>
                <a:ext cx="1087156" cy="523220"/>
              </a:xfrm>
              <a:prstGeom prst="rect">
                <a:avLst/>
              </a:prstGeom>
              <a:blipFill>
                <a:blip r:embed="rId6"/>
                <a:stretch>
                  <a:fillRect l="-559" t="-2326" r="-167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6971201" y="5367129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427623" y="5900529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623" y="5900529"/>
                <a:ext cx="1087156" cy="523220"/>
              </a:xfrm>
              <a:prstGeom prst="rect">
                <a:avLst/>
              </a:prstGeom>
              <a:blipFill>
                <a:blip r:embed="rId6"/>
                <a:stretch>
                  <a:fillRect l="-559" t="-2326" r="-167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/>
          <p:cNvSpPr/>
          <p:nvPr/>
        </p:nvSpPr>
        <p:spPr>
          <a:xfrm rot="16200000">
            <a:off x="3592237" y="3659578"/>
            <a:ext cx="324816" cy="2107837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50583" y="3937275"/>
                <a:ext cx="32679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מסלולים ממצבי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למקבלים ב-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583" y="3937275"/>
                <a:ext cx="3267974" cy="523220"/>
              </a:xfrm>
              <a:prstGeom prst="rect">
                <a:avLst/>
              </a:prstGeom>
              <a:blipFill>
                <a:blip r:embed="rId7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/>
          <p:cNvSpPr/>
          <p:nvPr/>
        </p:nvSpPr>
        <p:spPr>
          <a:xfrm rot="16200000">
            <a:off x="5227832" y="4179121"/>
            <a:ext cx="324816" cy="1053749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/>
          <p:cNvSpPr/>
          <p:nvPr/>
        </p:nvSpPr>
        <p:spPr>
          <a:xfrm rot="16200000">
            <a:off x="6236708" y="4232020"/>
            <a:ext cx="324816" cy="913340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 rot="16200000">
            <a:off x="7188675" y="4223486"/>
            <a:ext cx="324816" cy="913340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7931661" y="4593251"/>
                <a:ext cx="2359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661" y="4593251"/>
                <a:ext cx="235962" cy="369332"/>
              </a:xfrm>
              <a:prstGeom prst="rect">
                <a:avLst/>
              </a:prstGeom>
              <a:blipFill>
                <a:blip r:embed="rId8"/>
                <a:stretch>
                  <a:fillRect r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7693983" y="5903632"/>
                <a:ext cx="2359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983" y="5903632"/>
                <a:ext cx="235962" cy="369332"/>
              </a:xfrm>
              <a:prstGeom prst="rect">
                <a:avLst/>
              </a:prstGeom>
              <a:blipFill>
                <a:blip r:embed="rId9"/>
                <a:stretch>
                  <a:fillRect r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>
            <a:off x="1902783" y="5052149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25509" y="4818725"/>
                <a:ext cx="17439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</a:t>
                </a:r>
                <a:r>
                  <a:rPr lang="en-US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מקבלת</a:t>
                </a:r>
                <a:br>
                  <a:rPr lang="en-US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en-US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(אינסופית)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he-I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endParaRPr lang="en-US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09" y="4818725"/>
                <a:ext cx="1743974" cy="523220"/>
              </a:xfrm>
              <a:prstGeom prst="rect">
                <a:avLst/>
              </a:prstGeom>
              <a:blipFill>
                <a:blip r:embed="rId10"/>
                <a:stretch>
                  <a:fillRect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2671596" y="762000"/>
            <a:ext cx="29130" cy="365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67">
            <a:extLst>
              <a:ext uri="{FF2B5EF4-FFF2-40B4-BE49-F238E27FC236}">
                <a16:creationId xmlns:a16="http://schemas.microsoft.com/office/drawing/2014/main" id="{5C025DB9-47A8-1889-99A7-97E9EFAF7A6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45841" y="970427"/>
            <a:ext cx="2742688" cy="1539936"/>
            <a:chOff x="1003" y="2963"/>
            <a:chExt cx="2123" cy="1192"/>
          </a:xfrm>
        </p:grpSpPr>
        <p:sp>
          <p:nvSpPr>
            <p:cNvPr id="113" name="Freeform 68">
              <a:extLst>
                <a:ext uri="{FF2B5EF4-FFF2-40B4-BE49-F238E27FC236}">
                  <a16:creationId xmlns:a16="http://schemas.microsoft.com/office/drawing/2014/main" id="{99080D5D-B9BC-4180-55EA-B8AEF29BE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3389"/>
              <a:ext cx="335" cy="338"/>
            </a:xfrm>
            <a:custGeom>
              <a:avLst/>
              <a:gdLst>
                <a:gd name="T0" fmla="*/ 335 w 335"/>
                <a:gd name="T1" fmla="*/ 169 h 338"/>
                <a:gd name="T2" fmla="*/ 323 w 335"/>
                <a:gd name="T3" fmla="*/ 103 h 338"/>
                <a:gd name="T4" fmla="*/ 286 w 335"/>
                <a:gd name="T5" fmla="*/ 49 h 338"/>
                <a:gd name="T6" fmla="*/ 233 w 335"/>
                <a:gd name="T7" fmla="*/ 13 h 338"/>
                <a:gd name="T8" fmla="*/ 168 w 335"/>
                <a:gd name="T9" fmla="*/ 0 h 338"/>
                <a:gd name="T10" fmla="*/ 102 w 335"/>
                <a:gd name="T11" fmla="*/ 13 h 338"/>
                <a:gd name="T12" fmla="*/ 48 w 335"/>
                <a:gd name="T13" fmla="*/ 49 h 338"/>
                <a:gd name="T14" fmla="*/ 12 w 335"/>
                <a:gd name="T15" fmla="*/ 103 h 338"/>
                <a:gd name="T16" fmla="*/ 0 w 335"/>
                <a:gd name="T17" fmla="*/ 169 h 338"/>
                <a:gd name="T18" fmla="*/ 12 w 335"/>
                <a:gd name="T19" fmla="*/ 235 h 338"/>
                <a:gd name="T20" fmla="*/ 48 w 335"/>
                <a:gd name="T21" fmla="*/ 289 h 338"/>
                <a:gd name="T22" fmla="*/ 102 w 335"/>
                <a:gd name="T23" fmla="*/ 325 h 338"/>
                <a:gd name="T24" fmla="*/ 168 w 335"/>
                <a:gd name="T25" fmla="*/ 338 h 338"/>
                <a:gd name="T26" fmla="*/ 233 w 335"/>
                <a:gd name="T27" fmla="*/ 325 h 338"/>
                <a:gd name="T28" fmla="*/ 286 w 335"/>
                <a:gd name="T29" fmla="*/ 289 h 338"/>
                <a:gd name="T30" fmla="*/ 323 w 335"/>
                <a:gd name="T31" fmla="*/ 235 h 338"/>
                <a:gd name="T32" fmla="*/ 335 w 335"/>
                <a:gd name="T33" fmla="*/ 169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5" h="338">
                  <a:moveTo>
                    <a:pt x="335" y="169"/>
                  </a:moveTo>
                  <a:lnTo>
                    <a:pt x="323" y="103"/>
                  </a:lnTo>
                  <a:lnTo>
                    <a:pt x="286" y="49"/>
                  </a:lnTo>
                  <a:lnTo>
                    <a:pt x="233" y="13"/>
                  </a:lnTo>
                  <a:lnTo>
                    <a:pt x="168" y="0"/>
                  </a:lnTo>
                  <a:lnTo>
                    <a:pt x="102" y="13"/>
                  </a:lnTo>
                  <a:lnTo>
                    <a:pt x="48" y="49"/>
                  </a:lnTo>
                  <a:lnTo>
                    <a:pt x="12" y="103"/>
                  </a:lnTo>
                  <a:lnTo>
                    <a:pt x="0" y="169"/>
                  </a:lnTo>
                  <a:lnTo>
                    <a:pt x="12" y="235"/>
                  </a:lnTo>
                  <a:lnTo>
                    <a:pt x="48" y="289"/>
                  </a:lnTo>
                  <a:lnTo>
                    <a:pt x="102" y="325"/>
                  </a:lnTo>
                  <a:lnTo>
                    <a:pt x="168" y="338"/>
                  </a:lnTo>
                  <a:lnTo>
                    <a:pt x="233" y="325"/>
                  </a:lnTo>
                  <a:lnTo>
                    <a:pt x="286" y="289"/>
                  </a:lnTo>
                  <a:lnTo>
                    <a:pt x="323" y="235"/>
                  </a:lnTo>
                  <a:lnTo>
                    <a:pt x="335" y="169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499E1949-A989-879E-4EC4-1B8070E7DC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499E1949-A989-879E-4EC4-1B8070E7DC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blipFill>
                  <a:blip r:embed="rId11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Freeform 70">
              <a:extLst>
                <a:ext uri="{FF2B5EF4-FFF2-40B4-BE49-F238E27FC236}">
                  <a16:creationId xmlns:a16="http://schemas.microsoft.com/office/drawing/2014/main" id="{D0BF98EF-CA96-28F9-8C2B-165F87B5431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16" name="Freeform 71">
              <a:extLst>
                <a:ext uri="{FF2B5EF4-FFF2-40B4-BE49-F238E27FC236}">
                  <a16:creationId xmlns:a16="http://schemas.microsoft.com/office/drawing/2014/main" id="{5D7E1F9D-4641-6DD7-CCA4-0C1DFB35C6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17" name="Rectangle 72">
              <a:extLst>
                <a:ext uri="{FF2B5EF4-FFF2-40B4-BE49-F238E27FC236}">
                  <a16:creationId xmlns:a16="http://schemas.microsoft.com/office/drawing/2014/main" id="{C0528B1A-7247-763B-940C-A8924127B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73">
              <a:extLst>
                <a:ext uri="{FF2B5EF4-FFF2-40B4-BE49-F238E27FC236}">
                  <a16:creationId xmlns:a16="http://schemas.microsoft.com/office/drawing/2014/main" id="{3B555B22-E593-C045-825A-5E93ADCF5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3464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Line 74">
              <a:extLst>
                <a:ext uri="{FF2B5EF4-FFF2-40B4-BE49-F238E27FC236}">
                  <a16:creationId xmlns:a16="http://schemas.microsoft.com/office/drawing/2014/main" id="{9D6592C4-3B3B-E9E0-4703-746F09168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" y="3523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20" name="Freeform 75">
              <a:extLst>
                <a:ext uri="{FF2B5EF4-FFF2-40B4-BE49-F238E27FC236}">
                  <a16:creationId xmlns:a16="http://schemas.microsoft.com/office/drawing/2014/main" id="{F0B86608-742A-7397-EC4E-7A5E62CAA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21" name="Freeform 76">
              <a:extLst>
                <a:ext uri="{FF2B5EF4-FFF2-40B4-BE49-F238E27FC236}">
                  <a16:creationId xmlns:a16="http://schemas.microsoft.com/office/drawing/2014/main" id="{7BAF390F-4BA8-8829-BD78-15BDF4328D4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9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22" name="Freeform 77">
              <a:extLst>
                <a:ext uri="{FF2B5EF4-FFF2-40B4-BE49-F238E27FC236}">
                  <a16:creationId xmlns:a16="http://schemas.microsoft.com/office/drawing/2014/main" id="{7ADC810A-31D6-DF98-8C23-FF9C81054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395"/>
              <a:ext cx="324" cy="326"/>
            </a:xfrm>
            <a:custGeom>
              <a:avLst/>
              <a:gdLst>
                <a:gd name="T0" fmla="*/ 324 w 324"/>
                <a:gd name="T1" fmla="*/ 163 h 326"/>
                <a:gd name="T2" fmla="*/ 312 w 324"/>
                <a:gd name="T3" fmla="*/ 99 h 326"/>
                <a:gd name="T4" fmla="*/ 277 w 324"/>
                <a:gd name="T5" fmla="*/ 47 h 326"/>
                <a:gd name="T6" fmla="*/ 226 w 324"/>
                <a:gd name="T7" fmla="*/ 13 h 326"/>
                <a:gd name="T8" fmla="*/ 162 w 324"/>
                <a:gd name="T9" fmla="*/ 0 h 326"/>
                <a:gd name="T10" fmla="*/ 99 w 324"/>
                <a:gd name="T11" fmla="*/ 13 h 326"/>
                <a:gd name="T12" fmla="*/ 47 w 324"/>
                <a:gd name="T13" fmla="*/ 47 h 326"/>
                <a:gd name="T14" fmla="*/ 13 w 324"/>
                <a:gd name="T15" fmla="*/ 99 h 326"/>
                <a:gd name="T16" fmla="*/ 0 w 324"/>
                <a:gd name="T17" fmla="*/ 163 h 326"/>
                <a:gd name="T18" fmla="*/ 13 w 324"/>
                <a:gd name="T19" fmla="*/ 227 h 326"/>
                <a:gd name="T20" fmla="*/ 47 w 324"/>
                <a:gd name="T21" fmla="*/ 279 h 326"/>
                <a:gd name="T22" fmla="*/ 99 w 324"/>
                <a:gd name="T23" fmla="*/ 314 h 326"/>
                <a:gd name="T24" fmla="*/ 162 w 324"/>
                <a:gd name="T25" fmla="*/ 326 h 326"/>
                <a:gd name="T26" fmla="*/ 226 w 324"/>
                <a:gd name="T27" fmla="*/ 314 h 326"/>
                <a:gd name="T28" fmla="*/ 277 w 324"/>
                <a:gd name="T29" fmla="*/ 279 h 326"/>
                <a:gd name="T30" fmla="*/ 312 w 324"/>
                <a:gd name="T31" fmla="*/ 227 h 326"/>
                <a:gd name="T32" fmla="*/ 324 w 324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4" h="326">
                  <a:moveTo>
                    <a:pt x="324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4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Freeform 78">
                  <a:extLst>
                    <a:ext uri="{FF2B5EF4-FFF2-40B4-BE49-F238E27FC236}">
                      <a16:creationId xmlns:a16="http://schemas.microsoft.com/office/drawing/2014/main" id="{B0CEF95D-5357-3BCC-1E8B-11BC48A80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123" name="Freeform 78">
                  <a:extLst>
                    <a:ext uri="{FF2B5EF4-FFF2-40B4-BE49-F238E27FC236}">
                      <a16:creationId xmlns:a16="http://schemas.microsoft.com/office/drawing/2014/main" id="{B0CEF95D-5357-3BCC-1E8B-11BC48A801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12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Freeform 79">
              <a:extLst>
                <a:ext uri="{FF2B5EF4-FFF2-40B4-BE49-F238E27FC236}">
                  <a16:creationId xmlns:a16="http://schemas.microsoft.com/office/drawing/2014/main" id="{31A8451F-51CB-99AA-DCC8-6E642BEE96B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77" y="3360"/>
              <a:ext cx="325" cy="327"/>
            </a:xfrm>
            <a:custGeom>
              <a:avLst/>
              <a:gdLst>
                <a:gd name="T0" fmla="*/ 402 w 402"/>
                <a:gd name="T1" fmla="*/ 202 h 403"/>
                <a:gd name="T2" fmla="*/ 387 w 402"/>
                <a:gd name="T3" fmla="*/ 280 h 403"/>
                <a:gd name="T4" fmla="*/ 344 w 402"/>
                <a:gd name="T5" fmla="*/ 344 h 403"/>
                <a:gd name="T6" fmla="*/ 280 w 402"/>
                <a:gd name="T7" fmla="*/ 387 h 403"/>
                <a:gd name="T8" fmla="*/ 201 w 402"/>
                <a:gd name="T9" fmla="*/ 403 h 403"/>
                <a:gd name="T10" fmla="*/ 123 w 402"/>
                <a:gd name="T11" fmla="*/ 387 h 403"/>
                <a:gd name="T12" fmla="*/ 59 w 402"/>
                <a:gd name="T13" fmla="*/ 344 h 403"/>
                <a:gd name="T14" fmla="*/ 16 w 402"/>
                <a:gd name="T15" fmla="*/ 280 h 403"/>
                <a:gd name="T16" fmla="*/ 0 w 402"/>
                <a:gd name="T17" fmla="*/ 202 h 403"/>
                <a:gd name="T18" fmla="*/ 16 w 402"/>
                <a:gd name="T19" fmla="*/ 123 h 403"/>
                <a:gd name="T20" fmla="*/ 59 w 402"/>
                <a:gd name="T21" fmla="*/ 59 h 403"/>
                <a:gd name="T22" fmla="*/ 123 w 402"/>
                <a:gd name="T23" fmla="*/ 16 h 403"/>
                <a:gd name="T24" fmla="*/ 201 w 402"/>
                <a:gd name="T25" fmla="*/ 0 h 403"/>
                <a:gd name="T26" fmla="*/ 280 w 402"/>
                <a:gd name="T27" fmla="*/ 16 h 403"/>
                <a:gd name="T28" fmla="*/ 344 w 402"/>
                <a:gd name="T29" fmla="*/ 59 h 403"/>
                <a:gd name="T30" fmla="*/ 387 w 402"/>
                <a:gd name="T31" fmla="*/ 123 h 403"/>
                <a:gd name="T32" fmla="*/ 402 w 402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3">
                  <a:moveTo>
                    <a:pt x="402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25" name="Rectangle 80">
              <a:extLst>
                <a:ext uri="{FF2B5EF4-FFF2-40B4-BE49-F238E27FC236}">
                  <a16:creationId xmlns:a16="http://schemas.microsoft.com/office/drawing/2014/main" id="{55CD451D-825D-85D4-628F-B10EC7EBA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Freeform 82">
              <a:extLst>
                <a:ext uri="{FF2B5EF4-FFF2-40B4-BE49-F238E27FC236}">
                  <a16:creationId xmlns:a16="http://schemas.microsoft.com/office/drawing/2014/main" id="{483136AE-0A0F-D9AA-002D-66838CB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395"/>
              <a:ext cx="325" cy="326"/>
            </a:xfrm>
            <a:custGeom>
              <a:avLst/>
              <a:gdLst>
                <a:gd name="T0" fmla="*/ 325 w 325"/>
                <a:gd name="T1" fmla="*/ 163 h 326"/>
                <a:gd name="T2" fmla="*/ 312 w 325"/>
                <a:gd name="T3" fmla="*/ 99 h 326"/>
                <a:gd name="T4" fmla="*/ 277 w 325"/>
                <a:gd name="T5" fmla="*/ 47 h 326"/>
                <a:gd name="T6" fmla="*/ 226 w 325"/>
                <a:gd name="T7" fmla="*/ 13 h 326"/>
                <a:gd name="T8" fmla="*/ 162 w 325"/>
                <a:gd name="T9" fmla="*/ 0 h 326"/>
                <a:gd name="T10" fmla="*/ 99 w 325"/>
                <a:gd name="T11" fmla="*/ 13 h 326"/>
                <a:gd name="T12" fmla="*/ 47 w 325"/>
                <a:gd name="T13" fmla="*/ 47 h 326"/>
                <a:gd name="T14" fmla="*/ 13 w 325"/>
                <a:gd name="T15" fmla="*/ 99 h 326"/>
                <a:gd name="T16" fmla="*/ 0 w 325"/>
                <a:gd name="T17" fmla="*/ 163 h 326"/>
                <a:gd name="T18" fmla="*/ 13 w 325"/>
                <a:gd name="T19" fmla="*/ 227 h 326"/>
                <a:gd name="T20" fmla="*/ 47 w 325"/>
                <a:gd name="T21" fmla="*/ 279 h 326"/>
                <a:gd name="T22" fmla="*/ 99 w 325"/>
                <a:gd name="T23" fmla="*/ 314 h 326"/>
                <a:gd name="T24" fmla="*/ 162 w 325"/>
                <a:gd name="T25" fmla="*/ 326 h 326"/>
                <a:gd name="T26" fmla="*/ 226 w 325"/>
                <a:gd name="T27" fmla="*/ 314 h 326"/>
                <a:gd name="T28" fmla="*/ 277 w 325"/>
                <a:gd name="T29" fmla="*/ 279 h 326"/>
                <a:gd name="T30" fmla="*/ 312 w 325"/>
                <a:gd name="T31" fmla="*/ 227 h 326"/>
                <a:gd name="T32" fmla="*/ 325 w 325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26">
                  <a:moveTo>
                    <a:pt x="325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5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Freeform 83">
                  <a:extLst>
                    <a:ext uri="{FF2B5EF4-FFF2-40B4-BE49-F238E27FC236}">
                      <a16:creationId xmlns:a16="http://schemas.microsoft.com/office/drawing/2014/main" id="{91A586F2-C3ED-9DF5-CAE7-5BC3E164B5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127" name="Freeform 83">
                  <a:extLst>
                    <a:ext uri="{FF2B5EF4-FFF2-40B4-BE49-F238E27FC236}">
                      <a16:creationId xmlns:a16="http://schemas.microsoft.com/office/drawing/2014/main" id="{91A586F2-C3ED-9DF5-CAE7-5BC3E164B5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13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Freeform 84">
              <a:extLst>
                <a:ext uri="{FF2B5EF4-FFF2-40B4-BE49-F238E27FC236}">
                  <a16:creationId xmlns:a16="http://schemas.microsoft.com/office/drawing/2014/main" id="{3A15B66A-F57F-DBA8-F746-F23EAD0AAC0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6" y="3360"/>
              <a:ext cx="325" cy="327"/>
            </a:xfrm>
            <a:custGeom>
              <a:avLst/>
              <a:gdLst>
                <a:gd name="T0" fmla="*/ 403 w 403"/>
                <a:gd name="T1" fmla="*/ 202 h 403"/>
                <a:gd name="T2" fmla="*/ 387 w 403"/>
                <a:gd name="T3" fmla="*/ 280 h 403"/>
                <a:gd name="T4" fmla="*/ 344 w 403"/>
                <a:gd name="T5" fmla="*/ 344 h 403"/>
                <a:gd name="T6" fmla="*/ 280 w 403"/>
                <a:gd name="T7" fmla="*/ 387 h 403"/>
                <a:gd name="T8" fmla="*/ 201 w 403"/>
                <a:gd name="T9" fmla="*/ 403 h 403"/>
                <a:gd name="T10" fmla="*/ 123 w 403"/>
                <a:gd name="T11" fmla="*/ 387 h 403"/>
                <a:gd name="T12" fmla="*/ 59 w 403"/>
                <a:gd name="T13" fmla="*/ 344 h 403"/>
                <a:gd name="T14" fmla="*/ 16 w 403"/>
                <a:gd name="T15" fmla="*/ 280 h 403"/>
                <a:gd name="T16" fmla="*/ 0 w 403"/>
                <a:gd name="T17" fmla="*/ 202 h 403"/>
                <a:gd name="T18" fmla="*/ 16 w 403"/>
                <a:gd name="T19" fmla="*/ 123 h 403"/>
                <a:gd name="T20" fmla="*/ 59 w 403"/>
                <a:gd name="T21" fmla="*/ 59 h 403"/>
                <a:gd name="T22" fmla="*/ 123 w 403"/>
                <a:gd name="T23" fmla="*/ 16 h 403"/>
                <a:gd name="T24" fmla="*/ 201 w 403"/>
                <a:gd name="T25" fmla="*/ 0 h 403"/>
                <a:gd name="T26" fmla="*/ 280 w 403"/>
                <a:gd name="T27" fmla="*/ 16 h 403"/>
                <a:gd name="T28" fmla="*/ 344 w 403"/>
                <a:gd name="T29" fmla="*/ 59 h 403"/>
                <a:gd name="T30" fmla="*/ 387 w 403"/>
                <a:gd name="T31" fmla="*/ 123 h 403"/>
                <a:gd name="T32" fmla="*/ 403 w 403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3">
                  <a:moveTo>
                    <a:pt x="403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29" name="Rectangle 85">
              <a:extLst>
                <a:ext uri="{FF2B5EF4-FFF2-40B4-BE49-F238E27FC236}">
                  <a16:creationId xmlns:a16="http://schemas.microsoft.com/office/drawing/2014/main" id="{1A509CC0-8E37-1506-8067-575DDFEB8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6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Rectangle 86">
              <a:extLst>
                <a:ext uri="{FF2B5EF4-FFF2-40B4-BE49-F238E27FC236}">
                  <a16:creationId xmlns:a16="http://schemas.microsoft.com/office/drawing/2014/main" id="{FAC39C35-B1E1-72C8-C70D-D7DCD5664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464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1" name="Freeform 87">
              <a:extLst>
                <a:ext uri="{FF2B5EF4-FFF2-40B4-BE49-F238E27FC236}">
                  <a16:creationId xmlns:a16="http://schemas.microsoft.com/office/drawing/2014/main" id="{2D7084A9-D63F-2C21-4C15-A872378E8BC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80" y="3141"/>
              <a:ext cx="125" cy="211"/>
            </a:xfrm>
            <a:custGeom>
              <a:avLst/>
              <a:gdLst>
                <a:gd name="T0" fmla="*/ 17 w 155"/>
                <a:gd name="T1" fmla="*/ 0 h 260"/>
                <a:gd name="T2" fmla="*/ 0 w 155"/>
                <a:gd name="T3" fmla="*/ 112 h 260"/>
                <a:gd name="T4" fmla="*/ 10 w 155"/>
                <a:gd name="T5" fmla="*/ 192 h 260"/>
                <a:gd name="T6" fmla="*/ 38 w 155"/>
                <a:gd name="T7" fmla="*/ 242 h 260"/>
                <a:gd name="T8" fmla="*/ 75 w 155"/>
                <a:gd name="T9" fmla="*/ 260 h 260"/>
                <a:gd name="T10" fmla="*/ 113 w 155"/>
                <a:gd name="T11" fmla="*/ 249 h 260"/>
                <a:gd name="T12" fmla="*/ 143 w 155"/>
                <a:gd name="T13" fmla="*/ 208 h 260"/>
                <a:gd name="T14" fmla="*/ 155 w 155"/>
                <a:gd name="T15" fmla="*/ 138 h 260"/>
                <a:gd name="T16" fmla="*/ 141 w 155"/>
                <a:gd name="T17" fmla="*/ 3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260">
                  <a:moveTo>
                    <a:pt x="17" y="0"/>
                  </a:moveTo>
                  <a:lnTo>
                    <a:pt x="0" y="112"/>
                  </a:lnTo>
                  <a:lnTo>
                    <a:pt x="10" y="192"/>
                  </a:lnTo>
                  <a:lnTo>
                    <a:pt x="38" y="242"/>
                  </a:lnTo>
                  <a:lnTo>
                    <a:pt x="75" y="260"/>
                  </a:lnTo>
                  <a:lnTo>
                    <a:pt x="113" y="249"/>
                  </a:lnTo>
                  <a:lnTo>
                    <a:pt x="143" y="208"/>
                  </a:lnTo>
                  <a:lnTo>
                    <a:pt x="155" y="138"/>
                  </a:lnTo>
                  <a:lnTo>
                    <a:pt x="141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32" name="Freeform 88">
              <a:extLst>
                <a:ext uri="{FF2B5EF4-FFF2-40B4-BE49-F238E27FC236}">
                  <a16:creationId xmlns:a16="http://schemas.microsoft.com/office/drawing/2014/main" id="{DB8F7076-6A0C-301F-BA6B-C95F7500D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278"/>
              <a:ext cx="41" cy="55"/>
            </a:xfrm>
            <a:custGeom>
              <a:avLst/>
              <a:gdLst>
                <a:gd name="T0" fmla="*/ 8 w 41"/>
                <a:gd name="T1" fmla="*/ 55 h 55"/>
                <a:gd name="T2" fmla="*/ 41 w 41"/>
                <a:gd name="T3" fmla="*/ 10 h 55"/>
                <a:gd name="T4" fmla="*/ 17 w 41"/>
                <a:gd name="T5" fmla="*/ 19 h 55"/>
                <a:gd name="T6" fmla="*/ 0 w 41"/>
                <a:gd name="T7" fmla="*/ 0 h 55"/>
                <a:gd name="T8" fmla="*/ 8 w 41"/>
                <a:gd name="T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5">
                  <a:moveTo>
                    <a:pt x="8" y="55"/>
                  </a:moveTo>
                  <a:lnTo>
                    <a:pt x="41" y="10"/>
                  </a:lnTo>
                  <a:lnTo>
                    <a:pt x="17" y="19"/>
                  </a:lnTo>
                  <a:lnTo>
                    <a:pt x="0" y="0"/>
                  </a:lnTo>
                  <a:lnTo>
                    <a:pt x="8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33" name="Freeform 89">
              <a:extLst>
                <a:ext uri="{FF2B5EF4-FFF2-40B4-BE49-F238E27FC236}">
                  <a16:creationId xmlns:a16="http://schemas.microsoft.com/office/drawing/2014/main" id="{4E077446-185C-E2D1-2F5E-EA1B4EC2F07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83" y="3278"/>
              <a:ext cx="41" cy="55"/>
            </a:xfrm>
            <a:custGeom>
              <a:avLst/>
              <a:gdLst>
                <a:gd name="T0" fmla="*/ 9 w 50"/>
                <a:gd name="T1" fmla="*/ 0 h 68"/>
                <a:gd name="T2" fmla="*/ 50 w 50"/>
                <a:gd name="T3" fmla="*/ 55 h 68"/>
                <a:gd name="T4" fmla="*/ 21 w 50"/>
                <a:gd name="T5" fmla="*/ 44 h 68"/>
                <a:gd name="T6" fmla="*/ 0 w 50"/>
                <a:gd name="T7" fmla="*/ 68 h 68"/>
                <a:gd name="T8" fmla="*/ 9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9" y="0"/>
                  </a:moveTo>
                  <a:lnTo>
                    <a:pt x="50" y="55"/>
                  </a:lnTo>
                  <a:lnTo>
                    <a:pt x="21" y="44"/>
                  </a:lnTo>
                  <a:lnTo>
                    <a:pt x="0" y="68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Rectangle 90">
                  <a:extLst>
                    <a:ext uri="{FF2B5EF4-FFF2-40B4-BE49-F238E27FC236}">
                      <a16:creationId xmlns:a16="http://schemas.microsoft.com/office/drawing/2014/main" id="{FD8090C1-0A5E-AE28-6863-0407D96338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4" y="2963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34" name="Rectangle 90">
                  <a:extLst>
                    <a:ext uri="{FF2B5EF4-FFF2-40B4-BE49-F238E27FC236}">
                      <a16:creationId xmlns:a16="http://schemas.microsoft.com/office/drawing/2014/main" id="{FD8090C1-0A5E-AE28-6863-0407D96338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4" y="2963"/>
                  <a:ext cx="153" cy="191"/>
                </a:xfrm>
                <a:prstGeom prst="rect">
                  <a:avLst/>
                </a:prstGeom>
                <a:blipFill>
                  <a:blip r:embed="rId14"/>
                  <a:stretch>
                    <a:fillRect l="-21875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Line 91">
              <a:extLst>
                <a:ext uri="{FF2B5EF4-FFF2-40B4-BE49-F238E27FC236}">
                  <a16:creationId xmlns:a16="http://schemas.microsoft.com/office/drawing/2014/main" id="{5B9D2FC8-D3D2-3547-63A5-B98EB99DA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36" name="Freeform 92">
              <a:extLst>
                <a:ext uri="{FF2B5EF4-FFF2-40B4-BE49-F238E27FC236}">
                  <a16:creationId xmlns:a16="http://schemas.microsoft.com/office/drawing/2014/main" id="{039A5518-BA86-C468-2E2F-CE346D85B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37" name="Freeform 93">
              <a:extLst>
                <a:ext uri="{FF2B5EF4-FFF2-40B4-BE49-F238E27FC236}">
                  <a16:creationId xmlns:a16="http://schemas.microsoft.com/office/drawing/2014/main" id="{A3AD14E1-F340-B631-C5F8-D9954866BF6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0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Rectangle 94">
                  <a:extLst>
                    <a:ext uri="{FF2B5EF4-FFF2-40B4-BE49-F238E27FC236}">
                      <a16:creationId xmlns:a16="http://schemas.microsoft.com/office/drawing/2014/main" id="{D59EA469-06C5-1D06-BAEA-821A7A7676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342"/>
                  <a:ext cx="147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38" name="Rectangle 94">
                  <a:extLst>
                    <a:ext uri="{FF2B5EF4-FFF2-40B4-BE49-F238E27FC236}">
                      <a16:creationId xmlns:a16="http://schemas.microsoft.com/office/drawing/2014/main" id="{D59EA469-06C5-1D06-BAEA-821A7A7676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5" y="3342"/>
                  <a:ext cx="147" cy="191"/>
                </a:xfrm>
                <a:prstGeom prst="rect">
                  <a:avLst/>
                </a:prstGeom>
                <a:blipFill>
                  <a:blip r:embed="rId15"/>
                  <a:stretch>
                    <a:fillRect l="-22581" r="-19355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Freeform 95">
              <a:extLst>
                <a:ext uri="{FF2B5EF4-FFF2-40B4-BE49-F238E27FC236}">
                  <a16:creationId xmlns:a16="http://schemas.microsoft.com/office/drawing/2014/main" id="{10964BC8-DAAE-599E-ACA4-993F8530165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54" y="3659"/>
              <a:ext cx="1347" cy="308"/>
            </a:xfrm>
            <a:custGeom>
              <a:avLst/>
              <a:gdLst>
                <a:gd name="T0" fmla="*/ 0 w 1668"/>
                <a:gd name="T1" fmla="*/ 379 h 379"/>
                <a:gd name="T2" fmla="*/ 178 w 1668"/>
                <a:gd name="T3" fmla="*/ 214 h 379"/>
                <a:gd name="T4" fmla="*/ 385 w 1668"/>
                <a:gd name="T5" fmla="*/ 96 h 379"/>
                <a:gd name="T6" fmla="*/ 611 w 1668"/>
                <a:gd name="T7" fmla="*/ 25 h 379"/>
                <a:gd name="T8" fmla="*/ 846 w 1668"/>
                <a:gd name="T9" fmla="*/ 0 h 379"/>
                <a:gd name="T10" fmla="*/ 1079 w 1668"/>
                <a:gd name="T11" fmla="*/ 22 h 379"/>
                <a:gd name="T12" fmla="*/ 1301 w 1668"/>
                <a:gd name="T13" fmla="*/ 89 h 379"/>
                <a:gd name="T14" fmla="*/ 1501 w 1668"/>
                <a:gd name="T15" fmla="*/ 201 h 379"/>
                <a:gd name="T16" fmla="*/ 1668 w 1668"/>
                <a:gd name="T17" fmla="*/ 358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8" h="379">
                  <a:moveTo>
                    <a:pt x="0" y="379"/>
                  </a:moveTo>
                  <a:lnTo>
                    <a:pt x="178" y="214"/>
                  </a:lnTo>
                  <a:lnTo>
                    <a:pt x="385" y="96"/>
                  </a:lnTo>
                  <a:lnTo>
                    <a:pt x="611" y="25"/>
                  </a:lnTo>
                  <a:lnTo>
                    <a:pt x="846" y="0"/>
                  </a:lnTo>
                  <a:lnTo>
                    <a:pt x="1079" y="22"/>
                  </a:lnTo>
                  <a:lnTo>
                    <a:pt x="1301" y="89"/>
                  </a:lnTo>
                  <a:lnTo>
                    <a:pt x="1501" y="201"/>
                  </a:lnTo>
                  <a:lnTo>
                    <a:pt x="1668" y="3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40" name="Freeform 96">
              <a:extLst>
                <a:ext uri="{FF2B5EF4-FFF2-40B4-BE49-F238E27FC236}">
                  <a16:creationId xmlns:a16="http://schemas.microsoft.com/office/drawing/2014/main" id="{F11AFB4B-20C3-910D-951C-D2410D4E9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3666"/>
              <a:ext cx="50" cy="54"/>
            </a:xfrm>
            <a:custGeom>
              <a:avLst/>
              <a:gdLst>
                <a:gd name="T0" fmla="*/ 50 w 50"/>
                <a:gd name="T1" fmla="*/ 0 h 54"/>
                <a:gd name="T2" fmla="*/ 0 w 50"/>
                <a:gd name="T3" fmla="*/ 26 h 54"/>
                <a:gd name="T4" fmla="*/ 25 w 50"/>
                <a:gd name="T5" fmla="*/ 29 h 54"/>
                <a:gd name="T6" fmla="*/ 33 w 50"/>
                <a:gd name="T7" fmla="*/ 54 h 54"/>
                <a:gd name="T8" fmla="*/ 50 w 5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4">
                  <a:moveTo>
                    <a:pt x="50" y="0"/>
                  </a:moveTo>
                  <a:lnTo>
                    <a:pt x="0" y="26"/>
                  </a:lnTo>
                  <a:lnTo>
                    <a:pt x="25" y="29"/>
                  </a:lnTo>
                  <a:lnTo>
                    <a:pt x="33" y="54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41" name="Freeform 97">
              <a:extLst>
                <a:ext uri="{FF2B5EF4-FFF2-40B4-BE49-F238E27FC236}">
                  <a16:creationId xmlns:a16="http://schemas.microsoft.com/office/drawing/2014/main" id="{A59D7572-A73F-CD91-07D9-BF72F594C43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0" y="3666"/>
              <a:ext cx="50" cy="54"/>
            </a:xfrm>
            <a:custGeom>
              <a:avLst/>
              <a:gdLst>
                <a:gd name="T0" fmla="*/ 61 w 61"/>
                <a:gd name="T1" fmla="*/ 66 h 66"/>
                <a:gd name="T2" fmla="*/ 0 w 61"/>
                <a:gd name="T3" fmla="*/ 34 h 66"/>
                <a:gd name="T4" fmla="*/ 31 w 61"/>
                <a:gd name="T5" fmla="*/ 31 h 66"/>
                <a:gd name="T6" fmla="*/ 40 w 61"/>
                <a:gd name="T7" fmla="*/ 0 h 66"/>
                <a:gd name="T8" fmla="*/ 61 w 61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6">
                  <a:moveTo>
                    <a:pt x="61" y="66"/>
                  </a:moveTo>
                  <a:lnTo>
                    <a:pt x="0" y="34"/>
                  </a:lnTo>
                  <a:lnTo>
                    <a:pt x="31" y="31"/>
                  </a:lnTo>
                  <a:lnTo>
                    <a:pt x="40" y="0"/>
                  </a:lnTo>
                  <a:lnTo>
                    <a:pt x="61" y="6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angle 98">
                  <a:extLst>
                    <a:ext uri="{FF2B5EF4-FFF2-40B4-BE49-F238E27FC236}">
                      <a16:creationId xmlns:a16="http://schemas.microsoft.com/office/drawing/2014/main" id="{3175C8E6-F49C-3D12-C541-4343C8EFA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5" y="3964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42" name="Rectangle 98">
                  <a:extLst>
                    <a:ext uri="{FF2B5EF4-FFF2-40B4-BE49-F238E27FC236}">
                      <a16:creationId xmlns:a16="http://schemas.microsoft.com/office/drawing/2014/main" id="{3175C8E6-F49C-3D12-C541-4343C8EFA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5" y="3964"/>
                  <a:ext cx="153" cy="191"/>
                </a:xfrm>
                <a:prstGeom prst="rect">
                  <a:avLst/>
                </a:prstGeom>
                <a:blipFill>
                  <a:blip r:embed="rId16"/>
                  <a:stretch>
                    <a:fillRect l="-18182" r="-18182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Line 99">
              <a:extLst>
                <a:ext uri="{FF2B5EF4-FFF2-40B4-BE49-F238E27FC236}">
                  <a16:creationId xmlns:a16="http://schemas.microsoft.com/office/drawing/2014/main" id="{DB5C870C-9F55-E70B-54EB-C9D88A454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44" name="Freeform 100">
              <a:extLst>
                <a:ext uri="{FF2B5EF4-FFF2-40B4-BE49-F238E27FC236}">
                  <a16:creationId xmlns:a16="http://schemas.microsoft.com/office/drawing/2014/main" id="{0DE07980-3EE1-944C-FCA9-A4AEEB6B3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5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5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45" name="Freeform 101">
              <a:extLst>
                <a:ext uri="{FF2B5EF4-FFF2-40B4-BE49-F238E27FC236}">
                  <a16:creationId xmlns:a16="http://schemas.microsoft.com/office/drawing/2014/main" id="{3E983900-8C86-E681-53F2-B1F583250C6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2" y="3502"/>
              <a:ext cx="51" cy="42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8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Rectangle 102">
                  <a:extLst>
                    <a:ext uri="{FF2B5EF4-FFF2-40B4-BE49-F238E27FC236}">
                      <a16:creationId xmlns:a16="http://schemas.microsoft.com/office/drawing/2014/main" id="{6687441A-BEE9-00C0-FB51-B5D47FEBE1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9" y="3342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46" name="Rectangle 102">
                  <a:extLst>
                    <a:ext uri="{FF2B5EF4-FFF2-40B4-BE49-F238E27FC236}">
                      <a16:creationId xmlns:a16="http://schemas.microsoft.com/office/drawing/2014/main" id="{6687441A-BEE9-00C0-FB51-B5D47FEBE1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9" y="3342"/>
                  <a:ext cx="153" cy="191"/>
                </a:xfrm>
                <a:prstGeom prst="rect">
                  <a:avLst/>
                </a:prstGeom>
                <a:blipFill>
                  <a:blip r:embed="rId17"/>
                  <a:stretch>
                    <a:fillRect l="-21875" r="-18750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Freeform 103">
              <a:extLst>
                <a:ext uri="{FF2B5EF4-FFF2-40B4-BE49-F238E27FC236}">
                  <a16:creationId xmlns:a16="http://schemas.microsoft.com/office/drawing/2014/main" id="{94160249-2815-223A-39CD-B6E6682E63D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4" y="3163"/>
              <a:ext cx="117" cy="199"/>
            </a:xfrm>
            <a:custGeom>
              <a:avLst/>
              <a:gdLst>
                <a:gd name="T0" fmla="*/ 16 w 146"/>
                <a:gd name="T1" fmla="*/ 0 h 245"/>
                <a:gd name="T2" fmla="*/ 0 w 146"/>
                <a:gd name="T3" fmla="*/ 105 h 245"/>
                <a:gd name="T4" fmla="*/ 9 w 146"/>
                <a:gd name="T5" fmla="*/ 181 h 245"/>
                <a:gd name="T6" fmla="*/ 35 w 146"/>
                <a:gd name="T7" fmla="*/ 228 h 245"/>
                <a:gd name="T8" fmla="*/ 71 w 146"/>
                <a:gd name="T9" fmla="*/ 245 h 245"/>
                <a:gd name="T10" fmla="*/ 106 w 146"/>
                <a:gd name="T11" fmla="*/ 235 h 245"/>
                <a:gd name="T12" fmla="*/ 134 w 146"/>
                <a:gd name="T13" fmla="*/ 197 h 245"/>
                <a:gd name="T14" fmla="*/ 146 w 146"/>
                <a:gd name="T15" fmla="*/ 131 h 245"/>
                <a:gd name="T16" fmla="*/ 133 w 146"/>
                <a:gd name="T17" fmla="*/ 3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6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5" y="228"/>
                  </a:lnTo>
                  <a:lnTo>
                    <a:pt x="71" y="245"/>
                  </a:lnTo>
                  <a:lnTo>
                    <a:pt x="106" y="235"/>
                  </a:lnTo>
                  <a:lnTo>
                    <a:pt x="134" y="197"/>
                  </a:lnTo>
                  <a:lnTo>
                    <a:pt x="146" y="131"/>
                  </a:lnTo>
                  <a:lnTo>
                    <a:pt x="133" y="3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48" name="Freeform 104">
              <a:extLst>
                <a:ext uri="{FF2B5EF4-FFF2-40B4-BE49-F238E27FC236}">
                  <a16:creationId xmlns:a16="http://schemas.microsoft.com/office/drawing/2014/main" id="{C4645B39-6DB3-7C9A-A535-85127FCF5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3287"/>
              <a:ext cx="41" cy="56"/>
            </a:xfrm>
            <a:custGeom>
              <a:avLst/>
              <a:gdLst>
                <a:gd name="T0" fmla="*/ 8 w 41"/>
                <a:gd name="T1" fmla="*/ 56 h 56"/>
                <a:gd name="T2" fmla="*/ 41 w 41"/>
                <a:gd name="T3" fmla="*/ 12 h 56"/>
                <a:gd name="T4" fmla="*/ 17 w 41"/>
                <a:gd name="T5" fmla="*/ 20 h 56"/>
                <a:gd name="T6" fmla="*/ 0 w 41"/>
                <a:gd name="T7" fmla="*/ 0 h 56"/>
                <a:gd name="T8" fmla="*/ 8 w 41"/>
                <a:gd name="T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6">
                  <a:moveTo>
                    <a:pt x="8" y="56"/>
                  </a:moveTo>
                  <a:lnTo>
                    <a:pt x="41" y="12"/>
                  </a:lnTo>
                  <a:lnTo>
                    <a:pt x="17" y="20"/>
                  </a:lnTo>
                  <a:lnTo>
                    <a:pt x="0" y="0"/>
                  </a:lnTo>
                  <a:lnTo>
                    <a:pt x="8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49" name="Freeform 105">
              <a:extLst>
                <a:ext uri="{FF2B5EF4-FFF2-40B4-BE49-F238E27FC236}">
                  <a16:creationId xmlns:a16="http://schemas.microsoft.com/office/drawing/2014/main" id="{99B09D92-3B9D-5277-1618-9488388398E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80" y="3287"/>
              <a:ext cx="41" cy="56"/>
            </a:xfrm>
            <a:custGeom>
              <a:avLst/>
              <a:gdLst>
                <a:gd name="T0" fmla="*/ 9 w 50"/>
                <a:gd name="T1" fmla="*/ 0 h 69"/>
                <a:gd name="T2" fmla="*/ 50 w 50"/>
                <a:gd name="T3" fmla="*/ 55 h 69"/>
                <a:gd name="T4" fmla="*/ 21 w 50"/>
                <a:gd name="T5" fmla="*/ 45 h 69"/>
                <a:gd name="T6" fmla="*/ 0 w 50"/>
                <a:gd name="T7" fmla="*/ 69 h 69"/>
                <a:gd name="T8" fmla="*/ 9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9" y="0"/>
                  </a:moveTo>
                  <a:lnTo>
                    <a:pt x="50" y="55"/>
                  </a:lnTo>
                  <a:lnTo>
                    <a:pt x="21" y="45"/>
                  </a:lnTo>
                  <a:lnTo>
                    <a:pt x="0" y="69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Rectangle 106">
                  <a:extLst>
                    <a:ext uri="{FF2B5EF4-FFF2-40B4-BE49-F238E27FC236}">
                      <a16:creationId xmlns:a16="http://schemas.microsoft.com/office/drawing/2014/main" id="{4AD60C2E-0BC2-D8BC-3B50-E809AFF74B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0" y="2986"/>
                  <a:ext cx="147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50" name="Rectangle 106">
                  <a:extLst>
                    <a:ext uri="{FF2B5EF4-FFF2-40B4-BE49-F238E27FC236}">
                      <a16:creationId xmlns:a16="http://schemas.microsoft.com/office/drawing/2014/main" id="{4AD60C2E-0BC2-D8BC-3B50-E809AFF74B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0" y="2986"/>
                  <a:ext cx="147" cy="191"/>
                </a:xfrm>
                <a:prstGeom prst="rect">
                  <a:avLst/>
                </a:prstGeom>
                <a:blipFill>
                  <a:blip r:embed="rId18"/>
                  <a:stretch>
                    <a:fillRect l="-18750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Freeform 107">
              <a:extLst>
                <a:ext uri="{FF2B5EF4-FFF2-40B4-BE49-F238E27FC236}">
                  <a16:creationId xmlns:a16="http://schemas.microsoft.com/office/drawing/2014/main" id="{576526AE-D53A-EDA1-66A0-AF23C051FD6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6" y="3580"/>
              <a:ext cx="447" cy="52"/>
            </a:xfrm>
            <a:custGeom>
              <a:avLst/>
              <a:gdLst>
                <a:gd name="T0" fmla="*/ 554 w 554"/>
                <a:gd name="T1" fmla="*/ 63 h 63"/>
                <a:gd name="T2" fmla="*/ 402 w 554"/>
                <a:gd name="T3" fmla="*/ 18 h 63"/>
                <a:gd name="T4" fmla="*/ 263 w 554"/>
                <a:gd name="T5" fmla="*/ 0 h 63"/>
                <a:gd name="T6" fmla="*/ 132 w 554"/>
                <a:gd name="T7" fmla="*/ 10 h 63"/>
                <a:gd name="T8" fmla="*/ 0 w 554"/>
                <a:gd name="T9" fmla="*/ 4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63">
                  <a:moveTo>
                    <a:pt x="554" y="63"/>
                  </a:moveTo>
                  <a:lnTo>
                    <a:pt x="402" y="18"/>
                  </a:lnTo>
                  <a:lnTo>
                    <a:pt x="263" y="0"/>
                  </a:lnTo>
                  <a:lnTo>
                    <a:pt x="132" y="10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52" name="Freeform 108">
              <a:extLst>
                <a:ext uri="{FF2B5EF4-FFF2-40B4-BE49-F238E27FC236}">
                  <a16:creationId xmlns:a16="http://schemas.microsoft.com/office/drawing/2014/main" id="{18389A2A-5FC5-1D47-98D1-502516D9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3588"/>
              <a:ext cx="56" cy="40"/>
            </a:xfrm>
            <a:custGeom>
              <a:avLst/>
              <a:gdLst>
                <a:gd name="T0" fmla="*/ 0 w 56"/>
                <a:gd name="T1" fmla="*/ 2 h 40"/>
                <a:gd name="T2" fmla="*/ 41 w 56"/>
                <a:gd name="T3" fmla="*/ 40 h 40"/>
                <a:gd name="T4" fmla="*/ 35 w 56"/>
                <a:gd name="T5" fmla="*/ 14 h 40"/>
                <a:gd name="T6" fmla="*/ 56 w 56"/>
                <a:gd name="T7" fmla="*/ 0 h 40"/>
                <a:gd name="T8" fmla="*/ 0 w 56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0">
                  <a:moveTo>
                    <a:pt x="0" y="2"/>
                  </a:moveTo>
                  <a:lnTo>
                    <a:pt x="41" y="40"/>
                  </a:lnTo>
                  <a:lnTo>
                    <a:pt x="35" y="1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53" name="Freeform 109">
              <a:extLst>
                <a:ext uri="{FF2B5EF4-FFF2-40B4-BE49-F238E27FC236}">
                  <a16:creationId xmlns:a16="http://schemas.microsoft.com/office/drawing/2014/main" id="{A2CB76E3-8F3B-0388-6D89-A6C272B889D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24" y="3588"/>
              <a:ext cx="56" cy="40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Rectangle 110">
                  <a:extLst>
                    <a:ext uri="{FF2B5EF4-FFF2-40B4-BE49-F238E27FC236}">
                      <a16:creationId xmlns:a16="http://schemas.microsoft.com/office/drawing/2014/main" id="{1711502A-C3B9-BDC5-F590-8454C4D23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3630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54" name="Rectangle 110">
                  <a:extLst>
                    <a:ext uri="{FF2B5EF4-FFF2-40B4-BE49-F238E27FC236}">
                      <a16:creationId xmlns:a16="http://schemas.microsoft.com/office/drawing/2014/main" id="{1711502A-C3B9-BDC5-F590-8454C4D23F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0" y="3630"/>
                  <a:ext cx="153" cy="191"/>
                </a:xfrm>
                <a:prstGeom prst="rect">
                  <a:avLst/>
                </a:prstGeom>
                <a:blipFill>
                  <a:blip r:embed="rId19"/>
                  <a:stretch>
                    <a:fillRect l="-21875" r="-18750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53C0219-2DB0-BCA1-CA04-70E19B764213}"/>
              </a:ext>
            </a:extLst>
          </p:cNvPr>
          <p:cNvGrpSpPr/>
          <p:nvPr/>
        </p:nvGrpSpPr>
        <p:grpSpPr>
          <a:xfrm>
            <a:off x="5263246" y="963930"/>
            <a:ext cx="1792483" cy="1006127"/>
            <a:chOff x="561975" y="1350963"/>
            <a:chExt cx="1993901" cy="1119187"/>
          </a:xfrm>
        </p:grpSpPr>
        <p:sp>
          <p:nvSpPr>
            <p:cNvPr id="156" name="Freeform 5">
              <a:extLst>
                <a:ext uri="{FF2B5EF4-FFF2-40B4-BE49-F238E27FC236}">
                  <a16:creationId xmlns:a16="http://schemas.microsoft.com/office/drawing/2014/main" id="{E09E1209-C229-FC94-F141-371EF6280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3" y="1974850"/>
              <a:ext cx="492125" cy="495300"/>
            </a:xfrm>
            <a:custGeom>
              <a:avLst/>
              <a:gdLst>
                <a:gd name="T0" fmla="*/ 310 w 310"/>
                <a:gd name="T1" fmla="*/ 156 h 312"/>
                <a:gd name="T2" fmla="*/ 298 w 310"/>
                <a:gd name="T3" fmla="*/ 95 h 312"/>
                <a:gd name="T4" fmla="*/ 265 w 310"/>
                <a:gd name="T5" fmla="*/ 45 h 312"/>
                <a:gd name="T6" fmla="*/ 215 w 310"/>
                <a:gd name="T7" fmla="*/ 12 h 312"/>
                <a:gd name="T8" fmla="*/ 155 w 310"/>
                <a:gd name="T9" fmla="*/ 0 h 312"/>
                <a:gd name="T10" fmla="*/ 94 w 310"/>
                <a:gd name="T11" fmla="*/ 12 h 312"/>
                <a:gd name="T12" fmla="*/ 45 w 310"/>
                <a:gd name="T13" fmla="*/ 45 h 312"/>
                <a:gd name="T14" fmla="*/ 12 w 310"/>
                <a:gd name="T15" fmla="*/ 95 h 312"/>
                <a:gd name="T16" fmla="*/ 0 w 310"/>
                <a:gd name="T17" fmla="*/ 156 h 312"/>
                <a:gd name="T18" fmla="*/ 12 w 310"/>
                <a:gd name="T19" fmla="*/ 217 h 312"/>
                <a:gd name="T20" fmla="*/ 45 w 310"/>
                <a:gd name="T21" fmla="*/ 267 h 312"/>
                <a:gd name="T22" fmla="*/ 94 w 310"/>
                <a:gd name="T23" fmla="*/ 300 h 312"/>
                <a:gd name="T24" fmla="*/ 155 w 310"/>
                <a:gd name="T25" fmla="*/ 312 h 312"/>
                <a:gd name="T26" fmla="*/ 215 w 310"/>
                <a:gd name="T27" fmla="*/ 300 h 312"/>
                <a:gd name="T28" fmla="*/ 265 w 310"/>
                <a:gd name="T29" fmla="*/ 267 h 312"/>
                <a:gd name="T30" fmla="*/ 298 w 310"/>
                <a:gd name="T31" fmla="*/ 217 h 312"/>
                <a:gd name="T32" fmla="*/ 310 w 310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312">
                  <a:moveTo>
                    <a:pt x="310" y="156"/>
                  </a:moveTo>
                  <a:lnTo>
                    <a:pt x="298" y="95"/>
                  </a:lnTo>
                  <a:lnTo>
                    <a:pt x="265" y="45"/>
                  </a:lnTo>
                  <a:lnTo>
                    <a:pt x="215" y="12"/>
                  </a:lnTo>
                  <a:lnTo>
                    <a:pt x="155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5" y="312"/>
                  </a:lnTo>
                  <a:lnTo>
                    <a:pt x="215" y="300"/>
                  </a:lnTo>
                  <a:lnTo>
                    <a:pt x="265" y="267"/>
                  </a:lnTo>
                  <a:lnTo>
                    <a:pt x="298" y="217"/>
                  </a:lnTo>
                  <a:lnTo>
                    <a:pt x="310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Freeform 6">
                  <a:extLst>
                    <a:ext uri="{FF2B5EF4-FFF2-40B4-BE49-F238E27FC236}">
                      <a16:creationId xmlns:a16="http://schemas.microsoft.com/office/drawing/2014/main" id="{5D909A90-FAB1-5372-A2F9-52A35AEEC1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157" name="Freeform 6">
                  <a:extLst>
                    <a:ext uri="{FF2B5EF4-FFF2-40B4-BE49-F238E27FC236}">
                      <a16:creationId xmlns:a16="http://schemas.microsoft.com/office/drawing/2014/main" id="{5D909A90-FAB1-5372-A2F9-52A35AEEC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20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8" name="Freeform 7">
              <a:extLst>
                <a:ext uri="{FF2B5EF4-FFF2-40B4-BE49-F238E27FC236}">
                  <a16:creationId xmlns:a16="http://schemas.microsoft.com/office/drawing/2014/main" id="{86F0BCA4-529B-2D75-2D7F-364992D132A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09625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80 h 402"/>
                <a:gd name="T4" fmla="*/ 343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2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2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3 w 402"/>
                <a:gd name="T29" fmla="*/ 59 h 402"/>
                <a:gd name="T30" fmla="*/ 386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80"/>
                  </a:lnTo>
                  <a:lnTo>
                    <a:pt x="343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2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2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3" y="59"/>
                  </a:lnTo>
                  <a:lnTo>
                    <a:pt x="386" y="123"/>
                  </a:lnTo>
                  <a:lnTo>
                    <a:pt x="402" y="2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59" name="Line 10">
              <a:extLst>
                <a:ext uri="{FF2B5EF4-FFF2-40B4-BE49-F238E27FC236}">
                  <a16:creationId xmlns:a16="http://schemas.microsoft.com/office/drawing/2014/main" id="{60759F63-8F2B-DACE-BB16-C0B5FC8CC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975" y="2170113"/>
              <a:ext cx="1936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0" name="Freeform 11">
              <a:extLst>
                <a:ext uri="{FF2B5EF4-FFF2-40B4-BE49-F238E27FC236}">
                  <a16:creationId xmlns:a16="http://schemas.microsoft.com/office/drawing/2014/main" id="{0F421979-5FC1-39E4-61B7-1897302ED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3" y="2138363"/>
              <a:ext cx="79375" cy="63500"/>
            </a:xfrm>
            <a:custGeom>
              <a:avLst/>
              <a:gdLst>
                <a:gd name="T0" fmla="*/ 50 w 50"/>
                <a:gd name="T1" fmla="*/ 20 h 40"/>
                <a:gd name="T2" fmla="*/ 0 w 50"/>
                <a:gd name="T3" fmla="*/ 0 h 40"/>
                <a:gd name="T4" fmla="*/ 14 w 50"/>
                <a:gd name="T5" fmla="*/ 20 h 40"/>
                <a:gd name="T6" fmla="*/ 0 w 50"/>
                <a:gd name="T7" fmla="*/ 40 h 40"/>
                <a:gd name="T8" fmla="*/ 50 w 50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0">
                  <a:moveTo>
                    <a:pt x="50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50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1" name="Freeform 12">
              <a:extLst>
                <a:ext uri="{FF2B5EF4-FFF2-40B4-BE49-F238E27FC236}">
                  <a16:creationId xmlns:a16="http://schemas.microsoft.com/office/drawing/2014/main" id="{7373D5C7-4784-16CE-1FFA-760BDCE63E5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913" y="2138363"/>
              <a:ext cx="79375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2" name="Freeform 13">
              <a:extLst>
                <a:ext uri="{FF2B5EF4-FFF2-40B4-BE49-F238E27FC236}">
                  <a16:creationId xmlns:a16="http://schemas.microsoft.com/office/drawing/2014/main" id="{A0752C67-C4FF-97DB-9C1F-D19025776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338" y="1974850"/>
              <a:ext cx="490538" cy="495300"/>
            </a:xfrm>
            <a:custGeom>
              <a:avLst/>
              <a:gdLst>
                <a:gd name="T0" fmla="*/ 309 w 309"/>
                <a:gd name="T1" fmla="*/ 156 h 312"/>
                <a:gd name="T2" fmla="*/ 297 w 309"/>
                <a:gd name="T3" fmla="*/ 95 h 312"/>
                <a:gd name="T4" fmla="*/ 264 w 309"/>
                <a:gd name="T5" fmla="*/ 45 h 312"/>
                <a:gd name="T6" fmla="*/ 215 w 309"/>
                <a:gd name="T7" fmla="*/ 12 h 312"/>
                <a:gd name="T8" fmla="*/ 154 w 309"/>
                <a:gd name="T9" fmla="*/ 0 h 312"/>
                <a:gd name="T10" fmla="*/ 94 w 309"/>
                <a:gd name="T11" fmla="*/ 12 h 312"/>
                <a:gd name="T12" fmla="*/ 45 w 309"/>
                <a:gd name="T13" fmla="*/ 45 h 312"/>
                <a:gd name="T14" fmla="*/ 12 w 309"/>
                <a:gd name="T15" fmla="*/ 95 h 312"/>
                <a:gd name="T16" fmla="*/ 0 w 309"/>
                <a:gd name="T17" fmla="*/ 156 h 312"/>
                <a:gd name="T18" fmla="*/ 12 w 309"/>
                <a:gd name="T19" fmla="*/ 217 h 312"/>
                <a:gd name="T20" fmla="*/ 45 w 309"/>
                <a:gd name="T21" fmla="*/ 267 h 312"/>
                <a:gd name="T22" fmla="*/ 94 w 309"/>
                <a:gd name="T23" fmla="*/ 300 h 312"/>
                <a:gd name="T24" fmla="*/ 154 w 309"/>
                <a:gd name="T25" fmla="*/ 312 h 312"/>
                <a:gd name="T26" fmla="*/ 215 w 309"/>
                <a:gd name="T27" fmla="*/ 300 h 312"/>
                <a:gd name="T28" fmla="*/ 264 w 309"/>
                <a:gd name="T29" fmla="*/ 267 h 312"/>
                <a:gd name="T30" fmla="*/ 297 w 309"/>
                <a:gd name="T31" fmla="*/ 217 h 312"/>
                <a:gd name="T32" fmla="*/ 309 w 309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9" h="312">
                  <a:moveTo>
                    <a:pt x="309" y="156"/>
                  </a:moveTo>
                  <a:lnTo>
                    <a:pt x="297" y="95"/>
                  </a:lnTo>
                  <a:lnTo>
                    <a:pt x="264" y="45"/>
                  </a:lnTo>
                  <a:lnTo>
                    <a:pt x="215" y="12"/>
                  </a:lnTo>
                  <a:lnTo>
                    <a:pt x="154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4" y="312"/>
                  </a:lnTo>
                  <a:lnTo>
                    <a:pt x="215" y="300"/>
                  </a:lnTo>
                  <a:lnTo>
                    <a:pt x="264" y="267"/>
                  </a:lnTo>
                  <a:lnTo>
                    <a:pt x="297" y="217"/>
                  </a:lnTo>
                  <a:lnTo>
                    <a:pt x="309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Freeform 14">
                  <a:extLst>
                    <a:ext uri="{FF2B5EF4-FFF2-40B4-BE49-F238E27FC236}">
                      <a16:creationId xmlns:a16="http://schemas.microsoft.com/office/drawing/2014/main" id="{0E436328-ABE7-6599-6BA3-AE34316552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163" name="Freeform 14">
                  <a:extLst>
                    <a:ext uri="{FF2B5EF4-FFF2-40B4-BE49-F238E27FC236}">
                      <a16:creationId xmlns:a16="http://schemas.microsoft.com/office/drawing/2014/main" id="{0E436328-ABE7-6599-6BA3-AE34316552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21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" name="Freeform 15">
              <a:extLst>
                <a:ext uri="{FF2B5EF4-FFF2-40B4-BE49-F238E27FC236}">
                  <a16:creationId xmlns:a16="http://schemas.microsoft.com/office/drawing/2014/main" id="{F9CA6FA2-932E-1FAF-71B1-492F87B913D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65745CD2-DC47-6F2C-5479-E8CA019113B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6" name="Line 19">
              <a:extLst>
                <a:ext uri="{FF2B5EF4-FFF2-40B4-BE49-F238E27FC236}">
                  <a16:creationId xmlns:a16="http://schemas.microsoft.com/office/drawing/2014/main" id="{CFB3B746-2AF7-ADD1-806A-243EC0FEC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2170113"/>
              <a:ext cx="644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7" name="Freeform 20">
              <a:extLst>
                <a:ext uri="{FF2B5EF4-FFF2-40B4-BE49-F238E27FC236}">
                  <a16:creationId xmlns:a16="http://schemas.microsoft.com/office/drawing/2014/main" id="{26608B08-5D90-DF51-87E5-C34F1522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138363"/>
              <a:ext cx="77788" cy="63500"/>
            </a:xfrm>
            <a:custGeom>
              <a:avLst/>
              <a:gdLst>
                <a:gd name="T0" fmla="*/ 49 w 49"/>
                <a:gd name="T1" fmla="*/ 20 h 40"/>
                <a:gd name="T2" fmla="*/ 0 w 49"/>
                <a:gd name="T3" fmla="*/ 0 h 40"/>
                <a:gd name="T4" fmla="*/ 14 w 49"/>
                <a:gd name="T5" fmla="*/ 20 h 40"/>
                <a:gd name="T6" fmla="*/ 0 w 49"/>
                <a:gd name="T7" fmla="*/ 40 h 40"/>
                <a:gd name="T8" fmla="*/ 49 w 49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0">
                  <a:moveTo>
                    <a:pt x="49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49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8" name="Freeform 21">
              <a:extLst>
                <a:ext uri="{FF2B5EF4-FFF2-40B4-BE49-F238E27FC236}">
                  <a16:creationId xmlns:a16="http://schemas.microsoft.com/office/drawing/2014/main" id="{6C3ADB97-05A0-9A4F-A1D9-4326D73A9D3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92300" y="2138363"/>
              <a:ext cx="77788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Rectangle 22">
                  <a:extLst>
                    <a:ext uri="{FF2B5EF4-FFF2-40B4-BE49-F238E27FC236}">
                      <a16:creationId xmlns:a16="http://schemas.microsoft.com/office/drawing/2014/main" id="{82864728-7B15-54DF-0443-921AAC5DE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4163" y="1893888"/>
                  <a:ext cx="220110" cy="2738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69" name="Rectangle 22">
                  <a:extLst>
                    <a:ext uri="{FF2B5EF4-FFF2-40B4-BE49-F238E27FC236}">
                      <a16:creationId xmlns:a16="http://schemas.microsoft.com/office/drawing/2014/main" id="{82864728-7B15-54DF-0443-921AAC5DE4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4163" y="1893888"/>
                  <a:ext cx="220110" cy="273889"/>
                </a:xfrm>
                <a:prstGeom prst="rect">
                  <a:avLst/>
                </a:prstGeom>
                <a:blipFill>
                  <a:blip r:embed="rId22"/>
                  <a:stretch>
                    <a:fillRect l="-21875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0" name="Freeform 23">
              <a:extLst>
                <a:ext uri="{FF2B5EF4-FFF2-40B4-BE49-F238E27FC236}">
                  <a16:creationId xmlns:a16="http://schemas.microsoft.com/office/drawing/2014/main" id="{7ABF2D7F-7846-1D01-6BCB-FB5F567E94F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9963" y="1622425"/>
              <a:ext cx="179388" cy="301625"/>
            </a:xfrm>
            <a:custGeom>
              <a:avLst/>
              <a:gdLst>
                <a:gd name="T0" fmla="*/ 17 w 147"/>
                <a:gd name="T1" fmla="*/ 0 h 245"/>
                <a:gd name="T2" fmla="*/ 0 w 147"/>
                <a:gd name="T3" fmla="*/ 105 h 245"/>
                <a:gd name="T4" fmla="*/ 9 w 147"/>
                <a:gd name="T5" fmla="*/ 181 h 245"/>
                <a:gd name="T6" fmla="*/ 36 w 147"/>
                <a:gd name="T7" fmla="*/ 227 h 245"/>
                <a:gd name="T8" fmla="*/ 71 w 147"/>
                <a:gd name="T9" fmla="*/ 245 h 245"/>
                <a:gd name="T10" fmla="*/ 107 w 147"/>
                <a:gd name="T11" fmla="*/ 235 h 245"/>
                <a:gd name="T12" fmla="*/ 135 w 147"/>
                <a:gd name="T13" fmla="*/ 196 h 245"/>
                <a:gd name="T14" fmla="*/ 147 w 147"/>
                <a:gd name="T15" fmla="*/ 131 h 245"/>
                <a:gd name="T16" fmla="*/ 134 w 147"/>
                <a:gd name="T17" fmla="*/ 3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245">
                  <a:moveTo>
                    <a:pt x="17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6" y="227"/>
                  </a:lnTo>
                  <a:lnTo>
                    <a:pt x="71" y="245"/>
                  </a:lnTo>
                  <a:lnTo>
                    <a:pt x="107" y="235"/>
                  </a:lnTo>
                  <a:lnTo>
                    <a:pt x="135" y="196"/>
                  </a:lnTo>
                  <a:lnTo>
                    <a:pt x="147" y="131"/>
                  </a:lnTo>
                  <a:lnTo>
                    <a:pt x="134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71" name="Freeform 24">
              <a:extLst>
                <a:ext uri="{FF2B5EF4-FFF2-40B4-BE49-F238E27FC236}">
                  <a16:creationId xmlns:a16="http://schemas.microsoft.com/office/drawing/2014/main" id="{D3E9BC37-C734-9BDC-8B61-7EB1B2E2B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600" y="1811338"/>
              <a:ext cx="61913" cy="84138"/>
            </a:xfrm>
            <a:custGeom>
              <a:avLst/>
              <a:gdLst>
                <a:gd name="T0" fmla="*/ 7 w 39"/>
                <a:gd name="T1" fmla="*/ 53 h 53"/>
                <a:gd name="T2" fmla="*/ 39 w 39"/>
                <a:gd name="T3" fmla="*/ 10 h 53"/>
                <a:gd name="T4" fmla="*/ 16 w 39"/>
                <a:gd name="T5" fmla="*/ 19 h 53"/>
                <a:gd name="T6" fmla="*/ 0 w 39"/>
                <a:gd name="T7" fmla="*/ 0 h 53"/>
                <a:gd name="T8" fmla="*/ 7 w 3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3">
                  <a:moveTo>
                    <a:pt x="7" y="53"/>
                  </a:moveTo>
                  <a:lnTo>
                    <a:pt x="39" y="10"/>
                  </a:lnTo>
                  <a:lnTo>
                    <a:pt x="16" y="19"/>
                  </a:lnTo>
                  <a:lnTo>
                    <a:pt x="0" y="0"/>
                  </a:lnTo>
                  <a:lnTo>
                    <a:pt x="7" y="5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72" name="Freeform 25">
              <a:extLst>
                <a:ext uri="{FF2B5EF4-FFF2-40B4-BE49-F238E27FC236}">
                  <a16:creationId xmlns:a16="http://schemas.microsoft.com/office/drawing/2014/main" id="{79899AAA-E652-8B2A-FDC8-EC7BAF471B5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17600" y="1811338"/>
              <a:ext cx="61913" cy="84138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Rectangle 26">
                  <a:extLst>
                    <a:ext uri="{FF2B5EF4-FFF2-40B4-BE49-F238E27FC236}">
                      <a16:creationId xmlns:a16="http://schemas.microsoft.com/office/drawing/2014/main" id="{4716C7D4-2351-5BD3-9588-A834C17403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614" y="1350963"/>
                  <a:ext cx="210837" cy="2738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73" name="Rectangle 26">
                  <a:extLst>
                    <a:ext uri="{FF2B5EF4-FFF2-40B4-BE49-F238E27FC236}">
                      <a16:creationId xmlns:a16="http://schemas.microsoft.com/office/drawing/2014/main" id="{4716C7D4-2351-5BD3-9588-A834C17403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3614" y="1350963"/>
                  <a:ext cx="210837" cy="273889"/>
                </a:xfrm>
                <a:prstGeom prst="rect">
                  <a:avLst/>
                </a:prstGeom>
                <a:blipFill>
                  <a:blip r:embed="rId23"/>
                  <a:stretch>
                    <a:fillRect l="-22581" r="-19355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4FCCE80-BE09-39E9-A25A-0538EAF6B876}"/>
              </a:ext>
            </a:extLst>
          </p:cNvPr>
          <p:cNvCxnSpPr/>
          <p:nvPr/>
        </p:nvCxnSpPr>
        <p:spPr>
          <a:xfrm flipH="1" flipV="1">
            <a:off x="4755533" y="742022"/>
            <a:ext cx="610530" cy="670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16789" y="-228600"/>
                <a:ext cx="7772400" cy="1143000"/>
              </a:xfrm>
            </p:spPr>
            <p:txBody>
              <a:bodyPr>
                <a:norm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הוכחה 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𝒜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he-IL" i="1" dirty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he-IL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6789" y="-22860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57543" y="2680945"/>
                <a:ext cx="7678398" cy="70788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צריך לקחת סדרת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b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ריצות סופיות של </a:t>
                </a:r>
                <a14:m>
                  <m:oMath xmlns:m="http://schemas.openxmlformats.org/officeDocument/2006/math">
                    <m:r>
                      <a:rPr lang="he-IL" sz="20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ולבנות ממנה</a:t>
                </a:r>
                <a:br>
                  <a:rPr lang="en-US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 b="1">
                    <a:latin typeface="Gisha" panose="020B0502040204020203" pitchFamily="34" charset="-79"/>
                    <a:cs typeface="Gisha" panose="020B0502040204020203" pitchFamily="34" charset="-79"/>
                  </a:rPr>
                  <a:t>ריצה אינסופית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𝒜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000">
                    <a:solidFill>
                      <a:schemeClr val="accent3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המקבלת את שרשור המילים שהן קיבלו</a:t>
                </a:r>
                <a:endParaRPr lang="en-US" sz="2000">
                  <a:solidFill>
                    <a:schemeClr val="accent3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543" y="2680945"/>
                <a:ext cx="7678398" cy="707886"/>
              </a:xfrm>
              <a:prstGeom prst="rect">
                <a:avLst/>
              </a:prstGeom>
              <a:blipFill>
                <a:blip r:embed="rId3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93699" y="4776320"/>
                <a:ext cx="5852500" cy="8023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groupCh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groupCh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  <a:p>
                <a:pPr algn="l" rtl="0"/>
                <a:endParaRPr lang="en-US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699" y="4776320"/>
                <a:ext cx="5852500" cy="802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2498160" y="5315425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54582" y="5848825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582" y="5848825"/>
                <a:ext cx="1087156" cy="523220"/>
              </a:xfrm>
              <a:prstGeom prst="rect">
                <a:avLst/>
              </a:prstGeom>
              <a:blipFill>
                <a:blip r:embed="rId5"/>
                <a:stretch>
                  <a:fillRect l="-1124" t="-1163" r="-168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641938" y="534418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098360" y="5877580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60" y="5877580"/>
                <a:ext cx="1087156" cy="523220"/>
              </a:xfrm>
              <a:prstGeom prst="rect">
                <a:avLst/>
              </a:prstGeom>
              <a:blipFill>
                <a:blip r:embed="rId6"/>
                <a:stretch>
                  <a:fillRect l="-1117" t="-2326" r="-1117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5750491" y="534418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06913" y="5877580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913" y="5877580"/>
                <a:ext cx="1087156" cy="523220"/>
              </a:xfrm>
              <a:prstGeom prst="rect">
                <a:avLst/>
              </a:prstGeom>
              <a:blipFill>
                <a:blip r:embed="rId6"/>
                <a:stretch>
                  <a:fillRect l="-1124" t="-2326" r="-168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6804578" y="534418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261000" y="5877580"/>
                <a:ext cx="10871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000" y="5877580"/>
                <a:ext cx="1087156" cy="523220"/>
              </a:xfrm>
              <a:prstGeom prst="rect">
                <a:avLst/>
              </a:prstGeom>
              <a:blipFill>
                <a:blip r:embed="rId6"/>
                <a:stretch>
                  <a:fillRect l="-1124" t="-2326" r="-1685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Brace 20"/>
          <p:cNvSpPr/>
          <p:nvPr/>
        </p:nvSpPr>
        <p:spPr>
          <a:xfrm rot="16200000">
            <a:off x="3425614" y="3636629"/>
            <a:ext cx="324816" cy="2107837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183960" y="3914326"/>
                <a:ext cx="32679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מסלולים ממצבי התחלה</a:t>
                </a:r>
                <a:br>
                  <a:rPr lang="en-US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למקבלים ב-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1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960" y="3914326"/>
                <a:ext cx="3267974" cy="523220"/>
              </a:xfrm>
              <a:prstGeom prst="rect">
                <a:avLst/>
              </a:prstGeom>
              <a:blipFill>
                <a:blip r:embed="rId7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/>
          <p:cNvSpPr/>
          <p:nvPr/>
        </p:nvSpPr>
        <p:spPr>
          <a:xfrm rot="16200000">
            <a:off x="5061209" y="4156172"/>
            <a:ext cx="324816" cy="1053749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/>
          <p:cNvSpPr/>
          <p:nvPr/>
        </p:nvSpPr>
        <p:spPr>
          <a:xfrm rot="16200000">
            <a:off x="6070085" y="4209071"/>
            <a:ext cx="324816" cy="913340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 rot="16200000">
            <a:off x="7022052" y="4200537"/>
            <a:ext cx="324816" cy="913340"/>
          </a:xfrm>
          <a:prstGeom prst="rightBrace">
            <a:avLst>
              <a:gd name="adj1" fmla="val 25015"/>
              <a:gd name="adj2" fmla="val 5190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7765038" y="4570302"/>
                <a:ext cx="2359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038" y="4570302"/>
                <a:ext cx="235962" cy="369332"/>
              </a:xfrm>
              <a:prstGeom prst="rect">
                <a:avLst/>
              </a:prstGeom>
              <a:blipFill>
                <a:blip r:embed="rId8"/>
                <a:stretch>
                  <a:fillRect r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7527360" y="5880683"/>
                <a:ext cx="2359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7360" y="5880683"/>
                <a:ext cx="235962" cy="369332"/>
              </a:xfrm>
              <a:prstGeom prst="rect">
                <a:avLst/>
              </a:prstGeom>
              <a:blipFill>
                <a:blip r:embed="rId9"/>
                <a:stretch>
                  <a:fillRect r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>
            <a:off x="1736160" y="5029200"/>
            <a:ext cx="533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58886" y="4795776"/>
                <a:ext cx="17439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</a:t>
                </a:r>
                <a:r>
                  <a:rPr lang="en-US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מקבלת</a:t>
                </a:r>
                <a:br>
                  <a:rPr lang="en-US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en-US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(אינסופית) של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he-IL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endParaRPr lang="en-US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86" y="4795776"/>
                <a:ext cx="1743974" cy="523220"/>
              </a:xfrm>
              <a:prstGeom prst="rect">
                <a:avLst/>
              </a:prstGeom>
              <a:blipFill>
                <a:blip r:embed="rId10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cxnSpLocks/>
          </p:cNvCxnSpPr>
          <p:nvPr/>
        </p:nvCxnSpPr>
        <p:spPr>
          <a:xfrm flipV="1">
            <a:off x="2671596" y="762000"/>
            <a:ext cx="29130" cy="365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4755533" y="742022"/>
            <a:ext cx="610530" cy="670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67">
            <a:extLst>
              <a:ext uri="{FF2B5EF4-FFF2-40B4-BE49-F238E27FC236}">
                <a16:creationId xmlns:a16="http://schemas.microsoft.com/office/drawing/2014/main" id="{43248695-BF5E-039F-8EB4-4C20F3CAA48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45841" y="970427"/>
            <a:ext cx="2742688" cy="1539936"/>
            <a:chOff x="1003" y="2963"/>
            <a:chExt cx="2123" cy="1192"/>
          </a:xfrm>
        </p:grpSpPr>
        <p:sp>
          <p:nvSpPr>
            <p:cNvPr id="6" name="Freeform 68">
              <a:extLst>
                <a:ext uri="{FF2B5EF4-FFF2-40B4-BE49-F238E27FC236}">
                  <a16:creationId xmlns:a16="http://schemas.microsoft.com/office/drawing/2014/main" id="{54C2525A-1938-BF25-8307-AB5435AD2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3389"/>
              <a:ext cx="335" cy="338"/>
            </a:xfrm>
            <a:custGeom>
              <a:avLst/>
              <a:gdLst>
                <a:gd name="T0" fmla="*/ 335 w 335"/>
                <a:gd name="T1" fmla="*/ 169 h 338"/>
                <a:gd name="T2" fmla="*/ 323 w 335"/>
                <a:gd name="T3" fmla="*/ 103 h 338"/>
                <a:gd name="T4" fmla="*/ 286 w 335"/>
                <a:gd name="T5" fmla="*/ 49 h 338"/>
                <a:gd name="T6" fmla="*/ 233 w 335"/>
                <a:gd name="T7" fmla="*/ 13 h 338"/>
                <a:gd name="T8" fmla="*/ 168 w 335"/>
                <a:gd name="T9" fmla="*/ 0 h 338"/>
                <a:gd name="T10" fmla="*/ 102 w 335"/>
                <a:gd name="T11" fmla="*/ 13 h 338"/>
                <a:gd name="T12" fmla="*/ 48 w 335"/>
                <a:gd name="T13" fmla="*/ 49 h 338"/>
                <a:gd name="T14" fmla="*/ 12 w 335"/>
                <a:gd name="T15" fmla="*/ 103 h 338"/>
                <a:gd name="T16" fmla="*/ 0 w 335"/>
                <a:gd name="T17" fmla="*/ 169 h 338"/>
                <a:gd name="T18" fmla="*/ 12 w 335"/>
                <a:gd name="T19" fmla="*/ 235 h 338"/>
                <a:gd name="T20" fmla="*/ 48 w 335"/>
                <a:gd name="T21" fmla="*/ 289 h 338"/>
                <a:gd name="T22" fmla="*/ 102 w 335"/>
                <a:gd name="T23" fmla="*/ 325 h 338"/>
                <a:gd name="T24" fmla="*/ 168 w 335"/>
                <a:gd name="T25" fmla="*/ 338 h 338"/>
                <a:gd name="T26" fmla="*/ 233 w 335"/>
                <a:gd name="T27" fmla="*/ 325 h 338"/>
                <a:gd name="T28" fmla="*/ 286 w 335"/>
                <a:gd name="T29" fmla="*/ 289 h 338"/>
                <a:gd name="T30" fmla="*/ 323 w 335"/>
                <a:gd name="T31" fmla="*/ 235 h 338"/>
                <a:gd name="T32" fmla="*/ 335 w 335"/>
                <a:gd name="T33" fmla="*/ 169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5" h="338">
                  <a:moveTo>
                    <a:pt x="335" y="169"/>
                  </a:moveTo>
                  <a:lnTo>
                    <a:pt x="323" y="103"/>
                  </a:lnTo>
                  <a:lnTo>
                    <a:pt x="286" y="49"/>
                  </a:lnTo>
                  <a:lnTo>
                    <a:pt x="233" y="13"/>
                  </a:lnTo>
                  <a:lnTo>
                    <a:pt x="168" y="0"/>
                  </a:lnTo>
                  <a:lnTo>
                    <a:pt x="102" y="13"/>
                  </a:lnTo>
                  <a:lnTo>
                    <a:pt x="48" y="49"/>
                  </a:lnTo>
                  <a:lnTo>
                    <a:pt x="12" y="103"/>
                  </a:lnTo>
                  <a:lnTo>
                    <a:pt x="0" y="169"/>
                  </a:lnTo>
                  <a:lnTo>
                    <a:pt x="12" y="235"/>
                  </a:lnTo>
                  <a:lnTo>
                    <a:pt x="48" y="289"/>
                  </a:lnTo>
                  <a:lnTo>
                    <a:pt x="102" y="325"/>
                  </a:lnTo>
                  <a:lnTo>
                    <a:pt x="168" y="338"/>
                  </a:lnTo>
                  <a:lnTo>
                    <a:pt x="233" y="325"/>
                  </a:lnTo>
                  <a:lnTo>
                    <a:pt x="286" y="289"/>
                  </a:lnTo>
                  <a:lnTo>
                    <a:pt x="323" y="235"/>
                  </a:lnTo>
                  <a:lnTo>
                    <a:pt x="335" y="169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Freeform 69">
                  <a:extLst>
                    <a:ext uri="{FF2B5EF4-FFF2-40B4-BE49-F238E27FC236}">
                      <a16:creationId xmlns:a16="http://schemas.microsoft.com/office/drawing/2014/main" id="{95DB01C7-F063-B8C9-0A46-468065A6A4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7" name="Freeform 69">
                  <a:extLst>
                    <a:ext uri="{FF2B5EF4-FFF2-40B4-BE49-F238E27FC236}">
                      <a16:creationId xmlns:a16="http://schemas.microsoft.com/office/drawing/2014/main" id="{95DB01C7-F063-B8C9-0A46-468065A6A4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blipFill>
                  <a:blip r:embed="rId11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Freeform 70">
              <a:extLst>
                <a:ext uri="{FF2B5EF4-FFF2-40B4-BE49-F238E27FC236}">
                  <a16:creationId xmlns:a16="http://schemas.microsoft.com/office/drawing/2014/main" id="{7C420ACF-FA6F-904A-FEA0-FCE126412B6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1" name="Freeform 71">
              <a:extLst>
                <a:ext uri="{FF2B5EF4-FFF2-40B4-BE49-F238E27FC236}">
                  <a16:creationId xmlns:a16="http://schemas.microsoft.com/office/drawing/2014/main" id="{ADFEAA18-E46B-3412-76AA-D8A60055769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2" name="Rectangle 72">
              <a:extLst>
                <a:ext uri="{FF2B5EF4-FFF2-40B4-BE49-F238E27FC236}">
                  <a16:creationId xmlns:a16="http://schemas.microsoft.com/office/drawing/2014/main" id="{7A39ABF7-1304-EA5D-D1F2-FDC76FBAD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73">
              <a:extLst>
                <a:ext uri="{FF2B5EF4-FFF2-40B4-BE49-F238E27FC236}">
                  <a16:creationId xmlns:a16="http://schemas.microsoft.com/office/drawing/2014/main" id="{79B683A7-67F2-3A96-1CF7-D83B6E4A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3464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74">
              <a:extLst>
                <a:ext uri="{FF2B5EF4-FFF2-40B4-BE49-F238E27FC236}">
                  <a16:creationId xmlns:a16="http://schemas.microsoft.com/office/drawing/2014/main" id="{A9E095FF-FD1E-DE03-DE62-D81D3F131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" y="3523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5" name="Freeform 75">
              <a:extLst>
                <a:ext uri="{FF2B5EF4-FFF2-40B4-BE49-F238E27FC236}">
                  <a16:creationId xmlns:a16="http://schemas.microsoft.com/office/drawing/2014/main" id="{5D419504-A08F-9210-A5F5-011EF8434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6" name="Freeform 76">
              <a:extLst>
                <a:ext uri="{FF2B5EF4-FFF2-40B4-BE49-F238E27FC236}">
                  <a16:creationId xmlns:a16="http://schemas.microsoft.com/office/drawing/2014/main" id="{D8D44E3B-F57C-CC78-5A5B-411DDADC27A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9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7" name="Freeform 77">
              <a:extLst>
                <a:ext uri="{FF2B5EF4-FFF2-40B4-BE49-F238E27FC236}">
                  <a16:creationId xmlns:a16="http://schemas.microsoft.com/office/drawing/2014/main" id="{6EC089C6-724B-06E9-827A-EFD80275D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395"/>
              <a:ext cx="324" cy="326"/>
            </a:xfrm>
            <a:custGeom>
              <a:avLst/>
              <a:gdLst>
                <a:gd name="T0" fmla="*/ 324 w 324"/>
                <a:gd name="T1" fmla="*/ 163 h 326"/>
                <a:gd name="T2" fmla="*/ 312 w 324"/>
                <a:gd name="T3" fmla="*/ 99 h 326"/>
                <a:gd name="T4" fmla="*/ 277 w 324"/>
                <a:gd name="T5" fmla="*/ 47 h 326"/>
                <a:gd name="T6" fmla="*/ 226 w 324"/>
                <a:gd name="T7" fmla="*/ 13 h 326"/>
                <a:gd name="T8" fmla="*/ 162 w 324"/>
                <a:gd name="T9" fmla="*/ 0 h 326"/>
                <a:gd name="T10" fmla="*/ 99 w 324"/>
                <a:gd name="T11" fmla="*/ 13 h 326"/>
                <a:gd name="T12" fmla="*/ 47 w 324"/>
                <a:gd name="T13" fmla="*/ 47 h 326"/>
                <a:gd name="T14" fmla="*/ 13 w 324"/>
                <a:gd name="T15" fmla="*/ 99 h 326"/>
                <a:gd name="T16" fmla="*/ 0 w 324"/>
                <a:gd name="T17" fmla="*/ 163 h 326"/>
                <a:gd name="T18" fmla="*/ 13 w 324"/>
                <a:gd name="T19" fmla="*/ 227 h 326"/>
                <a:gd name="T20" fmla="*/ 47 w 324"/>
                <a:gd name="T21" fmla="*/ 279 h 326"/>
                <a:gd name="T22" fmla="*/ 99 w 324"/>
                <a:gd name="T23" fmla="*/ 314 h 326"/>
                <a:gd name="T24" fmla="*/ 162 w 324"/>
                <a:gd name="T25" fmla="*/ 326 h 326"/>
                <a:gd name="T26" fmla="*/ 226 w 324"/>
                <a:gd name="T27" fmla="*/ 314 h 326"/>
                <a:gd name="T28" fmla="*/ 277 w 324"/>
                <a:gd name="T29" fmla="*/ 279 h 326"/>
                <a:gd name="T30" fmla="*/ 312 w 324"/>
                <a:gd name="T31" fmla="*/ 227 h 326"/>
                <a:gd name="T32" fmla="*/ 324 w 324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4" h="326">
                  <a:moveTo>
                    <a:pt x="324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4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Freeform 78">
                  <a:extLst>
                    <a:ext uri="{FF2B5EF4-FFF2-40B4-BE49-F238E27FC236}">
                      <a16:creationId xmlns:a16="http://schemas.microsoft.com/office/drawing/2014/main" id="{39C2FBEE-117D-9622-EEC7-7A0C40FB74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58" name="Freeform 78">
                  <a:extLst>
                    <a:ext uri="{FF2B5EF4-FFF2-40B4-BE49-F238E27FC236}">
                      <a16:creationId xmlns:a16="http://schemas.microsoft.com/office/drawing/2014/main" id="{39C2FBEE-117D-9622-EEC7-7A0C40FB74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12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Freeform 79">
              <a:extLst>
                <a:ext uri="{FF2B5EF4-FFF2-40B4-BE49-F238E27FC236}">
                  <a16:creationId xmlns:a16="http://schemas.microsoft.com/office/drawing/2014/main" id="{DDF9846E-476E-CB59-092A-3A76DEE7DAC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77" y="3360"/>
              <a:ext cx="325" cy="327"/>
            </a:xfrm>
            <a:custGeom>
              <a:avLst/>
              <a:gdLst>
                <a:gd name="T0" fmla="*/ 402 w 402"/>
                <a:gd name="T1" fmla="*/ 202 h 403"/>
                <a:gd name="T2" fmla="*/ 387 w 402"/>
                <a:gd name="T3" fmla="*/ 280 h 403"/>
                <a:gd name="T4" fmla="*/ 344 w 402"/>
                <a:gd name="T5" fmla="*/ 344 h 403"/>
                <a:gd name="T6" fmla="*/ 280 w 402"/>
                <a:gd name="T7" fmla="*/ 387 h 403"/>
                <a:gd name="T8" fmla="*/ 201 w 402"/>
                <a:gd name="T9" fmla="*/ 403 h 403"/>
                <a:gd name="T10" fmla="*/ 123 w 402"/>
                <a:gd name="T11" fmla="*/ 387 h 403"/>
                <a:gd name="T12" fmla="*/ 59 w 402"/>
                <a:gd name="T13" fmla="*/ 344 h 403"/>
                <a:gd name="T14" fmla="*/ 16 w 402"/>
                <a:gd name="T15" fmla="*/ 280 h 403"/>
                <a:gd name="T16" fmla="*/ 0 w 402"/>
                <a:gd name="T17" fmla="*/ 202 h 403"/>
                <a:gd name="T18" fmla="*/ 16 w 402"/>
                <a:gd name="T19" fmla="*/ 123 h 403"/>
                <a:gd name="T20" fmla="*/ 59 w 402"/>
                <a:gd name="T21" fmla="*/ 59 h 403"/>
                <a:gd name="T22" fmla="*/ 123 w 402"/>
                <a:gd name="T23" fmla="*/ 16 h 403"/>
                <a:gd name="T24" fmla="*/ 201 w 402"/>
                <a:gd name="T25" fmla="*/ 0 h 403"/>
                <a:gd name="T26" fmla="*/ 280 w 402"/>
                <a:gd name="T27" fmla="*/ 16 h 403"/>
                <a:gd name="T28" fmla="*/ 344 w 402"/>
                <a:gd name="T29" fmla="*/ 59 h 403"/>
                <a:gd name="T30" fmla="*/ 387 w 402"/>
                <a:gd name="T31" fmla="*/ 123 h 403"/>
                <a:gd name="T32" fmla="*/ 402 w 402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3">
                  <a:moveTo>
                    <a:pt x="402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0" name="Rectangle 80">
              <a:extLst>
                <a:ext uri="{FF2B5EF4-FFF2-40B4-BE49-F238E27FC236}">
                  <a16:creationId xmlns:a16="http://schemas.microsoft.com/office/drawing/2014/main" id="{547B1FC7-B40C-D41B-34CB-FF92AD970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Freeform 82">
              <a:extLst>
                <a:ext uri="{FF2B5EF4-FFF2-40B4-BE49-F238E27FC236}">
                  <a16:creationId xmlns:a16="http://schemas.microsoft.com/office/drawing/2014/main" id="{FECCD893-624A-FDB7-2CA3-68F3E041D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395"/>
              <a:ext cx="325" cy="326"/>
            </a:xfrm>
            <a:custGeom>
              <a:avLst/>
              <a:gdLst>
                <a:gd name="T0" fmla="*/ 325 w 325"/>
                <a:gd name="T1" fmla="*/ 163 h 326"/>
                <a:gd name="T2" fmla="*/ 312 w 325"/>
                <a:gd name="T3" fmla="*/ 99 h 326"/>
                <a:gd name="T4" fmla="*/ 277 w 325"/>
                <a:gd name="T5" fmla="*/ 47 h 326"/>
                <a:gd name="T6" fmla="*/ 226 w 325"/>
                <a:gd name="T7" fmla="*/ 13 h 326"/>
                <a:gd name="T8" fmla="*/ 162 w 325"/>
                <a:gd name="T9" fmla="*/ 0 h 326"/>
                <a:gd name="T10" fmla="*/ 99 w 325"/>
                <a:gd name="T11" fmla="*/ 13 h 326"/>
                <a:gd name="T12" fmla="*/ 47 w 325"/>
                <a:gd name="T13" fmla="*/ 47 h 326"/>
                <a:gd name="T14" fmla="*/ 13 w 325"/>
                <a:gd name="T15" fmla="*/ 99 h 326"/>
                <a:gd name="T16" fmla="*/ 0 w 325"/>
                <a:gd name="T17" fmla="*/ 163 h 326"/>
                <a:gd name="T18" fmla="*/ 13 w 325"/>
                <a:gd name="T19" fmla="*/ 227 h 326"/>
                <a:gd name="T20" fmla="*/ 47 w 325"/>
                <a:gd name="T21" fmla="*/ 279 h 326"/>
                <a:gd name="T22" fmla="*/ 99 w 325"/>
                <a:gd name="T23" fmla="*/ 314 h 326"/>
                <a:gd name="T24" fmla="*/ 162 w 325"/>
                <a:gd name="T25" fmla="*/ 326 h 326"/>
                <a:gd name="T26" fmla="*/ 226 w 325"/>
                <a:gd name="T27" fmla="*/ 314 h 326"/>
                <a:gd name="T28" fmla="*/ 277 w 325"/>
                <a:gd name="T29" fmla="*/ 279 h 326"/>
                <a:gd name="T30" fmla="*/ 312 w 325"/>
                <a:gd name="T31" fmla="*/ 227 h 326"/>
                <a:gd name="T32" fmla="*/ 325 w 325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26">
                  <a:moveTo>
                    <a:pt x="325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5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Freeform 83">
                  <a:extLst>
                    <a:ext uri="{FF2B5EF4-FFF2-40B4-BE49-F238E27FC236}">
                      <a16:creationId xmlns:a16="http://schemas.microsoft.com/office/drawing/2014/main" id="{7ACDCBEB-3A7E-B20F-8EFB-240B3AA56C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62" name="Freeform 83">
                  <a:extLst>
                    <a:ext uri="{FF2B5EF4-FFF2-40B4-BE49-F238E27FC236}">
                      <a16:creationId xmlns:a16="http://schemas.microsoft.com/office/drawing/2014/main" id="{7ACDCBEB-3A7E-B20F-8EFB-240B3AA56C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13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Freeform 84">
              <a:extLst>
                <a:ext uri="{FF2B5EF4-FFF2-40B4-BE49-F238E27FC236}">
                  <a16:creationId xmlns:a16="http://schemas.microsoft.com/office/drawing/2014/main" id="{AC2DAE6D-2FE2-A2EE-86C8-776E49F11A3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6" y="3360"/>
              <a:ext cx="325" cy="327"/>
            </a:xfrm>
            <a:custGeom>
              <a:avLst/>
              <a:gdLst>
                <a:gd name="T0" fmla="*/ 403 w 403"/>
                <a:gd name="T1" fmla="*/ 202 h 403"/>
                <a:gd name="T2" fmla="*/ 387 w 403"/>
                <a:gd name="T3" fmla="*/ 280 h 403"/>
                <a:gd name="T4" fmla="*/ 344 w 403"/>
                <a:gd name="T5" fmla="*/ 344 h 403"/>
                <a:gd name="T6" fmla="*/ 280 w 403"/>
                <a:gd name="T7" fmla="*/ 387 h 403"/>
                <a:gd name="T8" fmla="*/ 201 w 403"/>
                <a:gd name="T9" fmla="*/ 403 h 403"/>
                <a:gd name="T10" fmla="*/ 123 w 403"/>
                <a:gd name="T11" fmla="*/ 387 h 403"/>
                <a:gd name="T12" fmla="*/ 59 w 403"/>
                <a:gd name="T13" fmla="*/ 344 h 403"/>
                <a:gd name="T14" fmla="*/ 16 w 403"/>
                <a:gd name="T15" fmla="*/ 280 h 403"/>
                <a:gd name="T16" fmla="*/ 0 w 403"/>
                <a:gd name="T17" fmla="*/ 202 h 403"/>
                <a:gd name="T18" fmla="*/ 16 w 403"/>
                <a:gd name="T19" fmla="*/ 123 h 403"/>
                <a:gd name="T20" fmla="*/ 59 w 403"/>
                <a:gd name="T21" fmla="*/ 59 h 403"/>
                <a:gd name="T22" fmla="*/ 123 w 403"/>
                <a:gd name="T23" fmla="*/ 16 h 403"/>
                <a:gd name="T24" fmla="*/ 201 w 403"/>
                <a:gd name="T25" fmla="*/ 0 h 403"/>
                <a:gd name="T26" fmla="*/ 280 w 403"/>
                <a:gd name="T27" fmla="*/ 16 h 403"/>
                <a:gd name="T28" fmla="*/ 344 w 403"/>
                <a:gd name="T29" fmla="*/ 59 h 403"/>
                <a:gd name="T30" fmla="*/ 387 w 403"/>
                <a:gd name="T31" fmla="*/ 123 h 403"/>
                <a:gd name="T32" fmla="*/ 403 w 403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3">
                  <a:moveTo>
                    <a:pt x="403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4" name="Rectangle 85">
              <a:extLst>
                <a:ext uri="{FF2B5EF4-FFF2-40B4-BE49-F238E27FC236}">
                  <a16:creationId xmlns:a16="http://schemas.microsoft.com/office/drawing/2014/main" id="{1E78DF31-AD92-019C-6A34-B5985287C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6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86">
              <a:extLst>
                <a:ext uri="{FF2B5EF4-FFF2-40B4-BE49-F238E27FC236}">
                  <a16:creationId xmlns:a16="http://schemas.microsoft.com/office/drawing/2014/main" id="{DEFC723D-8DC7-D4BC-9B40-B02B74C08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464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Freeform 87">
              <a:extLst>
                <a:ext uri="{FF2B5EF4-FFF2-40B4-BE49-F238E27FC236}">
                  <a16:creationId xmlns:a16="http://schemas.microsoft.com/office/drawing/2014/main" id="{2EB1BC2F-9508-22D3-7BEA-37600588E48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80" y="3141"/>
              <a:ext cx="125" cy="211"/>
            </a:xfrm>
            <a:custGeom>
              <a:avLst/>
              <a:gdLst>
                <a:gd name="T0" fmla="*/ 17 w 155"/>
                <a:gd name="T1" fmla="*/ 0 h 260"/>
                <a:gd name="T2" fmla="*/ 0 w 155"/>
                <a:gd name="T3" fmla="*/ 112 h 260"/>
                <a:gd name="T4" fmla="*/ 10 w 155"/>
                <a:gd name="T5" fmla="*/ 192 h 260"/>
                <a:gd name="T6" fmla="*/ 38 w 155"/>
                <a:gd name="T7" fmla="*/ 242 h 260"/>
                <a:gd name="T8" fmla="*/ 75 w 155"/>
                <a:gd name="T9" fmla="*/ 260 h 260"/>
                <a:gd name="T10" fmla="*/ 113 w 155"/>
                <a:gd name="T11" fmla="*/ 249 h 260"/>
                <a:gd name="T12" fmla="*/ 143 w 155"/>
                <a:gd name="T13" fmla="*/ 208 h 260"/>
                <a:gd name="T14" fmla="*/ 155 w 155"/>
                <a:gd name="T15" fmla="*/ 138 h 260"/>
                <a:gd name="T16" fmla="*/ 141 w 155"/>
                <a:gd name="T17" fmla="*/ 3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260">
                  <a:moveTo>
                    <a:pt x="17" y="0"/>
                  </a:moveTo>
                  <a:lnTo>
                    <a:pt x="0" y="112"/>
                  </a:lnTo>
                  <a:lnTo>
                    <a:pt x="10" y="192"/>
                  </a:lnTo>
                  <a:lnTo>
                    <a:pt x="38" y="242"/>
                  </a:lnTo>
                  <a:lnTo>
                    <a:pt x="75" y="260"/>
                  </a:lnTo>
                  <a:lnTo>
                    <a:pt x="113" y="249"/>
                  </a:lnTo>
                  <a:lnTo>
                    <a:pt x="143" y="208"/>
                  </a:lnTo>
                  <a:lnTo>
                    <a:pt x="155" y="138"/>
                  </a:lnTo>
                  <a:lnTo>
                    <a:pt x="141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7" name="Freeform 88">
              <a:extLst>
                <a:ext uri="{FF2B5EF4-FFF2-40B4-BE49-F238E27FC236}">
                  <a16:creationId xmlns:a16="http://schemas.microsoft.com/office/drawing/2014/main" id="{025DA53A-E6E4-8B29-96CB-86EB62B27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278"/>
              <a:ext cx="41" cy="55"/>
            </a:xfrm>
            <a:custGeom>
              <a:avLst/>
              <a:gdLst>
                <a:gd name="T0" fmla="*/ 8 w 41"/>
                <a:gd name="T1" fmla="*/ 55 h 55"/>
                <a:gd name="T2" fmla="*/ 41 w 41"/>
                <a:gd name="T3" fmla="*/ 10 h 55"/>
                <a:gd name="T4" fmla="*/ 17 w 41"/>
                <a:gd name="T5" fmla="*/ 19 h 55"/>
                <a:gd name="T6" fmla="*/ 0 w 41"/>
                <a:gd name="T7" fmla="*/ 0 h 55"/>
                <a:gd name="T8" fmla="*/ 8 w 41"/>
                <a:gd name="T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5">
                  <a:moveTo>
                    <a:pt x="8" y="55"/>
                  </a:moveTo>
                  <a:lnTo>
                    <a:pt x="41" y="10"/>
                  </a:lnTo>
                  <a:lnTo>
                    <a:pt x="17" y="19"/>
                  </a:lnTo>
                  <a:lnTo>
                    <a:pt x="0" y="0"/>
                  </a:lnTo>
                  <a:lnTo>
                    <a:pt x="8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8" name="Freeform 89">
              <a:extLst>
                <a:ext uri="{FF2B5EF4-FFF2-40B4-BE49-F238E27FC236}">
                  <a16:creationId xmlns:a16="http://schemas.microsoft.com/office/drawing/2014/main" id="{02F5794A-E116-4BA4-2E57-A5A421783EF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83" y="3278"/>
              <a:ext cx="41" cy="55"/>
            </a:xfrm>
            <a:custGeom>
              <a:avLst/>
              <a:gdLst>
                <a:gd name="T0" fmla="*/ 9 w 50"/>
                <a:gd name="T1" fmla="*/ 0 h 68"/>
                <a:gd name="T2" fmla="*/ 50 w 50"/>
                <a:gd name="T3" fmla="*/ 55 h 68"/>
                <a:gd name="T4" fmla="*/ 21 w 50"/>
                <a:gd name="T5" fmla="*/ 44 h 68"/>
                <a:gd name="T6" fmla="*/ 0 w 50"/>
                <a:gd name="T7" fmla="*/ 68 h 68"/>
                <a:gd name="T8" fmla="*/ 9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9" y="0"/>
                  </a:moveTo>
                  <a:lnTo>
                    <a:pt x="50" y="55"/>
                  </a:lnTo>
                  <a:lnTo>
                    <a:pt x="21" y="44"/>
                  </a:lnTo>
                  <a:lnTo>
                    <a:pt x="0" y="68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90">
                  <a:extLst>
                    <a:ext uri="{FF2B5EF4-FFF2-40B4-BE49-F238E27FC236}">
                      <a16:creationId xmlns:a16="http://schemas.microsoft.com/office/drawing/2014/main" id="{18559093-9DA6-3909-040C-8C6A7DBF6F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4" y="2963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69" name="Rectangle 90">
                  <a:extLst>
                    <a:ext uri="{FF2B5EF4-FFF2-40B4-BE49-F238E27FC236}">
                      <a16:creationId xmlns:a16="http://schemas.microsoft.com/office/drawing/2014/main" id="{18559093-9DA6-3909-040C-8C6A7DBF6F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4" y="2963"/>
                  <a:ext cx="153" cy="191"/>
                </a:xfrm>
                <a:prstGeom prst="rect">
                  <a:avLst/>
                </a:prstGeom>
                <a:blipFill>
                  <a:blip r:embed="rId14"/>
                  <a:stretch>
                    <a:fillRect l="-21875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91">
              <a:extLst>
                <a:ext uri="{FF2B5EF4-FFF2-40B4-BE49-F238E27FC236}">
                  <a16:creationId xmlns:a16="http://schemas.microsoft.com/office/drawing/2014/main" id="{A623E02B-DB1C-B409-23D0-61B114B9B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1" name="Freeform 92">
              <a:extLst>
                <a:ext uri="{FF2B5EF4-FFF2-40B4-BE49-F238E27FC236}">
                  <a16:creationId xmlns:a16="http://schemas.microsoft.com/office/drawing/2014/main" id="{DCC5DF16-051B-1BD1-7EA6-85AD5988F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2" name="Freeform 93">
              <a:extLst>
                <a:ext uri="{FF2B5EF4-FFF2-40B4-BE49-F238E27FC236}">
                  <a16:creationId xmlns:a16="http://schemas.microsoft.com/office/drawing/2014/main" id="{43C60293-C7ED-F796-907C-96041A96FE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0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94">
                  <a:extLst>
                    <a:ext uri="{FF2B5EF4-FFF2-40B4-BE49-F238E27FC236}">
                      <a16:creationId xmlns:a16="http://schemas.microsoft.com/office/drawing/2014/main" id="{4D32058A-639E-54CB-31A8-114B8D2E61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342"/>
                  <a:ext cx="147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73" name="Rectangle 94">
                  <a:extLst>
                    <a:ext uri="{FF2B5EF4-FFF2-40B4-BE49-F238E27FC236}">
                      <a16:creationId xmlns:a16="http://schemas.microsoft.com/office/drawing/2014/main" id="{4D32058A-639E-54CB-31A8-114B8D2E61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5" y="3342"/>
                  <a:ext cx="147" cy="191"/>
                </a:xfrm>
                <a:prstGeom prst="rect">
                  <a:avLst/>
                </a:prstGeom>
                <a:blipFill>
                  <a:blip r:embed="rId15"/>
                  <a:stretch>
                    <a:fillRect l="-22581" r="-19355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Freeform 95">
              <a:extLst>
                <a:ext uri="{FF2B5EF4-FFF2-40B4-BE49-F238E27FC236}">
                  <a16:creationId xmlns:a16="http://schemas.microsoft.com/office/drawing/2014/main" id="{CF75A164-5105-0B4A-00CD-86DADA3AB40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54" y="3659"/>
              <a:ext cx="1347" cy="308"/>
            </a:xfrm>
            <a:custGeom>
              <a:avLst/>
              <a:gdLst>
                <a:gd name="T0" fmla="*/ 0 w 1668"/>
                <a:gd name="T1" fmla="*/ 379 h 379"/>
                <a:gd name="T2" fmla="*/ 178 w 1668"/>
                <a:gd name="T3" fmla="*/ 214 h 379"/>
                <a:gd name="T4" fmla="*/ 385 w 1668"/>
                <a:gd name="T5" fmla="*/ 96 h 379"/>
                <a:gd name="T6" fmla="*/ 611 w 1668"/>
                <a:gd name="T7" fmla="*/ 25 h 379"/>
                <a:gd name="T8" fmla="*/ 846 w 1668"/>
                <a:gd name="T9" fmla="*/ 0 h 379"/>
                <a:gd name="T10" fmla="*/ 1079 w 1668"/>
                <a:gd name="T11" fmla="*/ 22 h 379"/>
                <a:gd name="T12" fmla="*/ 1301 w 1668"/>
                <a:gd name="T13" fmla="*/ 89 h 379"/>
                <a:gd name="T14" fmla="*/ 1501 w 1668"/>
                <a:gd name="T15" fmla="*/ 201 h 379"/>
                <a:gd name="T16" fmla="*/ 1668 w 1668"/>
                <a:gd name="T17" fmla="*/ 358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8" h="379">
                  <a:moveTo>
                    <a:pt x="0" y="379"/>
                  </a:moveTo>
                  <a:lnTo>
                    <a:pt x="178" y="214"/>
                  </a:lnTo>
                  <a:lnTo>
                    <a:pt x="385" y="96"/>
                  </a:lnTo>
                  <a:lnTo>
                    <a:pt x="611" y="25"/>
                  </a:lnTo>
                  <a:lnTo>
                    <a:pt x="846" y="0"/>
                  </a:lnTo>
                  <a:lnTo>
                    <a:pt x="1079" y="22"/>
                  </a:lnTo>
                  <a:lnTo>
                    <a:pt x="1301" y="89"/>
                  </a:lnTo>
                  <a:lnTo>
                    <a:pt x="1501" y="201"/>
                  </a:lnTo>
                  <a:lnTo>
                    <a:pt x="1668" y="3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5" name="Freeform 96">
              <a:extLst>
                <a:ext uri="{FF2B5EF4-FFF2-40B4-BE49-F238E27FC236}">
                  <a16:creationId xmlns:a16="http://schemas.microsoft.com/office/drawing/2014/main" id="{7A532726-95FA-B2BB-6B80-5ABEC395C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3666"/>
              <a:ext cx="50" cy="54"/>
            </a:xfrm>
            <a:custGeom>
              <a:avLst/>
              <a:gdLst>
                <a:gd name="T0" fmla="*/ 50 w 50"/>
                <a:gd name="T1" fmla="*/ 0 h 54"/>
                <a:gd name="T2" fmla="*/ 0 w 50"/>
                <a:gd name="T3" fmla="*/ 26 h 54"/>
                <a:gd name="T4" fmla="*/ 25 w 50"/>
                <a:gd name="T5" fmla="*/ 29 h 54"/>
                <a:gd name="T6" fmla="*/ 33 w 50"/>
                <a:gd name="T7" fmla="*/ 54 h 54"/>
                <a:gd name="T8" fmla="*/ 50 w 5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4">
                  <a:moveTo>
                    <a:pt x="50" y="0"/>
                  </a:moveTo>
                  <a:lnTo>
                    <a:pt x="0" y="26"/>
                  </a:lnTo>
                  <a:lnTo>
                    <a:pt x="25" y="29"/>
                  </a:lnTo>
                  <a:lnTo>
                    <a:pt x="33" y="54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6" name="Freeform 97">
              <a:extLst>
                <a:ext uri="{FF2B5EF4-FFF2-40B4-BE49-F238E27FC236}">
                  <a16:creationId xmlns:a16="http://schemas.microsoft.com/office/drawing/2014/main" id="{EB20B33D-AF22-8E4D-E65C-90AADD9B3E7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0" y="3666"/>
              <a:ext cx="50" cy="54"/>
            </a:xfrm>
            <a:custGeom>
              <a:avLst/>
              <a:gdLst>
                <a:gd name="T0" fmla="*/ 61 w 61"/>
                <a:gd name="T1" fmla="*/ 66 h 66"/>
                <a:gd name="T2" fmla="*/ 0 w 61"/>
                <a:gd name="T3" fmla="*/ 34 h 66"/>
                <a:gd name="T4" fmla="*/ 31 w 61"/>
                <a:gd name="T5" fmla="*/ 31 h 66"/>
                <a:gd name="T6" fmla="*/ 40 w 61"/>
                <a:gd name="T7" fmla="*/ 0 h 66"/>
                <a:gd name="T8" fmla="*/ 61 w 61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6">
                  <a:moveTo>
                    <a:pt x="61" y="66"/>
                  </a:moveTo>
                  <a:lnTo>
                    <a:pt x="0" y="34"/>
                  </a:lnTo>
                  <a:lnTo>
                    <a:pt x="31" y="31"/>
                  </a:lnTo>
                  <a:lnTo>
                    <a:pt x="40" y="0"/>
                  </a:lnTo>
                  <a:lnTo>
                    <a:pt x="61" y="6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98">
                  <a:extLst>
                    <a:ext uri="{FF2B5EF4-FFF2-40B4-BE49-F238E27FC236}">
                      <a16:creationId xmlns:a16="http://schemas.microsoft.com/office/drawing/2014/main" id="{9A4C3D92-3125-E762-80AE-74F64AD19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5" y="3964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77" name="Rectangle 98">
                  <a:extLst>
                    <a:ext uri="{FF2B5EF4-FFF2-40B4-BE49-F238E27FC236}">
                      <a16:creationId xmlns:a16="http://schemas.microsoft.com/office/drawing/2014/main" id="{9A4C3D92-3125-E762-80AE-74F64AD19F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5" y="3964"/>
                  <a:ext cx="153" cy="191"/>
                </a:xfrm>
                <a:prstGeom prst="rect">
                  <a:avLst/>
                </a:prstGeom>
                <a:blipFill>
                  <a:blip r:embed="rId16"/>
                  <a:stretch>
                    <a:fillRect l="-18182" r="-18182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Line 99">
              <a:extLst>
                <a:ext uri="{FF2B5EF4-FFF2-40B4-BE49-F238E27FC236}">
                  <a16:creationId xmlns:a16="http://schemas.microsoft.com/office/drawing/2014/main" id="{5226910C-8E5B-F208-4AFB-418D25357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9" name="Freeform 100">
              <a:extLst>
                <a:ext uri="{FF2B5EF4-FFF2-40B4-BE49-F238E27FC236}">
                  <a16:creationId xmlns:a16="http://schemas.microsoft.com/office/drawing/2014/main" id="{D048D75E-9768-543D-4C3D-B9E199FCD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5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5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80" name="Freeform 101">
              <a:extLst>
                <a:ext uri="{FF2B5EF4-FFF2-40B4-BE49-F238E27FC236}">
                  <a16:creationId xmlns:a16="http://schemas.microsoft.com/office/drawing/2014/main" id="{F71CDBDC-F2D6-5C52-3517-06E8F916A5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2" y="3502"/>
              <a:ext cx="51" cy="42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8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102">
                  <a:extLst>
                    <a:ext uri="{FF2B5EF4-FFF2-40B4-BE49-F238E27FC236}">
                      <a16:creationId xmlns:a16="http://schemas.microsoft.com/office/drawing/2014/main" id="{64D0DB88-E756-4F77-5C79-4F3925CA44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9" y="3342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81" name="Rectangle 102">
                  <a:extLst>
                    <a:ext uri="{FF2B5EF4-FFF2-40B4-BE49-F238E27FC236}">
                      <a16:creationId xmlns:a16="http://schemas.microsoft.com/office/drawing/2014/main" id="{64D0DB88-E756-4F77-5C79-4F3925CA4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9" y="3342"/>
                  <a:ext cx="153" cy="191"/>
                </a:xfrm>
                <a:prstGeom prst="rect">
                  <a:avLst/>
                </a:prstGeom>
                <a:blipFill>
                  <a:blip r:embed="rId17"/>
                  <a:stretch>
                    <a:fillRect l="-21875" r="-18750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Freeform 103">
              <a:extLst>
                <a:ext uri="{FF2B5EF4-FFF2-40B4-BE49-F238E27FC236}">
                  <a16:creationId xmlns:a16="http://schemas.microsoft.com/office/drawing/2014/main" id="{390C5C4C-82FF-622E-28FE-952769622F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4" y="3163"/>
              <a:ext cx="117" cy="199"/>
            </a:xfrm>
            <a:custGeom>
              <a:avLst/>
              <a:gdLst>
                <a:gd name="T0" fmla="*/ 16 w 146"/>
                <a:gd name="T1" fmla="*/ 0 h 245"/>
                <a:gd name="T2" fmla="*/ 0 w 146"/>
                <a:gd name="T3" fmla="*/ 105 h 245"/>
                <a:gd name="T4" fmla="*/ 9 w 146"/>
                <a:gd name="T5" fmla="*/ 181 h 245"/>
                <a:gd name="T6" fmla="*/ 35 w 146"/>
                <a:gd name="T7" fmla="*/ 228 h 245"/>
                <a:gd name="T8" fmla="*/ 71 w 146"/>
                <a:gd name="T9" fmla="*/ 245 h 245"/>
                <a:gd name="T10" fmla="*/ 106 w 146"/>
                <a:gd name="T11" fmla="*/ 235 h 245"/>
                <a:gd name="T12" fmla="*/ 134 w 146"/>
                <a:gd name="T13" fmla="*/ 197 h 245"/>
                <a:gd name="T14" fmla="*/ 146 w 146"/>
                <a:gd name="T15" fmla="*/ 131 h 245"/>
                <a:gd name="T16" fmla="*/ 133 w 146"/>
                <a:gd name="T17" fmla="*/ 3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6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5" y="228"/>
                  </a:lnTo>
                  <a:lnTo>
                    <a:pt x="71" y="245"/>
                  </a:lnTo>
                  <a:lnTo>
                    <a:pt x="106" y="235"/>
                  </a:lnTo>
                  <a:lnTo>
                    <a:pt x="134" y="197"/>
                  </a:lnTo>
                  <a:lnTo>
                    <a:pt x="146" y="131"/>
                  </a:lnTo>
                  <a:lnTo>
                    <a:pt x="133" y="3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83" name="Freeform 104">
              <a:extLst>
                <a:ext uri="{FF2B5EF4-FFF2-40B4-BE49-F238E27FC236}">
                  <a16:creationId xmlns:a16="http://schemas.microsoft.com/office/drawing/2014/main" id="{63754D9C-8256-6E5A-FB2D-584F13BA9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3287"/>
              <a:ext cx="41" cy="56"/>
            </a:xfrm>
            <a:custGeom>
              <a:avLst/>
              <a:gdLst>
                <a:gd name="T0" fmla="*/ 8 w 41"/>
                <a:gd name="T1" fmla="*/ 56 h 56"/>
                <a:gd name="T2" fmla="*/ 41 w 41"/>
                <a:gd name="T3" fmla="*/ 12 h 56"/>
                <a:gd name="T4" fmla="*/ 17 w 41"/>
                <a:gd name="T5" fmla="*/ 20 h 56"/>
                <a:gd name="T6" fmla="*/ 0 w 41"/>
                <a:gd name="T7" fmla="*/ 0 h 56"/>
                <a:gd name="T8" fmla="*/ 8 w 41"/>
                <a:gd name="T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6">
                  <a:moveTo>
                    <a:pt x="8" y="56"/>
                  </a:moveTo>
                  <a:lnTo>
                    <a:pt x="41" y="12"/>
                  </a:lnTo>
                  <a:lnTo>
                    <a:pt x="17" y="20"/>
                  </a:lnTo>
                  <a:lnTo>
                    <a:pt x="0" y="0"/>
                  </a:lnTo>
                  <a:lnTo>
                    <a:pt x="8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84" name="Freeform 105">
              <a:extLst>
                <a:ext uri="{FF2B5EF4-FFF2-40B4-BE49-F238E27FC236}">
                  <a16:creationId xmlns:a16="http://schemas.microsoft.com/office/drawing/2014/main" id="{E7BEEB09-F8C8-4B8B-E4E7-531BB8EBD4C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80" y="3287"/>
              <a:ext cx="41" cy="56"/>
            </a:xfrm>
            <a:custGeom>
              <a:avLst/>
              <a:gdLst>
                <a:gd name="T0" fmla="*/ 9 w 50"/>
                <a:gd name="T1" fmla="*/ 0 h 69"/>
                <a:gd name="T2" fmla="*/ 50 w 50"/>
                <a:gd name="T3" fmla="*/ 55 h 69"/>
                <a:gd name="T4" fmla="*/ 21 w 50"/>
                <a:gd name="T5" fmla="*/ 45 h 69"/>
                <a:gd name="T6" fmla="*/ 0 w 50"/>
                <a:gd name="T7" fmla="*/ 69 h 69"/>
                <a:gd name="T8" fmla="*/ 9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9" y="0"/>
                  </a:moveTo>
                  <a:lnTo>
                    <a:pt x="50" y="55"/>
                  </a:lnTo>
                  <a:lnTo>
                    <a:pt x="21" y="45"/>
                  </a:lnTo>
                  <a:lnTo>
                    <a:pt x="0" y="69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106">
                  <a:extLst>
                    <a:ext uri="{FF2B5EF4-FFF2-40B4-BE49-F238E27FC236}">
                      <a16:creationId xmlns:a16="http://schemas.microsoft.com/office/drawing/2014/main" id="{73E2FE00-2620-177B-6D6B-F1D1B26ACB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0" y="2986"/>
                  <a:ext cx="147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85" name="Rectangle 106">
                  <a:extLst>
                    <a:ext uri="{FF2B5EF4-FFF2-40B4-BE49-F238E27FC236}">
                      <a16:creationId xmlns:a16="http://schemas.microsoft.com/office/drawing/2014/main" id="{73E2FE00-2620-177B-6D6B-F1D1B26ACB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0" y="2986"/>
                  <a:ext cx="147" cy="191"/>
                </a:xfrm>
                <a:prstGeom prst="rect">
                  <a:avLst/>
                </a:prstGeom>
                <a:blipFill>
                  <a:blip r:embed="rId18"/>
                  <a:stretch>
                    <a:fillRect l="-18750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Freeform 107">
              <a:extLst>
                <a:ext uri="{FF2B5EF4-FFF2-40B4-BE49-F238E27FC236}">
                  <a16:creationId xmlns:a16="http://schemas.microsoft.com/office/drawing/2014/main" id="{4DD9A635-5B58-BA03-48DF-FDB0054E32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6" y="3580"/>
              <a:ext cx="447" cy="52"/>
            </a:xfrm>
            <a:custGeom>
              <a:avLst/>
              <a:gdLst>
                <a:gd name="T0" fmla="*/ 554 w 554"/>
                <a:gd name="T1" fmla="*/ 63 h 63"/>
                <a:gd name="T2" fmla="*/ 402 w 554"/>
                <a:gd name="T3" fmla="*/ 18 h 63"/>
                <a:gd name="T4" fmla="*/ 263 w 554"/>
                <a:gd name="T5" fmla="*/ 0 h 63"/>
                <a:gd name="T6" fmla="*/ 132 w 554"/>
                <a:gd name="T7" fmla="*/ 10 h 63"/>
                <a:gd name="T8" fmla="*/ 0 w 554"/>
                <a:gd name="T9" fmla="*/ 4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63">
                  <a:moveTo>
                    <a:pt x="554" y="63"/>
                  </a:moveTo>
                  <a:lnTo>
                    <a:pt x="402" y="18"/>
                  </a:lnTo>
                  <a:lnTo>
                    <a:pt x="263" y="0"/>
                  </a:lnTo>
                  <a:lnTo>
                    <a:pt x="132" y="10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87" name="Freeform 108">
              <a:extLst>
                <a:ext uri="{FF2B5EF4-FFF2-40B4-BE49-F238E27FC236}">
                  <a16:creationId xmlns:a16="http://schemas.microsoft.com/office/drawing/2014/main" id="{FEF35A7F-F74E-FEF9-CE97-7B32D2138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3588"/>
              <a:ext cx="56" cy="40"/>
            </a:xfrm>
            <a:custGeom>
              <a:avLst/>
              <a:gdLst>
                <a:gd name="T0" fmla="*/ 0 w 56"/>
                <a:gd name="T1" fmla="*/ 2 h 40"/>
                <a:gd name="T2" fmla="*/ 41 w 56"/>
                <a:gd name="T3" fmla="*/ 40 h 40"/>
                <a:gd name="T4" fmla="*/ 35 w 56"/>
                <a:gd name="T5" fmla="*/ 14 h 40"/>
                <a:gd name="T6" fmla="*/ 56 w 56"/>
                <a:gd name="T7" fmla="*/ 0 h 40"/>
                <a:gd name="T8" fmla="*/ 0 w 56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0">
                  <a:moveTo>
                    <a:pt x="0" y="2"/>
                  </a:moveTo>
                  <a:lnTo>
                    <a:pt x="41" y="40"/>
                  </a:lnTo>
                  <a:lnTo>
                    <a:pt x="35" y="1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88" name="Freeform 109">
              <a:extLst>
                <a:ext uri="{FF2B5EF4-FFF2-40B4-BE49-F238E27FC236}">
                  <a16:creationId xmlns:a16="http://schemas.microsoft.com/office/drawing/2014/main" id="{9870DDB2-B753-3CE7-750B-D238B889FEF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24" y="3588"/>
              <a:ext cx="56" cy="40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110">
                  <a:extLst>
                    <a:ext uri="{FF2B5EF4-FFF2-40B4-BE49-F238E27FC236}">
                      <a16:creationId xmlns:a16="http://schemas.microsoft.com/office/drawing/2014/main" id="{39506A3A-8364-541C-1DF7-88B9B67168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3630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89" name="Rectangle 110">
                  <a:extLst>
                    <a:ext uri="{FF2B5EF4-FFF2-40B4-BE49-F238E27FC236}">
                      <a16:creationId xmlns:a16="http://schemas.microsoft.com/office/drawing/2014/main" id="{39506A3A-8364-541C-1DF7-88B9B67168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0" y="3630"/>
                  <a:ext cx="153" cy="191"/>
                </a:xfrm>
                <a:prstGeom prst="rect">
                  <a:avLst/>
                </a:prstGeom>
                <a:blipFill>
                  <a:blip r:embed="rId19"/>
                  <a:stretch>
                    <a:fillRect l="-21875" r="-18750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9950AFC-45C8-441C-17D5-CFFA0AE427EA}"/>
              </a:ext>
            </a:extLst>
          </p:cNvPr>
          <p:cNvGrpSpPr/>
          <p:nvPr/>
        </p:nvGrpSpPr>
        <p:grpSpPr>
          <a:xfrm>
            <a:off x="5263246" y="963930"/>
            <a:ext cx="1792483" cy="1006127"/>
            <a:chOff x="561975" y="1350963"/>
            <a:chExt cx="1993901" cy="1119187"/>
          </a:xfrm>
        </p:grpSpPr>
        <p:sp>
          <p:nvSpPr>
            <p:cNvPr id="91" name="Freeform 5">
              <a:extLst>
                <a:ext uri="{FF2B5EF4-FFF2-40B4-BE49-F238E27FC236}">
                  <a16:creationId xmlns:a16="http://schemas.microsoft.com/office/drawing/2014/main" id="{FD48392B-DF69-0180-0432-F4FD78580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3" y="1974850"/>
              <a:ext cx="492125" cy="495300"/>
            </a:xfrm>
            <a:custGeom>
              <a:avLst/>
              <a:gdLst>
                <a:gd name="T0" fmla="*/ 310 w 310"/>
                <a:gd name="T1" fmla="*/ 156 h 312"/>
                <a:gd name="T2" fmla="*/ 298 w 310"/>
                <a:gd name="T3" fmla="*/ 95 h 312"/>
                <a:gd name="T4" fmla="*/ 265 w 310"/>
                <a:gd name="T5" fmla="*/ 45 h 312"/>
                <a:gd name="T6" fmla="*/ 215 w 310"/>
                <a:gd name="T7" fmla="*/ 12 h 312"/>
                <a:gd name="T8" fmla="*/ 155 w 310"/>
                <a:gd name="T9" fmla="*/ 0 h 312"/>
                <a:gd name="T10" fmla="*/ 94 w 310"/>
                <a:gd name="T11" fmla="*/ 12 h 312"/>
                <a:gd name="T12" fmla="*/ 45 w 310"/>
                <a:gd name="T13" fmla="*/ 45 h 312"/>
                <a:gd name="T14" fmla="*/ 12 w 310"/>
                <a:gd name="T15" fmla="*/ 95 h 312"/>
                <a:gd name="T16" fmla="*/ 0 w 310"/>
                <a:gd name="T17" fmla="*/ 156 h 312"/>
                <a:gd name="T18" fmla="*/ 12 w 310"/>
                <a:gd name="T19" fmla="*/ 217 h 312"/>
                <a:gd name="T20" fmla="*/ 45 w 310"/>
                <a:gd name="T21" fmla="*/ 267 h 312"/>
                <a:gd name="T22" fmla="*/ 94 w 310"/>
                <a:gd name="T23" fmla="*/ 300 h 312"/>
                <a:gd name="T24" fmla="*/ 155 w 310"/>
                <a:gd name="T25" fmla="*/ 312 h 312"/>
                <a:gd name="T26" fmla="*/ 215 w 310"/>
                <a:gd name="T27" fmla="*/ 300 h 312"/>
                <a:gd name="T28" fmla="*/ 265 w 310"/>
                <a:gd name="T29" fmla="*/ 267 h 312"/>
                <a:gd name="T30" fmla="*/ 298 w 310"/>
                <a:gd name="T31" fmla="*/ 217 h 312"/>
                <a:gd name="T32" fmla="*/ 310 w 310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312">
                  <a:moveTo>
                    <a:pt x="310" y="156"/>
                  </a:moveTo>
                  <a:lnTo>
                    <a:pt x="298" y="95"/>
                  </a:lnTo>
                  <a:lnTo>
                    <a:pt x="265" y="45"/>
                  </a:lnTo>
                  <a:lnTo>
                    <a:pt x="215" y="12"/>
                  </a:lnTo>
                  <a:lnTo>
                    <a:pt x="155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5" y="312"/>
                  </a:lnTo>
                  <a:lnTo>
                    <a:pt x="215" y="300"/>
                  </a:lnTo>
                  <a:lnTo>
                    <a:pt x="265" y="267"/>
                  </a:lnTo>
                  <a:lnTo>
                    <a:pt x="298" y="217"/>
                  </a:lnTo>
                  <a:lnTo>
                    <a:pt x="310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Freeform 6">
                  <a:extLst>
                    <a:ext uri="{FF2B5EF4-FFF2-40B4-BE49-F238E27FC236}">
                      <a16:creationId xmlns:a16="http://schemas.microsoft.com/office/drawing/2014/main" id="{C96CBA8D-8CC3-EFFA-53B0-9ACC026C5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2" name="Freeform 6">
                  <a:extLst>
                    <a:ext uri="{FF2B5EF4-FFF2-40B4-BE49-F238E27FC236}">
                      <a16:creationId xmlns:a16="http://schemas.microsoft.com/office/drawing/2014/main" id="{C96CBA8D-8CC3-EFFA-53B0-9ACC026C5F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20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Freeform 7">
              <a:extLst>
                <a:ext uri="{FF2B5EF4-FFF2-40B4-BE49-F238E27FC236}">
                  <a16:creationId xmlns:a16="http://schemas.microsoft.com/office/drawing/2014/main" id="{6488C2D5-2BBC-69AB-9775-408D267E8F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09625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80 h 402"/>
                <a:gd name="T4" fmla="*/ 343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2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2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3 w 402"/>
                <a:gd name="T29" fmla="*/ 59 h 402"/>
                <a:gd name="T30" fmla="*/ 386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80"/>
                  </a:lnTo>
                  <a:lnTo>
                    <a:pt x="343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2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2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3" y="59"/>
                  </a:lnTo>
                  <a:lnTo>
                    <a:pt x="386" y="123"/>
                  </a:lnTo>
                  <a:lnTo>
                    <a:pt x="402" y="2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94" name="Line 10">
              <a:extLst>
                <a:ext uri="{FF2B5EF4-FFF2-40B4-BE49-F238E27FC236}">
                  <a16:creationId xmlns:a16="http://schemas.microsoft.com/office/drawing/2014/main" id="{EE2B5342-CB71-010D-3249-27A1F1D51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975" y="2170113"/>
              <a:ext cx="1936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95" name="Freeform 11">
              <a:extLst>
                <a:ext uri="{FF2B5EF4-FFF2-40B4-BE49-F238E27FC236}">
                  <a16:creationId xmlns:a16="http://schemas.microsoft.com/office/drawing/2014/main" id="{548B6286-AE01-C9F3-F892-34DECA917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3" y="2138363"/>
              <a:ext cx="79375" cy="63500"/>
            </a:xfrm>
            <a:custGeom>
              <a:avLst/>
              <a:gdLst>
                <a:gd name="T0" fmla="*/ 50 w 50"/>
                <a:gd name="T1" fmla="*/ 20 h 40"/>
                <a:gd name="T2" fmla="*/ 0 w 50"/>
                <a:gd name="T3" fmla="*/ 0 h 40"/>
                <a:gd name="T4" fmla="*/ 14 w 50"/>
                <a:gd name="T5" fmla="*/ 20 h 40"/>
                <a:gd name="T6" fmla="*/ 0 w 50"/>
                <a:gd name="T7" fmla="*/ 40 h 40"/>
                <a:gd name="T8" fmla="*/ 50 w 50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0">
                  <a:moveTo>
                    <a:pt x="50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50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96" name="Freeform 12">
              <a:extLst>
                <a:ext uri="{FF2B5EF4-FFF2-40B4-BE49-F238E27FC236}">
                  <a16:creationId xmlns:a16="http://schemas.microsoft.com/office/drawing/2014/main" id="{94F33AD0-87D7-622E-CF78-91022C43DB3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913" y="2138363"/>
              <a:ext cx="79375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97" name="Freeform 13">
              <a:extLst>
                <a:ext uri="{FF2B5EF4-FFF2-40B4-BE49-F238E27FC236}">
                  <a16:creationId xmlns:a16="http://schemas.microsoft.com/office/drawing/2014/main" id="{7134D74E-71F4-3DB8-7969-9E91F8171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338" y="1974850"/>
              <a:ext cx="490538" cy="495300"/>
            </a:xfrm>
            <a:custGeom>
              <a:avLst/>
              <a:gdLst>
                <a:gd name="T0" fmla="*/ 309 w 309"/>
                <a:gd name="T1" fmla="*/ 156 h 312"/>
                <a:gd name="T2" fmla="*/ 297 w 309"/>
                <a:gd name="T3" fmla="*/ 95 h 312"/>
                <a:gd name="T4" fmla="*/ 264 w 309"/>
                <a:gd name="T5" fmla="*/ 45 h 312"/>
                <a:gd name="T6" fmla="*/ 215 w 309"/>
                <a:gd name="T7" fmla="*/ 12 h 312"/>
                <a:gd name="T8" fmla="*/ 154 w 309"/>
                <a:gd name="T9" fmla="*/ 0 h 312"/>
                <a:gd name="T10" fmla="*/ 94 w 309"/>
                <a:gd name="T11" fmla="*/ 12 h 312"/>
                <a:gd name="T12" fmla="*/ 45 w 309"/>
                <a:gd name="T13" fmla="*/ 45 h 312"/>
                <a:gd name="T14" fmla="*/ 12 w 309"/>
                <a:gd name="T15" fmla="*/ 95 h 312"/>
                <a:gd name="T16" fmla="*/ 0 w 309"/>
                <a:gd name="T17" fmla="*/ 156 h 312"/>
                <a:gd name="T18" fmla="*/ 12 w 309"/>
                <a:gd name="T19" fmla="*/ 217 h 312"/>
                <a:gd name="T20" fmla="*/ 45 w 309"/>
                <a:gd name="T21" fmla="*/ 267 h 312"/>
                <a:gd name="T22" fmla="*/ 94 w 309"/>
                <a:gd name="T23" fmla="*/ 300 h 312"/>
                <a:gd name="T24" fmla="*/ 154 w 309"/>
                <a:gd name="T25" fmla="*/ 312 h 312"/>
                <a:gd name="T26" fmla="*/ 215 w 309"/>
                <a:gd name="T27" fmla="*/ 300 h 312"/>
                <a:gd name="T28" fmla="*/ 264 w 309"/>
                <a:gd name="T29" fmla="*/ 267 h 312"/>
                <a:gd name="T30" fmla="*/ 297 w 309"/>
                <a:gd name="T31" fmla="*/ 217 h 312"/>
                <a:gd name="T32" fmla="*/ 309 w 309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9" h="312">
                  <a:moveTo>
                    <a:pt x="309" y="156"/>
                  </a:moveTo>
                  <a:lnTo>
                    <a:pt x="297" y="95"/>
                  </a:lnTo>
                  <a:lnTo>
                    <a:pt x="264" y="45"/>
                  </a:lnTo>
                  <a:lnTo>
                    <a:pt x="215" y="12"/>
                  </a:lnTo>
                  <a:lnTo>
                    <a:pt x="154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4" y="312"/>
                  </a:lnTo>
                  <a:lnTo>
                    <a:pt x="215" y="300"/>
                  </a:lnTo>
                  <a:lnTo>
                    <a:pt x="264" y="267"/>
                  </a:lnTo>
                  <a:lnTo>
                    <a:pt x="297" y="217"/>
                  </a:lnTo>
                  <a:lnTo>
                    <a:pt x="309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Freeform 14">
                  <a:extLst>
                    <a:ext uri="{FF2B5EF4-FFF2-40B4-BE49-F238E27FC236}">
                      <a16:creationId xmlns:a16="http://schemas.microsoft.com/office/drawing/2014/main" id="{D5A6741A-076A-0230-7D57-91BEDC48C3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98" name="Freeform 14">
                  <a:extLst>
                    <a:ext uri="{FF2B5EF4-FFF2-40B4-BE49-F238E27FC236}">
                      <a16:creationId xmlns:a16="http://schemas.microsoft.com/office/drawing/2014/main" id="{D5A6741A-076A-0230-7D57-91BEDC48C3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21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Freeform 15">
              <a:extLst>
                <a:ext uri="{FF2B5EF4-FFF2-40B4-BE49-F238E27FC236}">
                  <a16:creationId xmlns:a16="http://schemas.microsoft.com/office/drawing/2014/main" id="{B5380FD0-132E-4E32-51EC-908734DFD44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A9D5C5A1-C2D0-455F-6F88-4251F6CA06D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01" name="Line 19">
              <a:extLst>
                <a:ext uri="{FF2B5EF4-FFF2-40B4-BE49-F238E27FC236}">
                  <a16:creationId xmlns:a16="http://schemas.microsoft.com/office/drawing/2014/main" id="{A4F355AE-904F-8620-5EDC-85055BE02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2170113"/>
              <a:ext cx="644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02" name="Freeform 20">
              <a:extLst>
                <a:ext uri="{FF2B5EF4-FFF2-40B4-BE49-F238E27FC236}">
                  <a16:creationId xmlns:a16="http://schemas.microsoft.com/office/drawing/2014/main" id="{EF17D994-E742-8B80-1405-3CCBF9E53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138363"/>
              <a:ext cx="77788" cy="63500"/>
            </a:xfrm>
            <a:custGeom>
              <a:avLst/>
              <a:gdLst>
                <a:gd name="T0" fmla="*/ 49 w 49"/>
                <a:gd name="T1" fmla="*/ 20 h 40"/>
                <a:gd name="T2" fmla="*/ 0 w 49"/>
                <a:gd name="T3" fmla="*/ 0 h 40"/>
                <a:gd name="T4" fmla="*/ 14 w 49"/>
                <a:gd name="T5" fmla="*/ 20 h 40"/>
                <a:gd name="T6" fmla="*/ 0 w 49"/>
                <a:gd name="T7" fmla="*/ 40 h 40"/>
                <a:gd name="T8" fmla="*/ 49 w 49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0">
                  <a:moveTo>
                    <a:pt x="49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49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03" name="Freeform 21">
              <a:extLst>
                <a:ext uri="{FF2B5EF4-FFF2-40B4-BE49-F238E27FC236}">
                  <a16:creationId xmlns:a16="http://schemas.microsoft.com/office/drawing/2014/main" id="{55337CBB-9B46-0E65-AC80-39BE50DC1BB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92300" y="2138363"/>
              <a:ext cx="77788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22">
                  <a:extLst>
                    <a:ext uri="{FF2B5EF4-FFF2-40B4-BE49-F238E27FC236}">
                      <a16:creationId xmlns:a16="http://schemas.microsoft.com/office/drawing/2014/main" id="{8025A3BD-B8B8-50C5-3A60-94D39EC7E8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4163" y="1893888"/>
                  <a:ext cx="220110" cy="2738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04" name="Rectangle 22">
                  <a:extLst>
                    <a:ext uri="{FF2B5EF4-FFF2-40B4-BE49-F238E27FC236}">
                      <a16:creationId xmlns:a16="http://schemas.microsoft.com/office/drawing/2014/main" id="{8025A3BD-B8B8-50C5-3A60-94D39EC7E8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4163" y="1893888"/>
                  <a:ext cx="220110" cy="273889"/>
                </a:xfrm>
                <a:prstGeom prst="rect">
                  <a:avLst/>
                </a:prstGeom>
                <a:blipFill>
                  <a:blip r:embed="rId22"/>
                  <a:stretch>
                    <a:fillRect l="-21875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Freeform 23">
              <a:extLst>
                <a:ext uri="{FF2B5EF4-FFF2-40B4-BE49-F238E27FC236}">
                  <a16:creationId xmlns:a16="http://schemas.microsoft.com/office/drawing/2014/main" id="{D06B2923-1918-9CF7-BAC2-110AF80E00F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9963" y="1622425"/>
              <a:ext cx="179388" cy="301625"/>
            </a:xfrm>
            <a:custGeom>
              <a:avLst/>
              <a:gdLst>
                <a:gd name="T0" fmla="*/ 17 w 147"/>
                <a:gd name="T1" fmla="*/ 0 h 245"/>
                <a:gd name="T2" fmla="*/ 0 w 147"/>
                <a:gd name="T3" fmla="*/ 105 h 245"/>
                <a:gd name="T4" fmla="*/ 9 w 147"/>
                <a:gd name="T5" fmla="*/ 181 h 245"/>
                <a:gd name="T6" fmla="*/ 36 w 147"/>
                <a:gd name="T7" fmla="*/ 227 h 245"/>
                <a:gd name="T8" fmla="*/ 71 w 147"/>
                <a:gd name="T9" fmla="*/ 245 h 245"/>
                <a:gd name="T10" fmla="*/ 107 w 147"/>
                <a:gd name="T11" fmla="*/ 235 h 245"/>
                <a:gd name="T12" fmla="*/ 135 w 147"/>
                <a:gd name="T13" fmla="*/ 196 h 245"/>
                <a:gd name="T14" fmla="*/ 147 w 147"/>
                <a:gd name="T15" fmla="*/ 131 h 245"/>
                <a:gd name="T16" fmla="*/ 134 w 147"/>
                <a:gd name="T17" fmla="*/ 3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245">
                  <a:moveTo>
                    <a:pt x="17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6" y="227"/>
                  </a:lnTo>
                  <a:lnTo>
                    <a:pt x="71" y="245"/>
                  </a:lnTo>
                  <a:lnTo>
                    <a:pt x="107" y="235"/>
                  </a:lnTo>
                  <a:lnTo>
                    <a:pt x="135" y="196"/>
                  </a:lnTo>
                  <a:lnTo>
                    <a:pt x="147" y="131"/>
                  </a:lnTo>
                  <a:lnTo>
                    <a:pt x="134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06" name="Freeform 24">
              <a:extLst>
                <a:ext uri="{FF2B5EF4-FFF2-40B4-BE49-F238E27FC236}">
                  <a16:creationId xmlns:a16="http://schemas.microsoft.com/office/drawing/2014/main" id="{EA593FE0-BE8A-23E5-AB0B-B975382B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600" y="1811338"/>
              <a:ext cx="61913" cy="84138"/>
            </a:xfrm>
            <a:custGeom>
              <a:avLst/>
              <a:gdLst>
                <a:gd name="T0" fmla="*/ 7 w 39"/>
                <a:gd name="T1" fmla="*/ 53 h 53"/>
                <a:gd name="T2" fmla="*/ 39 w 39"/>
                <a:gd name="T3" fmla="*/ 10 h 53"/>
                <a:gd name="T4" fmla="*/ 16 w 39"/>
                <a:gd name="T5" fmla="*/ 19 h 53"/>
                <a:gd name="T6" fmla="*/ 0 w 39"/>
                <a:gd name="T7" fmla="*/ 0 h 53"/>
                <a:gd name="T8" fmla="*/ 7 w 3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3">
                  <a:moveTo>
                    <a:pt x="7" y="53"/>
                  </a:moveTo>
                  <a:lnTo>
                    <a:pt x="39" y="10"/>
                  </a:lnTo>
                  <a:lnTo>
                    <a:pt x="16" y="19"/>
                  </a:lnTo>
                  <a:lnTo>
                    <a:pt x="0" y="0"/>
                  </a:lnTo>
                  <a:lnTo>
                    <a:pt x="7" y="5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07" name="Freeform 25">
              <a:extLst>
                <a:ext uri="{FF2B5EF4-FFF2-40B4-BE49-F238E27FC236}">
                  <a16:creationId xmlns:a16="http://schemas.microsoft.com/office/drawing/2014/main" id="{D21F2287-59D9-2378-CB95-3DC2ED8FA37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17600" y="1811338"/>
              <a:ext cx="61913" cy="84138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Rectangle 26">
                  <a:extLst>
                    <a:ext uri="{FF2B5EF4-FFF2-40B4-BE49-F238E27FC236}">
                      <a16:creationId xmlns:a16="http://schemas.microsoft.com/office/drawing/2014/main" id="{56AE79AA-6DE4-57B6-2F95-4D7487DB9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614" y="1350963"/>
                  <a:ext cx="210837" cy="2738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08" name="Rectangle 26">
                  <a:extLst>
                    <a:ext uri="{FF2B5EF4-FFF2-40B4-BE49-F238E27FC236}">
                      <a16:creationId xmlns:a16="http://schemas.microsoft.com/office/drawing/2014/main" id="{56AE79AA-6DE4-57B6-2F95-4D7487DB99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3614" y="1350963"/>
                  <a:ext cx="210837" cy="273889"/>
                </a:xfrm>
                <a:prstGeom prst="rect">
                  <a:avLst/>
                </a:prstGeom>
                <a:blipFill>
                  <a:blip r:embed="rId23"/>
                  <a:stretch>
                    <a:fillRect l="-22581" r="-19355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7290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סיכום שלב שני: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אופרטור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𝜔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עבור </a:t>
            </a:r>
            <a:r>
              <a:rPr lang="en-US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endParaRPr lang="he-IL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800" y="1524000"/>
                <a:ext cx="7848600" cy="186095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spcBef>
                    <a:spcPts val="24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כל אוטומט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כך ש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24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קיים אוטומט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p>
                        <m:r>
                          <a:rPr lang="he-IL" sz="24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ש:</a:t>
                </a:r>
              </a:p>
              <a:p>
                <a:pPr algn="ctr"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ℒ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ו-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p>
                            <m: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524000"/>
                <a:ext cx="7848600" cy="18609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5486400"/>
                <a:ext cx="4630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486400"/>
                <a:ext cx="46301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22919" y="5395284"/>
                <a:ext cx="529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919" y="5395284"/>
                <a:ext cx="5290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9"/>
          <p:cNvSpPr/>
          <p:nvPr/>
        </p:nvSpPr>
        <p:spPr>
          <a:xfrm>
            <a:off x="3886200" y="4572000"/>
            <a:ext cx="685800" cy="381000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11" name="Group 67">
            <a:extLst>
              <a:ext uri="{FF2B5EF4-FFF2-40B4-BE49-F238E27FC236}">
                <a16:creationId xmlns:a16="http://schemas.microsoft.com/office/drawing/2014/main" id="{93C087DA-5E31-8FFA-320E-51BA372700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01886" y="3992529"/>
            <a:ext cx="2742688" cy="1539936"/>
            <a:chOff x="1003" y="2963"/>
            <a:chExt cx="2123" cy="1192"/>
          </a:xfrm>
        </p:grpSpPr>
        <p:sp>
          <p:nvSpPr>
            <p:cNvPr id="12" name="Freeform 68">
              <a:extLst>
                <a:ext uri="{FF2B5EF4-FFF2-40B4-BE49-F238E27FC236}">
                  <a16:creationId xmlns:a16="http://schemas.microsoft.com/office/drawing/2014/main" id="{45432DE3-98BB-DF0C-F565-6357655F8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3389"/>
              <a:ext cx="335" cy="338"/>
            </a:xfrm>
            <a:custGeom>
              <a:avLst/>
              <a:gdLst>
                <a:gd name="T0" fmla="*/ 335 w 335"/>
                <a:gd name="T1" fmla="*/ 169 h 338"/>
                <a:gd name="T2" fmla="*/ 323 w 335"/>
                <a:gd name="T3" fmla="*/ 103 h 338"/>
                <a:gd name="T4" fmla="*/ 286 w 335"/>
                <a:gd name="T5" fmla="*/ 49 h 338"/>
                <a:gd name="T6" fmla="*/ 233 w 335"/>
                <a:gd name="T7" fmla="*/ 13 h 338"/>
                <a:gd name="T8" fmla="*/ 168 w 335"/>
                <a:gd name="T9" fmla="*/ 0 h 338"/>
                <a:gd name="T10" fmla="*/ 102 w 335"/>
                <a:gd name="T11" fmla="*/ 13 h 338"/>
                <a:gd name="T12" fmla="*/ 48 w 335"/>
                <a:gd name="T13" fmla="*/ 49 h 338"/>
                <a:gd name="T14" fmla="*/ 12 w 335"/>
                <a:gd name="T15" fmla="*/ 103 h 338"/>
                <a:gd name="T16" fmla="*/ 0 w 335"/>
                <a:gd name="T17" fmla="*/ 169 h 338"/>
                <a:gd name="T18" fmla="*/ 12 w 335"/>
                <a:gd name="T19" fmla="*/ 235 h 338"/>
                <a:gd name="T20" fmla="*/ 48 w 335"/>
                <a:gd name="T21" fmla="*/ 289 h 338"/>
                <a:gd name="T22" fmla="*/ 102 w 335"/>
                <a:gd name="T23" fmla="*/ 325 h 338"/>
                <a:gd name="T24" fmla="*/ 168 w 335"/>
                <a:gd name="T25" fmla="*/ 338 h 338"/>
                <a:gd name="T26" fmla="*/ 233 w 335"/>
                <a:gd name="T27" fmla="*/ 325 h 338"/>
                <a:gd name="T28" fmla="*/ 286 w 335"/>
                <a:gd name="T29" fmla="*/ 289 h 338"/>
                <a:gd name="T30" fmla="*/ 323 w 335"/>
                <a:gd name="T31" fmla="*/ 235 h 338"/>
                <a:gd name="T32" fmla="*/ 335 w 335"/>
                <a:gd name="T33" fmla="*/ 169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5" h="338">
                  <a:moveTo>
                    <a:pt x="335" y="169"/>
                  </a:moveTo>
                  <a:lnTo>
                    <a:pt x="323" y="103"/>
                  </a:lnTo>
                  <a:lnTo>
                    <a:pt x="286" y="49"/>
                  </a:lnTo>
                  <a:lnTo>
                    <a:pt x="233" y="13"/>
                  </a:lnTo>
                  <a:lnTo>
                    <a:pt x="168" y="0"/>
                  </a:lnTo>
                  <a:lnTo>
                    <a:pt x="102" y="13"/>
                  </a:lnTo>
                  <a:lnTo>
                    <a:pt x="48" y="49"/>
                  </a:lnTo>
                  <a:lnTo>
                    <a:pt x="12" y="103"/>
                  </a:lnTo>
                  <a:lnTo>
                    <a:pt x="0" y="169"/>
                  </a:lnTo>
                  <a:lnTo>
                    <a:pt x="12" y="235"/>
                  </a:lnTo>
                  <a:lnTo>
                    <a:pt x="48" y="289"/>
                  </a:lnTo>
                  <a:lnTo>
                    <a:pt x="102" y="325"/>
                  </a:lnTo>
                  <a:lnTo>
                    <a:pt x="168" y="338"/>
                  </a:lnTo>
                  <a:lnTo>
                    <a:pt x="233" y="325"/>
                  </a:lnTo>
                  <a:lnTo>
                    <a:pt x="286" y="289"/>
                  </a:lnTo>
                  <a:lnTo>
                    <a:pt x="323" y="235"/>
                  </a:lnTo>
                  <a:lnTo>
                    <a:pt x="335" y="169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147CD6F5-EB52-15BF-0C40-A9CA29F8F6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i="1" dirty="0" err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147CD6F5-EB52-15BF-0C40-A9CA29F8F6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2" y="3354"/>
                  <a:ext cx="336" cy="338"/>
                </a:xfrm>
                <a:custGeom>
                  <a:avLst/>
                  <a:gdLst>
                    <a:gd name="T0" fmla="*/ 336 w 336"/>
                    <a:gd name="T1" fmla="*/ 169 h 338"/>
                    <a:gd name="T2" fmla="*/ 323 w 336"/>
                    <a:gd name="T3" fmla="*/ 103 h 338"/>
                    <a:gd name="T4" fmla="*/ 287 w 336"/>
                    <a:gd name="T5" fmla="*/ 50 h 338"/>
                    <a:gd name="T6" fmla="*/ 233 w 336"/>
                    <a:gd name="T7" fmla="*/ 13 h 338"/>
                    <a:gd name="T8" fmla="*/ 168 w 336"/>
                    <a:gd name="T9" fmla="*/ 0 h 338"/>
                    <a:gd name="T10" fmla="*/ 102 w 336"/>
                    <a:gd name="T11" fmla="*/ 13 h 338"/>
                    <a:gd name="T12" fmla="*/ 48 w 336"/>
                    <a:gd name="T13" fmla="*/ 50 h 338"/>
                    <a:gd name="T14" fmla="*/ 13 w 336"/>
                    <a:gd name="T15" fmla="*/ 103 h 338"/>
                    <a:gd name="T16" fmla="*/ 0 w 336"/>
                    <a:gd name="T17" fmla="*/ 169 h 338"/>
                    <a:gd name="T18" fmla="*/ 13 w 336"/>
                    <a:gd name="T19" fmla="*/ 235 h 338"/>
                    <a:gd name="T20" fmla="*/ 48 w 336"/>
                    <a:gd name="T21" fmla="*/ 289 h 338"/>
                    <a:gd name="T22" fmla="*/ 102 w 336"/>
                    <a:gd name="T23" fmla="*/ 325 h 338"/>
                    <a:gd name="T24" fmla="*/ 168 w 336"/>
                    <a:gd name="T25" fmla="*/ 338 h 338"/>
                    <a:gd name="T26" fmla="*/ 233 w 336"/>
                    <a:gd name="T27" fmla="*/ 325 h 338"/>
                    <a:gd name="T28" fmla="*/ 287 w 336"/>
                    <a:gd name="T29" fmla="*/ 289 h 338"/>
                    <a:gd name="T30" fmla="*/ 323 w 336"/>
                    <a:gd name="T31" fmla="*/ 235 h 338"/>
                    <a:gd name="T32" fmla="*/ 336 w 336"/>
                    <a:gd name="T33" fmla="*/ 169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36" h="338">
                      <a:moveTo>
                        <a:pt x="336" y="169"/>
                      </a:moveTo>
                      <a:lnTo>
                        <a:pt x="323" y="103"/>
                      </a:lnTo>
                      <a:lnTo>
                        <a:pt x="287" y="50"/>
                      </a:lnTo>
                      <a:lnTo>
                        <a:pt x="233" y="13"/>
                      </a:lnTo>
                      <a:lnTo>
                        <a:pt x="168" y="0"/>
                      </a:lnTo>
                      <a:lnTo>
                        <a:pt x="102" y="13"/>
                      </a:lnTo>
                      <a:lnTo>
                        <a:pt x="48" y="50"/>
                      </a:lnTo>
                      <a:lnTo>
                        <a:pt x="13" y="103"/>
                      </a:lnTo>
                      <a:lnTo>
                        <a:pt x="0" y="169"/>
                      </a:lnTo>
                      <a:lnTo>
                        <a:pt x="13" y="235"/>
                      </a:lnTo>
                      <a:lnTo>
                        <a:pt x="48" y="289"/>
                      </a:lnTo>
                      <a:lnTo>
                        <a:pt x="102" y="325"/>
                      </a:lnTo>
                      <a:lnTo>
                        <a:pt x="168" y="338"/>
                      </a:lnTo>
                      <a:lnTo>
                        <a:pt x="233" y="325"/>
                      </a:lnTo>
                      <a:lnTo>
                        <a:pt x="287" y="289"/>
                      </a:lnTo>
                      <a:lnTo>
                        <a:pt x="323" y="235"/>
                      </a:lnTo>
                      <a:lnTo>
                        <a:pt x="336" y="169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 70">
              <a:extLst>
                <a:ext uri="{FF2B5EF4-FFF2-40B4-BE49-F238E27FC236}">
                  <a16:creationId xmlns:a16="http://schemas.microsoft.com/office/drawing/2014/main" id="{C1F61C8E-4B4D-035D-05CA-E3E2F6D4130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5" name="Freeform 71">
              <a:extLst>
                <a:ext uri="{FF2B5EF4-FFF2-40B4-BE49-F238E27FC236}">
                  <a16:creationId xmlns:a16="http://schemas.microsoft.com/office/drawing/2014/main" id="{4A363D95-5BE2-8CDE-C55B-E0A43BDC6DA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72" y="3354"/>
              <a:ext cx="336" cy="338"/>
            </a:xfrm>
            <a:custGeom>
              <a:avLst/>
              <a:gdLst>
                <a:gd name="T0" fmla="*/ 416 w 416"/>
                <a:gd name="T1" fmla="*/ 209 h 417"/>
                <a:gd name="T2" fmla="*/ 400 w 416"/>
                <a:gd name="T3" fmla="*/ 290 h 417"/>
                <a:gd name="T4" fmla="*/ 355 w 416"/>
                <a:gd name="T5" fmla="*/ 356 h 417"/>
                <a:gd name="T6" fmla="*/ 289 w 416"/>
                <a:gd name="T7" fmla="*/ 401 h 417"/>
                <a:gd name="T8" fmla="*/ 208 w 416"/>
                <a:gd name="T9" fmla="*/ 417 h 417"/>
                <a:gd name="T10" fmla="*/ 127 w 416"/>
                <a:gd name="T11" fmla="*/ 401 h 417"/>
                <a:gd name="T12" fmla="*/ 60 w 416"/>
                <a:gd name="T13" fmla="*/ 356 h 417"/>
                <a:gd name="T14" fmla="*/ 16 w 416"/>
                <a:gd name="T15" fmla="*/ 290 h 417"/>
                <a:gd name="T16" fmla="*/ 0 w 416"/>
                <a:gd name="T17" fmla="*/ 209 h 417"/>
                <a:gd name="T18" fmla="*/ 16 w 416"/>
                <a:gd name="T19" fmla="*/ 127 h 417"/>
                <a:gd name="T20" fmla="*/ 60 w 416"/>
                <a:gd name="T21" fmla="*/ 61 h 417"/>
                <a:gd name="T22" fmla="*/ 127 w 416"/>
                <a:gd name="T23" fmla="*/ 17 h 417"/>
                <a:gd name="T24" fmla="*/ 208 w 416"/>
                <a:gd name="T25" fmla="*/ 0 h 417"/>
                <a:gd name="T26" fmla="*/ 289 w 416"/>
                <a:gd name="T27" fmla="*/ 17 h 417"/>
                <a:gd name="T28" fmla="*/ 355 w 416"/>
                <a:gd name="T29" fmla="*/ 61 h 417"/>
                <a:gd name="T30" fmla="*/ 400 w 416"/>
                <a:gd name="T31" fmla="*/ 127 h 417"/>
                <a:gd name="T32" fmla="*/ 416 w 416"/>
                <a:gd name="T33" fmla="*/ 209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6" h="417">
                  <a:moveTo>
                    <a:pt x="416" y="209"/>
                  </a:moveTo>
                  <a:lnTo>
                    <a:pt x="400" y="290"/>
                  </a:lnTo>
                  <a:lnTo>
                    <a:pt x="355" y="356"/>
                  </a:lnTo>
                  <a:lnTo>
                    <a:pt x="289" y="401"/>
                  </a:lnTo>
                  <a:lnTo>
                    <a:pt x="208" y="417"/>
                  </a:lnTo>
                  <a:lnTo>
                    <a:pt x="127" y="401"/>
                  </a:lnTo>
                  <a:lnTo>
                    <a:pt x="60" y="356"/>
                  </a:lnTo>
                  <a:lnTo>
                    <a:pt x="16" y="290"/>
                  </a:lnTo>
                  <a:lnTo>
                    <a:pt x="0" y="209"/>
                  </a:lnTo>
                  <a:lnTo>
                    <a:pt x="16" y="127"/>
                  </a:lnTo>
                  <a:lnTo>
                    <a:pt x="60" y="61"/>
                  </a:lnTo>
                  <a:lnTo>
                    <a:pt x="127" y="17"/>
                  </a:lnTo>
                  <a:lnTo>
                    <a:pt x="208" y="0"/>
                  </a:lnTo>
                  <a:lnTo>
                    <a:pt x="289" y="17"/>
                  </a:lnTo>
                  <a:lnTo>
                    <a:pt x="355" y="61"/>
                  </a:lnTo>
                  <a:lnTo>
                    <a:pt x="400" y="127"/>
                  </a:lnTo>
                  <a:lnTo>
                    <a:pt x="416" y="209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6" name="Rectangle 72">
              <a:extLst>
                <a:ext uri="{FF2B5EF4-FFF2-40B4-BE49-F238E27FC236}">
                  <a16:creationId xmlns:a16="http://schemas.microsoft.com/office/drawing/2014/main" id="{10121C04-1C3D-914C-8E56-7956FB0BF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73">
              <a:extLst>
                <a:ext uri="{FF2B5EF4-FFF2-40B4-BE49-F238E27FC236}">
                  <a16:creationId xmlns:a16="http://schemas.microsoft.com/office/drawing/2014/main" id="{7669A033-34A6-BCBF-19B9-FA6C1FE52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3464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Line 74">
              <a:extLst>
                <a:ext uri="{FF2B5EF4-FFF2-40B4-BE49-F238E27FC236}">
                  <a16:creationId xmlns:a16="http://schemas.microsoft.com/office/drawing/2014/main" id="{865D8A3D-C68C-9402-EEDA-C20C14986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" y="3523"/>
              <a:ext cx="1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19" name="Freeform 75">
              <a:extLst>
                <a:ext uri="{FF2B5EF4-FFF2-40B4-BE49-F238E27FC236}">
                  <a16:creationId xmlns:a16="http://schemas.microsoft.com/office/drawing/2014/main" id="{DF0247C2-B39E-0994-22FE-079D62C18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0" name="Freeform 76">
              <a:extLst>
                <a:ext uri="{FF2B5EF4-FFF2-40B4-BE49-F238E27FC236}">
                  <a16:creationId xmlns:a16="http://schemas.microsoft.com/office/drawing/2014/main" id="{F6A5CFCD-6968-0686-A867-3F392FD2F1F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9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1" name="Freeform 77">
              <a:extLst>
                <a:ext uri="{FF2B5EF4-FFF2-40B4-BE49-F238E27FC236}">
                  <a16:creationId xmlns:a16="http://schemas.microsoft.com/office/drawing/2014/main" id="{D5DA116D-4223-4A68-D8AF-BE10E8AE4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3395"/>
              <a:ext cx="324" cy="326"/>
            </a:xfrm>
            <a:custGeom>
              <a:avLst/>
              <a:gdLst>
                <a:gd name="T0" fmla="*/ 324 w 324"/>
                <a:gd name="T1" fmla="*/ 163 h 326"/>
                <a:gd name="T2" fmla="*/ 312 w 324"/>
                <a:gd name="T3" fmla="*/ 99 h 326"/>
                <a:gd name="T4" fmla="*/ 277 w 324"/>
                <a:gd name="T5" fmla="*/ 47 h 326"/>
                <a:gd name="T6" fmla="*/ 226 w 324"/>
                <a:gd name="T7" fmla="*/ 13 h 326"/>
                <a:gd name="T8" fmla="*/ 162 w 324"/>
                <a:gd name="T9" fmla="*/ 0 h 326"/>
                <a:gd name="T10" fmla="*/ 99 w 324"/>
                <a:gd name="T11" fmla="*/ 13 h 326"/>
                <a:gd name="T12" fmla="*/ 47 w 324"/>
                <a:gd name="T13" fmla="*/ 47 h 326"/>
                <a:gd name="T14" fmla="*/ 13 w 324"/>
                <a:gd name="T15" fmla="*/ 99 h 326"/>
                <a:gd name="T16" fmla="*/ 0 w 324"/>
                <a:gd name="T17" fmla="*/ 163 h 326"/>
                <a:gd name="T18" fmla="*/ 13 w 324"/>
                <a:gd name="T19" fmla="*/ 227 h 326"/>
                <a:gd name="T20" fmla="*/ 47 w 324"/>
                <a:gd name="T21" fmla="*/ 279 h 326"/>
                <a:gd name="T22" fmla="*/ 99 w 324"/>
                <a:gd name="T23" fmla="*/ 314 h 326"/>
                <a:gd name="T24" fmla="*/ 162 w 324"/>
                <a:gd name="T25" fmla="*/ 326 h 326"/>
                <a:gd name="T26" fmla="*/ 226 w 324"/>
                <a:gd name="T27" fmla="*/ 314 h 326"/>
                <a:gd name="T28" fmla="*/ 277 w 324"/>
                <a:gd name="T29" fmla="*/ 279 h 326"/>
                <a:gd name="T30" fmla="*/ 312 w 324"/>
                <a:gd name="T31" fmla="*/ 227 h 326"/>
                <a:gd name="T32" fmla="*/ 324 w 324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4" h="326">
                  <a:moveTo>
                    <a:pt x="324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4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Freeform 78">
                  <a:extLst>
                    <a:ext uri="{FF2B5EF4-FFF2-40B4-BE49-F238E27FC236}">
                      <a16:creationId xmlns:a16="http://schemas.microsoft.com/office/drawing/2014/main" id="{CD2CCB00-40B8-2C37-41AC-B05C13B701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22" name="Freeform 78">
                  <a:extLst>
                    <a:ext uri="{FF2B5EF4-FFF2-40B4-BE49-F238E27FC236}">
                      <a16:creationId xmlns:a16="http://schemas.microsoft.com/office/drawing/2014/main" id="{CD2CCB00-40B8-2C37-41AC-B05C13B701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77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6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reeform 79">
              <a:extLst>
                <a:ext uri="{FF2B5EF4-FFF2-40B4-BE49-F238E27FC236}">
                  <a16:creationId xmlns:a16="http://schemas.microsoft.com/office/drawing/2014/main" id="{38E8EC5F-BB53-588B-79EA-1EEE1C31414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77" y="3360"/>
              <a:ext cx="325" cy="327"/>
            </a:xfrm>
            <a:custGeom>
              <a:avLst/>
              <a:gdLst>
                <a:gd name="T0" fmla="*/ 402 w 402"/>
                <a:gd name="T1" fmla="*/ 202 h 403"/>
                <a:gd name="T2" fmla="*/ 387 w 402"/>
                <a:gd name="T3" fmla="*/ 280 h 403"/>
                <a:gd name="T4" fmla="*/ 344 w 402"/>
                <a:gd name="T5" fmla="*/ 344 h 403"/>
                <a:gd name="T6" fmla="*/ 280 w 402"/>
                <a:gd name="T7" fmla="*/ 387 h 403"/>
                <a:gd name="T8" fmla="*/ 201 w 402"/>
                <a:gd name="T9" fmla="*/ 403 h 403"/>
                <a:gd name="T10" fmla="*/ 123 w 402"/>
                <a:gd name="T11" fmla="*/ 387 h 403"/>
                <a:gd name="T12" fmla="*/ 59 w 402"/>
                <a:gd name="T13" fmla="*/ 344 h 403"/>
                <a:gd name="T14" fmla="*/ 16 w 402"/>
                <a:gd name="T15" fmla="*/ 280 h 403"/>
                <a:gd name="T16" fmla="*/ 0 w 402"/>
                <a:gd name="T17" fmla="*/ 202 h 403"/>
                <a:gd name="T18" fmla="*/ 16 w 402"/>
                <a:gd name="T19" fmla="*/ 123 h 403"/>
                <a:gd name="T20" fmla="*/ 59 w 402"/>
                <a:gd name="T21" fmla="*/ 59 h 403"/>
                <a:gd name="T22" fmla="*/ 123 w 402"/>
                <a:gd name="T23" fmla="*/ 16 h 403"/>
                <a:gd name="T24" fmla="*/ 201 w 402"/>
                <a:gd name="T25" fmla="*/ 0 h 403"/>
                <a:gd name="T26" fmla="*/ 280 w 402"/>
                <a:gd name="T27" fmla="*/ 16 h 403"/>
                <a:gd name="T28" fmla="*/ 344 w 402"/>
                <a:gd name="T29" fmla="*/ 59 h 403"/>
                <a:gd name="T30" fmla="*/ 387 w 402"/>
                <a:gd name="T31" fmla="*/ 123 h 403"/>
                <a:gd name="T32" fmla="*/ 402 w 402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3">
                  <a:moveTo>
                    <a:pt x="402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4" name="Rectangle 80">
              <a:extLst>
                <a:ext uri="{FF2B5EF4-FFF2-40B4-BE49-F238E27FC236}">
                  <a16:creationId xmlns:a16="http://schemas.microsoft.com/office/drawing/2014/main" id="{F6FF83DF-223F-4D69-6DC2-6170636CF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Freeform 82">
              <a:extLst>
                <a:ext uri="{FF2B5EF4-FFF2-40B4-BE49-F238E27FC236}">
                  <a16:creationId xmlns:a16="http://schemas.microsoft.com/office/drawing/2014/main" id="{F32280F9-8F9F-87EF-99ED-AA658742A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395"/>
              <a:ext cx="325" cy="326"/>
            </a:xfrm>
            <a:custGeom>
              <a:avLst/>
              <a:gdLst>
                <a:gd name="T0" fmla="*/ 325 w 325"/>
                <a:gd name="T1" fmla="*/ 163 h 326"/>
                <a:gd name="T2" fmla="*/ 312 w 325"/>
                <a:gd name="T3" fmla="*/ 99 h 326"/>
                <a:gd name="T4" fmla="*/ 277 w 325"/>
                <a:gd name="T5" fmla="*/ 47 h 326"/>
                <a:gd name="T6" fmla="*/ 226 w 325"/>
                <a:gd name="T7" fmla="*/ 13 h 326"/>
                <a:gd name="T8" fmla="*/ 162 w 325"/>
                <a:gd name="T9" fmla="*/ 0 h 326"/>
                <a:gd name="T10" fmla="*/ 99 w 325"/>
                <a:gd name="T11" fmla="*/ 13 h 326"/>
                <a:gd name="T12" fmla="*/ 47 w 325"/>
                <a:gd name="T13" fmla="*/ 47 h 326"/>
                <a:gd name="T14" fmla="*/ 13 w 325"/>
                <a:gd name="T15" fmla="*/ 99 h 326"/>
                <a:gd name="T16" fmla="*/ 0 w 325"/>
                <a:gd name="T17" fmla="*/ 163 h 326"/>
                <a:gd name="T18" fmla="*/ 13 w 325"/>
                <a:gd name="T19" fmla="*/ 227 h 326"/>
                <a:gd name="T20" fmla="*/ 47 w 325"/>
                <a:gd name="T21" fmla="*/ 279 h 326"/>
                <a:gd name="T22" fmla="*/ 99 w 325"/>
                <a:gd name="T23" fmla="*/ 314 h 326"/>
                <a:gd name="T24" fmla="*/ 162 w 325"/>
                <a:gd name="T25" fmla="*/ 326 h 326"/>
                <a:gd name="T26" fmla="*/ 226 w 325"/>
                <a:gd name="T27" fmla="*/ 314 h 326"/>
                <a:gd name="T28" fmla="*/ 277 w 325"/>
                <a:gd name="T29" fmla="*/ 279 h 326"/>
                <a:gd name="T30" fmla="*/ 312 w 325"/>
                <a:gd name="T31" fmla="*/ 227 h 326"/>
                <a:gd name="T32" fmla="*/ 325 w 325"/>
                <a:gd name="T33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5" h="326">
                  <a:moveTo>
                    <a:pt x="325" y="163"/>
                  </a:moveTo>
                  <a:lnTo>
                    <a:pt x="312" y="99"/>
                  </a:lnTo>
                  <a:lnTo>
                    <a:pt x="277" y="47"/>
                  </a:lnTo>
                  <a:lnTo>
                    <a:pt x="226" y="13"/>
                  </a:lnTo>
                  <a:lnTo>
                    <a:pt x="162" y="0"/>
                  </a:lnTo>
                  <a:lnTo>
                    <a:pt x="99" y="13"/>
                  </a:lnTo>
                  <a:lnTo>
                    <a:pt x="47" y="47"/>
                  </a:lnTo>
                  <a:lnTo>
                    <a:pt x="13" y="99"/>
                  </a:lnTo>
                  <a:lnTo>
                    <a:pt x="0" y="163"/>
                  </a:lnTo>
                  <a:lnTo>
                    <a:pt x="13" y="227"/>
                  </a:lnTo>
                  <a:lnTo>
                    <a:pt x="47" y="279"/>
                  </a:lnTo>
                  <a:lnTo>
                    <a:pt x="99" y="314"/>
                  </a:lnTo>
                  <a:lnTo>
                    <a:pt x="162" y="326"/>
                  </a:lnTo>
                  <a:lnTo>
                    <a:pt x="226" y="314"/>
                  </a:lnTo>
                  <a:lnTo>
                    <a:pt x="277" y="279"/>
                  </a:lnTo>
                  <a:lnTo>
                    <a:pt x="312" y="227"/>
                  </a:lnTo>
                  <a:lnTo>
                    <a:pt x="325" y="163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Freeform 83">
                  <a:extLst>
                    <a:ext uri="{FF2B5EF4-FFF2-40B4-BE49-F238E27FC236}">
                      <a16:creationId xmlns:a16="http://schemas.microsoft.com/office/drawing/2014/main" id="{FC2B9519-4DB5-468A-6BA0-380FCD35D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26" name="Freeform 83">
                  <a:extLst>
                    <a:ext uri="{FF2B5EF4-FFF2-40B4-BE49-F238E27FC236}">
                      <a16:creationId xmlns:a16="http://schemas.microsoft.com/office/drawing/2014/main" id="{FC2B9519-4DB5-468A-6BA0-380FCD35DC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66" y="3360"/>
                  <a:ext cx="325" cy="327"/>
                </a:xfrm>
                <a:custGeom>
                  <a:avLst/>
                  <a:gdLst>
                    <a:gd name="T0" fmla="*/ 325 w 325"/>
                    <a:gd name="T1" fmla="*/ 163 h 327"/>
                    <a:gd name="T2" fmla="*/ 312 w 325"/>
                    <a:gd name="T3" fmla="*/ 100 h 327"/>
                    <a:gd name="T4" fmla="*/ 278 w 325"/>
                    <a:gd name="T5" fmla="*/ 48 h 327"/>
                    <a:gd name="T6" fmla="*/ 226 w 325"/>
                    <a:gd name="T7" fmla="*/ 13 h 327"/>
                    <a:gd name="T8" fmla="*/ 162 w 325"/>
                    <a:gd name="T9" fmla="*/ 0 h 327"/>
                    <a:gd name="T10" fmla="*/ 99 w 325"/>
                    <a:gd name="T11" fmla="*/ 13 h 327"/>
                    <a:gd name="T12" fmla="*/ 48 w 325"/>
                    <a:gd name="T13" fmla="*/ 48 h 327"/>
                    <a:gd name="T14" fmla="*/ 13 w 325"/>
                    <a:gd name="T15" fmla="*/ 100 h 327"/>
                    <a:gd name="T16" fmla="*/ 0 w 325"/>
                    <a:gd name="T17" fmla="*/ 163 h 327"/>
                    <a:gd name="T18" fmla="*/ 13 w 325"/>
                    <a:gd name="T19" fmla="*/ 227 h 327"/>
                    <a:gd name="T20" fmla="*/ 48 w 325"/>
                    <a:gd name="T21" fmla="*/ 279 h 327"/>
                    <a:gd name="T22" fmla="*/ 99 w 325"/>
                    <a:gd name="T23" fmla="*/ 314 h 327"/>
                    <a:gd name="T24" fmla="*/ 162 w 325"/>
                    <a:gd name="T25" fmla="*/ 327 h 327"/>
                    <a:gd name="T26" fmla="*/ 226 w 325"/>
                    <a:gd name="T27" fmla="*/ 314 h 327"/>
                    <a:gd name="T28" fmla="*/ 278 w 325"/>
                    <a:gd name="T29" fmla="*/ 279 h 327"/>
                    <a:gd name="T30" fmla="*/ 312 w 325"/>
                    <a:gd name="T31" fmla="*/ 227 h 327"/>
                    <a:gd name="T32" fmla="*/ 325 w 325"/>
                    <a:gd name="T33" fmla="*/ 163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5" h="327">
                      <a:moveTo>
                        <a:pt x="325" y="163"/>
                      </a:moveTo>
                      <a:lnTo>
                        <a:pt x="312" y="100"/>
                      </a:lnTo>
                      <a:lnTo>
                        <a:pt x="278" y="48"/>
                      </a:lnTo>
                      <a:lnTo>
                        <a:pt x="226" y="13"/>
                      </a:lnTo>
                      <a:lnTo>
                        <a:pt x="162" y="0"/>
                      </a:lnTo>
                      <a:lnTo>
                        <a:pt x="99" y="13"/>
                      </a:lnTo>
                      <a:lnTo>
                        <a:pt x="48" y="48"/>
                      </a:lnTo>
                      <a:lnTo>
                        <a:pt x="13" y="100"/>
                      </a:lnTo>
                      <a:lnTo>
                        <a:pt x="0" y="163"/>
                      </a:lnTo>
                      <a:lnTo>
                        <a:pt x="13" y="227"/>
                      </a:lnTo>
                      <a:lnTo>
                        <a:pt x="48" y="279"/>
                      </a:lnTo>
                      <a:lnTo>
                        <a:pt x="99" y="314"/>
                      </a:lnTo>
                      <a:lnTo>
                        <a:pt x="162" y="327"/>
                      </a:lnTo>
                      <a:lnTo>
                        <a:pt x="226" y="314"/>
                      </a:lnTo>
                      <a:lnTo>
                        <a:pt x="278" y="279"/>
                      </a:lnTo>
                      <a:lnTo>
                        <a:pt x="312" y="227"/>
                      </a:lnTo>
                      <a:lnTo>
                        <a:pt x="325" y="163"/>
                      </a:lnTo>
                      <a:close/>
                    </a:path>
                  </a:pathLst>
                </a:custGeom>
                <a:blipFill>
                  <a:blip r:embed="rId7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Freeform 84">
              <a:extLst>
                <a:ext uri="{FF2B5EF4-FFF2-40B4-BE49-F238E27FC236}">
                  <a16:creationId xmlns:a16="http://schemas.microsoft.com/office/drawing/2014/main" id="{88E9FD1E-01D8-F51E-BEA5-5C62DA1DFA3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6" y="3360"/>
              <a:ext cx="325" cy="327"/>
            </a:xfrm>
            <a:custGeom>
              <a:avLst/>
              <a:gdLst>
                <a:gd name="T0" fmla="*/ 403 w 403"/>
                <a:gd name="T1" fmla="*/ 202 h 403"/>
                <a:gd name="T2" fmla="*/ 387 w 403"/>
                <a:gd name="T3" fmla="*/ 280 h 403"/>
                <a:gd name="T4" fmla="*/ 344 w 403"/>
                <a:gd name="T5" fmla="*/ 344 h 403"/>
                <a:gd name="T6" fmla="*/ 280 w 403"/>
                <a:gd name="T7" fmla="*/ 387 h 403"/>
                <a:gd name="T8" fmla="*/ 201 w 403"/>
                <a:gd name="T9" fmla="*/ 403 h 403"/>
                <a:gd name="T10" fmla="*/ 123 w 403"/>
                <a:gd name="T11" fmla="*/ 387 h 403"/>
                <a:gd name="T12" fmla="*/ 59 w 403"/>
                <a:gd name="T13" fmla="*/ 344 h 403"/>
                <a:gd name="T14" fmla="*/ 16 w 403"/>
                <a:gd name="T15" fmla="*/ 280 h 403"/>
                <a:gd name="T16" fmla="*/ 0 w 403"/>
                <a:gd name="T17" fmla="*/ 202 h 403"/>
                <a:gd name="T18" fmla="*/ 16 w 403"/>
                <a:gd name="T19" fmla="*/ 123 h 403"/>
                <a:gd name="T20" fmla="*/ 59 w 403"/>
                <a:gd name="T21" fmla="*/ 59 h 403"/>
                <a:gd name="T22" fmla="*/ 123 w 403"/>
                <a:gd name="T23" fmla="*/ 16 h 403"/>
                <a:gd name="T24" fmla="*/ 201 w 403"/>
                <a:gd name="T25" fmla="*/ 0 h 403"/>
                <a:gd name="T26" fmla="*/ 280 w 403"/>
                <a:gd name="T27" fmla="*/ 16 h 403"/>
                <a:gd name="T28" fmla="*/ 344 w 403"/>
                <a:gd name="T29" fmla="*/ 59 h 403"/>
                <a:gd name="T30" fmla="*/ 387 w 403"/>
                <a:gd name="T31" fmla="*/ 123 h 403"/>
                <a:gd name="T32" fmla="*/ 403 w 403"/>
                <a:gd name="T33" fmla="*/ 2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3">
                  <a:moveTo>
                    <a:pt x="403" y="202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2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8" name="Rectangle 85">
              <a:extLst>
                <a:ext uri="{FF2B5EF4-FFF2-40B4-BE49-F238E27FC236}">
                  <a16:creationId xmlns:a16="http://schemas.microsoft.com/office/drawing/2014/main" id="{B205EC36-44B1-094F-ACDC-B225F9C9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6" y="3396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86">
              <a:extLst>
                <a:ext uri="{FF2B5EF4-FFF2-40B4-BE49-F238E27FC236}">
                  <a16:creationId xmlns:a16="http://schemas.microsoft.com/office/drawing/2014/main" id="{21009E78-799B-017C-B6CF-530C980F6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3464"/>
              <a:ext cx="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Freeform 87">
              <a:extLst>
                <a:ext uri="{FF2B5EF4-FFF2-40B4-BE49-F238E27FC236}">
                  <a16:creationId xmlns:a16="http://schemas.microsoft.com/office/drawing/2014/main" id="{050CBF1B-9660-C932-0610-3D9E78BD11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80" y="3141"/>
              <a:ext cx="125" cy="211"/>
            </a:xfrm>
            <a:custGeom>
              <a:avLst/>
              <a:gdLst>
                <a:gd name="T0" fmla="*/ 17 w 155"/>
                <a:gd name="T1" fmla="*/ 0 h 260"/>
                <a:gd name="T2" fmla="*/ 0 w 155"/>
                <a:gd name="T3" fmla="*/ 112 h 260"/>
                <a:gd name="T4" fmla="*/ 10 w 155"/>
                <a:gd name="T5" fmla="*/ 192 h 260"/>
                <a:gd name="T6" fmla="*/ 38 w 155"/>
                <a:gd name="T7" fmla="*/ 242 h 260"/>
                <a:gd name="T8" fmla="*/ 75 w 155"/>
                <a:gd name="T9" fmla="*/ 260 h 260"/>
                <a:gd name="T10" fmla="*/ 113 w 155"/>
                <a:gd name="T11" fmla="*/ 249 h 260"/>
                <a:gd name="T12" fmla="*/ 143 w 155"/>
                <a:gd name="T13" fmla="*/ 208 h 260"/>
                <a:gd name="T14" fmla="*/ 155 w 155"/>
                <a:gd name="T15" fmla="*/ 138 h 260"/>
                <a:gd name="T16" fmla="*/ 141 w 155"/>
                <a:gd name="T17" fmla="*/ 38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260">
                  <a:moveTo>
                    <a:pt x="17" y="0"/>
                  </a:moveTo>
                  <a:lnTo>
                    <a:pt x="0" y="112"/>
                  </a:lnTo>
                  <a:lnTo>
                    <a:pt x="10" y="192"/>
                  </a:lnTo>
                  <a:lnTo>
                    <a:pt x="38" y="242"/>
                  </a:lnTo>
                  <a:lnTo>
                    <a:pt x="75" y="260"/>
                  </a:lnTo>
                  <a:lnTo>
                    <a:pt x="113" y="249"/>
                  </a:lnTo>
                  <a:lnTo>
                    <a:pt x="143" y="208"/>
                  </a:lnTo>
                  <a:lnTo>
                    <a:pt x="155" y="138"/>
                  </a:lnTo>
                  <a:lnTo>
                    <a:pt x="141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1" name="Freeform 88">
              <a:extLst>
                <a:ext uri="{FF2B5EF4-FFF2-40B4-BE49-F238E27FC236}">
                  <a16:creationId xmlns:a16="http://schemas.microsoft.com/office/drawing/2014/main" id="{B3B57EB6-803B-2E19-87C0-155686757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3278"/>
              <a:ext cx="41" cy="55"/>
            </a:xfrm>
            <a:custGeom>
              <a:avLst/>
              <a:gdLst>
                <a:gd name="T0" fmla="*/ 8 w 41"/>
                <a:gd name="T1" fmla="*/ 55 h 55"/>
                <a:gd name="T2" fmla="*/ 41 w 41"/>
                <a:gd name="T3" fmla="*/ 10 h 55"/>
                <a:gd name="T4" fmla="*/ 17 w 41"/>
                <a:gd name="T5" fmla="*/ 19 h 55"/>
                <a:gd name="T6" fmla="*/ 0 w 41"/>
                <a:gd name="T7" fmla="*/ 0 h 55"/>
                <a:gd name="T8" fmla="*/ 8 w 41"/>
                <a:gd name="T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5">
                  <a:moveTo>
                    <a:pt x="8" y="55"/>
                  </a:moveTo>
                  <a:lnTo>
                    <a:pt x="41" y="10"/>
                  </a:lnTo>
                  <a:lnTo>
                    <a:pt x="17" y="19"/>
                  </a:lnTo>
                  <a:lnTo>
                    <a:pt x="0" y="0"/>
                  </a:lnTo>
                  <a:lnTo>
                    <a:pt x="8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2" name="Freeform 89">
              <a:extLst>
                <a:ext uri="{FF2B5EF4-FFF2-40B4-BE49-F238E27FC236}">
                  <a16:creationId xmlns:a16="http://schemas.microsoft.com/office/drawing/2014/main" id="{6529732F-BDEE-9B28-F555-C63E0388B60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383" y="3278"/>
              <a:ext cx="41" cy="55"/>
            </a:xfrm>
            <a:custGeom>
              <a:avLst/>
              <a:gdLst>
                <a:gd name="T0" fmla="*/ 9 w 50"/>
                <a:gd name="T1" fmla="*/ 0 h 68"/>
                <a:gd name="T2" fmla="*/ 50 w 50"/>
                <a:gd name="T3" fmla="*/ 55 h 68"/>
                <a:gd name="T4" fmla="*/ 21 w 50"/>
                <a:gd name="T5" fmla="*/ 44 h 68"/>
                <a:gd name="T6" fmla="*/ 0 w 50"/>
                <a:gd name="T7" fmla="*/ 68 h 68"/>
                <a:gd name="T8" fmla="*/ 9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9" y="0"/>
                  </a:moveTo>
                  <a:lnTo>
                    <a:pt x="50" y="55"/>
                  </a:lnTo>
                  <a:lnTo>
                    <a:pt x="21" y="44"/>
                  </a:lnTo>
                  <a:lnTo>
                    <a:pt x="0" y="68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90">
                  <a:extLst>
                    <a:ext uri="{FF2B5EF4-FFF2-40B4-BE49-F238E27FC236}">
                      <a16:creationId xmlns:a16="http://schemas.microsoft.com/office/drawing/2014/main" id="{5904FFEF-6FF8-269B-C485-124D0B4D34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4" y="2963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33" name="Rectangle 90">
                  <a:extLst>
                    <a:ext uri="{FF2B5EF4-FFF2-40B4-BE49-F238E27FC236}">
                      <a16:creationId xmlns:a16="http://schemas.microsoft.com/office/drawing/2014/main" id="{5904FFEF-6FF8-269B-C485-124D0B4D34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4" y="2963"/>
                  <a:ext cx="153" cy="191"/>
                </a:xfrm>
                <a:prstGeom prst="rect">
                  <a:avLst/>
                </a:prstGeom>
                <a:blipFill>
                  <a:blip r:embed="rId8"/>
                  <a:stretch>
                    <a:fillRect l="-21875" r="-18750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Line 91">
              <a:extLst>
                <a:ext uri="{FF2B5EF4-FFF2-40B4-BE49-F238E27FC236}">
                  <a16:creationId xmlns:a16="http://schemas.microsoft.com/office/drawing/2014/main" id="{816F95A9-CDD2-C5E4-1A91-F072DC99D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6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5" name="Freeform 92">
              <a:extLst>
                <a:ext uri="{FF2B5EF4-FFF2-40B4-BE49-F238E27FC236}">
                  <a16:creationId xmlns:a16="http://schemas.microsoft.com/office/drawing/2014/main" id="{5185DA2F-AE32-0C40-290F-39024A8C9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4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4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6" name="Freeform 93">
              <a:extLst>
                <a:ext uri="{FF2B5EF4-FFF2-40B4-BE49-F238E27FC236}">
                  <a16:creationId xmlns:a16="http://schemas.microsoft.com/office/drawing/2014/main" id="{921EFD07-B5DB-FE65-E297-5EFB05DCDA7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03" y="3502"/>
              <a:ext cx="51" cy="42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94">
                  <a:extLst>
                    <a:ext uri="{FF2B5EF4-FFF2-40B4-BE49-F238E27FC236}">
                      <a16:creationId xmlns:a16="http://schemas.microsoft.com/office/drawing/2014/main" id="{487200E7-BE63-1B1B-5673-76BD8CFA55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342"/>
                  <a:ext cx="147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37" name="Rectangle 94">
                  <a:extLst>
                    <a:ext uri="{FF2B5EF4-FFF2-40B4-BE49-F238E27FC236}">
                      <a16:creationId xmlns:a16="http://schemas.microsoft.com/office/drawing/2014/main" id="{487200E7-BE63-1B1B-5673-76BD8CFA55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5" y="3342"/>
                  <a:ext cx="147" cy="191"/>
                </a:xfrm>
                <a:prstGeom prst="rect">
                  <a:avLst/>
                </a:prstGeom>
                <a:blipFill>
                  <a:blip r:embed="rId9"/>
                  <a:stretch>
                    <a:fillRect l="-22581" r="-19355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Freeform 95">
              <a:extLst>
                <a:ext uri="{FF2B5EF4-FFF2-40B4-BE49-F238E27FC236}">
                  <a16:creationId xmlns:a16="http://schemas.microsoft.com/office/drawing/2014/main" id="{B9ABAB13-ADD9-6A25-8EEC-F693375291C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54" y="3659"/>
              <a:ext cx="1347" cy="308"/>
            </a:xfrm>
            <a:custGeom>
              <a:avLst/>
              <a:gdLst>
                <a:gd name="T0" fmla="*/ 0 w 1668"/>
                <a:gd name="T1" fmla="*/ 379 h 379"/>
                <a:gd name="T2" fmla="*/ 178 w 1668"/>
                <a:gd name="T3" fmla="*/ 214 h 379"/>
                <a:gd name="T4" fmla="*/ 385 w 1668"/>
                <a:gd name="T5" fmla="*/ 96 h 379"/>
                <a:gd name="T6" fmla="*/ 611 w 1668"/>
                <a:gd name="T7" fmla="*/ 25 h 379"/>
                <a:gd name="T8" fmla="*/ 846 w 1668"/>
                <a:gd name="T9" fmla="*/ 0 h 379"/>
                <a:gd name="T10" fmla="*/ 1079 w 1668"/>
                <a:gd name="T11" fmla="*/ 22 h 379"/>
                <a:gd name="T12" fmla="*/ 1301 w 1668"/>
                <a:gd name="T13" fmla="*/ 89 h 379"/>
                <a:gd name="T14" fmla="*/ 1501 w 1668"/>
                <a:gd name="T15" fmla="*/ 201 h 379"/>
                <a:gd name="T16" fmla="*/ 1668 w 1668"/>
                <a:gd name="T17" fmla="*/ 358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8" h="379">
                  <a:moveTo>
                    <a:pt x="0" y="379"/>
                  </a:moveTo>
                  <a:lnTo>
                    <a:pt x="178" y="214"/>
                  </a:lnTo>
                  <a:lnTo>
                    <a:pt x="385" y="96"/>
                  </a:lnTo>
                  <a:lnTo>
                    <a:pt x="611" y="25"/>
                  </a:lnTo>
                  <a:lnTo>
                    <a:pt x="846" y="0"/>
                  </a:lnTo>
                  <a:lnTo>
                    <a:pt x="1079" y="22"/>
                  </a:lnTo>
                  <a:lnTo>
                    <a:pt x="1301" y="89"/>
                  </a:lnTo>
                  <a:lnTo>
                    <a:pt x="1501" y="201"/>
                  </a:lnTo>
                  <a:lnTo>
                    <a:pt x="1668" y="35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9" name="Freeform 96">
              <a:extLst>
                <a:ext uri="{FF2B5EF4-FFF2-40B4-BE49-F238E27FC236}">
                  <a16:creationId xmlns:a16="http://schemas.microsoft.com/office/drawing/2014/main" id="{F53B6A37-3B1A-D5B4-13A8-67BAFE721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3666"/>
              <a:ext cx="50" cy="54"/>
            </a:xfrm>
            <a:custGeom>
              <a:avLst/>
              <a:gdLst>
                <a:gd name="T0" fmla="*/ 50 w 50"/>
                <a:gd name="T1" fmla="*/ 0 h 54"/>
                <a:gd name="T2" fmla="*/ 0 w 50"/>
                <a:gd name="T3" fmla="*/ 26 h 54"/>
                <a:gd name="T4" fmla="*/ 25 w 50"/>
                <a:gd name="T5" fmla="*/ 29 h 54"/>
                <a:gd name="T6" fmla="*/ 33 w 50"/>
                <a:gd name="T7" fmla="*/ 54 h 54"/>
                <a:gd name="T8" fmla="*/ 50 w 5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4">
                  <a:moveTo>
                    <a:pt x="50" y="0"/>
                  </a:moveTo>
                  <a:lnTo>
                    <a:pt x="0" y="26"/>
                  </a:lnTo>
                  <a:lnTo>
                    <a:pt x="25" y="29"/>
                  </a:lnTo>
                  <a:lnTo>
                    <a:pt x="33" y="54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40" name="Freeform 97">
              <a:extLst>
                <a:ext uri="{FF2B5EF4-FFF2-40B4-BE49-F238E27FC236}">
                  <a16:creationId xmlns:a16="http://schemas.microsoft.com/office/drawing/2014/main" id="{BD586193-301B-0C17-3A35-0EB255A9E3E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0" y="3666"/>
              <a:ext cx="50" cy="54"/>
            </a:xfrm>
            <a:custGeom>
              <a:avLst/>
              <a:gdLst>
                <a:gd name="T0" fmla="*/ 61 w 61"/>
                <a:gd name="T1" fmla="*/ 66 h 66"/>
                <a:gd name="T2" fmla="*/ 0 w 61"/>
                <a:gd name="T3" fmla="*/ 34 h 66"/>
                <a:gd name="T4" fmla="*/ 31 w 61"/>
                <a:gd name="T5" fmla="*/ 31 h 66"/>
                <a:gd name="T6" fmla="*/ 40 w 61"/>
                <a:gd name="T7" fmla="*/ 0 h 66"/>
                <a:gd name="T8" fmla="*/ 61 w 61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66">
                  <a:moveTo>
                    <a:pt x="61" y="66"/>
                  </a:moveTo>
                  <a:lnTo>
                    <a:pt x="0" y="34"/>
                  </a:lnTo>
                  <a:lnTo>
                    <a:pt x="31" y="31"/>
                  </a:lnTo>
                  <a:lnTo>
                    <a:pt x="40" y="0"/>
                  </a:lnTo>
                  <a:lnTo>
                    <a:pt x="61" y="6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98">
                  <a:extLst>
                    <a:ext uri="{FF2B5EF4-FFF2-40B4-BE49-F238E27FC236}">
                      <a16:creationId xmlns:a16="http://schemas.microsoft.com/office/drawing/2014/main" id="{5FF6F51D-3224-BD26-9F9C-5F4AE1453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5" y="3964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41" name="Rectangle 98">
                  <a:extLst>
                    <a:ext uri="{FF2B5EF4-FFF2-40B4-BE49-F238E27FC236}">
                      <a16:creationId xmlns:a16="http://schemas.microsoft.com/office/drawing/2014/main" id="{5FF6F51D-3224-BD26-9F9C-5F4AE14539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5" y="3964"/>
                  <a:ext cx="153" cy="191"/>
                </a:xfrm>
                <a:prstGeom prst="rect">
                  <a:avLst/>
                </a:prstGeom>
                <a:blipFill>
                  <a:blip r:embed="rId10"/>
                  <a:stretch>
                    <a:fillRect l="-21875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99">
              <a:extLst>
                <a:ext uri="{FF2B5EF4-FFF2-40B4-BE49-F238E27FC236}">
                  <a16:creationId xmlns:a16="http://schemas.microsoft.com/office/drawing/2014/main" id="{947267EA-2DF8-BB95-C8D0-F37A784D0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" y="3523"/>
              <a:ext cx="4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43" name="Freeform 100">
              <a:extLst>
                <a:ext uri="{FF2B5EF4-FFF2-40B4-BE49-F238E27FC236}">
                  <a16:creationId xmlns:a16="http://schemas.microsoft.com/office/drawing/2014/main" id="{85FDA578-AEBA-F209-B73E-61E958B81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502"/>
              <a:ext cx="51" cy="42"/>
            </a:xfrm>
            <a:custGeom>
              <a:avLst/>
              <a:gdLst>
                <a:gd name="T0" fmla="*/ 51 w 51"/>
                <a:gd name="T1" fmla="*/ 21 h 42"/>
                <a:gd name="T2" fmla="*/ 0 w 51"/>
                <a:gd name="T3" fmla="*/ 0 h 42"/>
                <a:gd name="T4" fmla="*/ 15 w 51"/>
                <a:gd name="T5" fmla="*/ 21 h 42"/>
                <a:gd name="T6" fmla="*/ 0 w 51"/>
                <a:gd name="T7" fmla="*/ 42 h 42"/>
                <a:gd name="T8" fmla="*/ 51 w 51"/>
                <a:gd name="T9" fmla="*/ 2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42">
                  <a:moveTo>
                    <a:pt x="51" y="21"/>
                  </a:moveTo>
                  <a:lnTo>
                    <a:pt x="0" y="0"/>
                  </a:lnTo>
                  <a:lnTo>
                    <a:pt x="15" y="21"/>
                  </a:lnTo>
                  <a:lnTo>
                    <a:pt x="0" y="42"/>
                  </a:lnTo>
                  <a:lnTo>
                    <a:pt x="5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44" name="Freeform 101">
              <a:extLst>
                <a:ext uri="{FF2B5EF4-FFF2-40B4-BE49-F238E27FC236}">
                  <a16:creationId xmlns:a16="http://schemas.microsoft.com/office/drawing/2014/main" id="{DC561E21-83D3-C9C0-559B-C1DE5890F68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2" y="3502"/>
              <a:ext cx="51" cy="42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8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102">
                  <a:extLst>
                    <a:ext uri="{FF2B5EF4-FFF2-40B4-BE49-F238E27FC236}">
                      <a16:creationId xmlns:a16="http://schemas.microsoft.com/office/drawing/2014/main" id="{3E262516-0D18-AAD0-F735-5A9ADA9F4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9" y="3342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45" name="Rectangle 102">
                  <a:extLst>
                    <a:ext uri="{FF2B5EF4-FFF2-40B4-BE49-F238E27FC236}">
                      <a16:creationId xmlns:a16="http://schemas.microsoft.com/office/drawing/2014/main" id="{3E262516-0D18-AAD0-F735-5A9ADA9F4C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9" y="3342"/>
                  <a:ext cx="153" cy="191"/>
                </a:xfrm>
                <a:prstGeom prst="rect">
                  <a:avLst/>
                </a:prstGeom>
                <a:blipFill>
                  <a:blip r:embed="rId11"/>
                  <a:stretch>
                    <a:fillRect l="-18750" r="-21875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Freeform 103">
              <a:extLst>
                <a:ext uri="{FF2B5EF4-FFF2-40B4-BE49-F238E27FC236}">
                  <a16:creationId xmlns:a16="http://schemas.microsoft.com/office/drawing/2014/main" id="{64D37CA9-61D8-EB94-C403-36553C4F135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4" y="3163"/>
              <a:ext cx="117" cy="199"/>
            </a:xfrm>
            <a:custGeom>
              <a:avLst/>
              <a:gdLst>
                <a:gd name="T0" fmla="*/ 16 w 146"/>
                <a:gd name="T1" fmla="*/ 0 h 245"/>
                <a:gd name="T2" fmla="*/ 0 w 146"/>
                <a:gd name="T3" fmla="*/ 105 h 245"/>
                <a:gd name="T4" fmla="*/ 9 w 146"/>
                <a:gd name="T5" fmla="*/ 181 h 245"/>
                <a:gd name="T6" fmla="*/ 35 w 146"/>
                <a:gd name="T7" fmla="*/ 228 h 245"/>
                <a:gd name="T8" fmla="*/ 71 w 146"/>
                <a:gd name="T9" fmla="*/ 245 h 245"/>
                <a:gd name="T10" fmla="*/ 106 w 146"/>
                <a:gd name="T11" fmla="*/ 235 h 245"/>
                <a:gd name="T12" fmla="*/ 134 w 146"/>
                <a:gd name="T13" fmla="*/ 197 h 245"/>
                <a:gd name="T14" fmla="*/ 146 w 146"/>
                <a:gd name="T15" fmla="*/ 131 h 245"/>
                <a:gd name="T16" fmla="*/ 133 w 146"/>
                <a:gd name="T17" fmla="*/ 39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6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5" y="228"/>
                  </a:lnTo>
                  <a:lnTo>
                    <a:pt x="71" y="245"/>
                  </a:lnTo>
                  <a:lnTo>
                    <a:pt x="106" y="235"/>
                  </a:lnTo>
                  <a:lnTo>
                    <a:pt x="134" y="197"/>
                  </a:lnTo>
                  <a:lnTo>
                    <a:pt x="146" y="131"/>
                  </a:lnTo>
                  <a:lnTo>
                    <a:pt x="133" y="3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47" name="Freeform 104">
              <a:extLst>
                <a:ext uri="{FF2B5EF4-FFF2-40B4-BE49-F238E27FC236}">
                  <a16:creationId xmlns:a16="http://schemas.microsoft.com/office/drawing/2014/main" id="{30C0C870-B6B8-484B-9072-43A50875C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3287"/>
              <a:ext cx="41" cy="56"/>
            </a:xfrm>
            <a:custGeom>
              <a:avLst/>
              <a:gdLst>
                <a:gd name="T0" fmla="*/ 8 w 41"/>
                <a:gd name="T1" fmla="*/ 56 h 56"/>
                <a:gd name="T2" fmla="*/ 41 w 41"/>
                <a:gd name="T3" fmla="*/ 12 h 56"/>
                <a:gd name="T4" fmla="*/ 17 w 41"/>
                <a:gd name="T5" fmla="*/ 20 h 56"/>
                <a:gd name="T6" fmla="*/ 0 w 41"/>
                <a:gd name="T7" fmla="*/ 0 h 56"/>
                <a:gd name="T8" fmla="*/ 8 w 41"/>
                <a:gd name="T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6">
                  <a:moveTo>
                    <a:pt x="8" y="56"/>
                  </a:moveTo>
                  <a:lnTo>
                    <a:pt x="41" y="12"/>
                  </a:lnTo>
                  <a:lnTo>
                    <a:pt x="17" y="20"/>
                  </a:lnTo>
                  <a:lnTo>
                    <a:pt x="0" y="0"/>
                  </a:lnTo>
                  <a:lnTo>
                    <a:pt x="8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48" name="Freeform 105">
              <a:extLst>
                <a:ext uri="{FF2B5EF4-FFF2-40B4-BE49-F238E27FC236}">
                  <a16:creationId xmlns:a16="http://schemas.microsoft.com/office/drawing/2014/main" id="{6C2FD947-4A37-CE37-F0BB-790154A8C5F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80" y="3287"/>
              <a:ext cx="41" cy="56"/>
            </a:xfrm>
            <a:custGeom>
              <a:avLst/>
              <a:gdLst>
                <a:gd name="T0" fmla="*/ 9 w 50"/>
                <a:gd name="T1" fmla="*/ 0 h 69"/>
                <a:gd name="T2" fmla="*/ 50 w 50"/>
                <a:gd name="T3" fmla="*/ 55 h 69"/>
                <a:gd name="T4" fmla="*/ 21 w 50"/>
                <a:gd name="T5" fmla="*/ 45 h 69"/>
                <a:gd name="T6" fmla="*/ 0 w 50"/>
                <a:gd name="T7" fmla="*/ 69 h 69"/>
                <a:gd name="T8" fmla="*/ 9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9" y="0"/>
                  </a:moveTo>
                  <a:lnTo>
                    <a:pt x="50" y="55"/>
                  </a:lnTo>
                  <a:lnTo>
                    <a:pt x="21" y="45"/>
                  </a:lnTo>
                  <a:lnTo>
                    <a:pt x="0" y="69"/>
                  </a:lnTo>
                  <a:lnTo>
                    <a:pt x="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106">
                  <a:extLst>
                    <a:ext uri="{FF2B5EF4-FFF2-40B4-BE49-F238E27FC236}">
                      <a16:creationId xmlns:a16="http://schemas.microsoft.com/office/drawing/2014/main" id="{8AF102EA-7C24-9A7B-F14D-764227BAC4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0" y="2986"/>
                  <a:ext cx="147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49" name="Rectangle 106">
                  <a:extLst>
                    <a:ext uri="{FF2B5EF4-FFF2-40B4-BE49-F238E27FC236}">
                      <a16:creationId xmlns:a16="http://schemas.microsoft.com/office/drawing/2014/main" id="{8AF102EA-7C24-9A7B-F14D-764227BAC4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80" y="2986"/>
                  <a:ext cx="147" cy="191"/>
                </a:xfrm>
                <a:prstGeom prst="rect">
                  <a:avLst/>
                </a:prstGeom>
                <a:blipFill>
                  <a:blip r:embed="rId12"/>
                  <a:stretch>
                    <a:fillRect l="-22581" r="-19355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Freeform 107">
              <a:extLst>
                <a:ext uri="{FF2B5EF4-FFF2-40B4-BE49-F238E27FC236}">
                  <a16:creationId xmlns:a16="http://schemas.microsoft.com/office/drawing/2014/main" id="{EC636AEF-1CAA-C28E-62C0-8369572FE2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36" y="3580"/>
              <a:ext cx="447" cy="52"/>
            </a:xfrm>
            <a:custGeom>
              <a:avLst/>
              <a:gdLst>
                <a:gd name="T0" fmla="*/ 554 w 554"/>
                <a:gd name="T1" fmla="*/ 63 h 63"/>
                <a:gd name="T2" fmla="*/ 402 w 554"/>
                <a:gd name="T3" fmla="*/ 18 h 63"/>
                <a:gd name="T4" fmla="*/ 263 w 554"/>
                <a:gd name="T5" fmla="*/ 0 h 63"/>
                <a:gd name="T6" fmla="*/ 132 w 554"/>
                <a:gd name="T7" fmla="*/ 10 h 63"/>
                <a:gd name="T8" fmla="*/ 0 w 554"/>
                <a:gd name="T9" fmla="*/ 4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63">
                  <a:moveTo>
                    <a:pt x="554" y="63"/>
                  </a:moveTo>
                  <a:lnTo>
                    <a:pt x="402" y="18"/>
                  </a:lnTo>
                  <a:lnTo>
                    <a:pt x="263" y="0"/>
                  </a:lnTo>
                  <a:lnTo>
                    <a:pt x="132" y="10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id="{49728F88-979E-1C95-A93D-2DA29107E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3588"/>
              <a:ext cx="56" cy="40"/>
            </a:xfrm>
            <a:custGeom>
              <a:avLst/>
              <a:gdLst>
                <a:gd name="T0" fmla="*/ 0 w 56"/>
                <a:gd name="T1" fmla="*/ 2 h 40"/>
                <a:gd name="T2" fmla="*/ 41 w 56"/>
                <a:gd name="T3" fmla="*/ 40 h 40"/>
                <a:gd name="T4" fmla="*/ 35 w 56"/>
                <a:gd name="T5" fmla="*/ 14 h 40"/>
                <a:gd name="T6" fmla="*/ 56 w 56"/>
                <a:gd name="T7" fmla="*/ 0 h 40"/>
                <a:gd name="T8" fmla="*/ 0 w 56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40">
                  <a:moveTo>
                    <a:pt x="0" y="2"/>
                  </a:moveTo>
                  <a:lnTo>
                    <a:pt x="41" y="40"/>
                  </a:lnTo>
                  <a:lnTo>
                    <a:pt x="35" y="14"/>
                  </a:lnTo>
                  <a:lnTo>
                    <a:pt x="5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525C9FE9-3AE2-3541-D720-A7AC537B9B1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24" y="3588"/>
              <a:ext cx="56" cy="40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110">
                  <a:extLst>
                    <a:ext uri="{FF2B5EF4-FFF2-40B4-BE49-F238E27FC236}">
                      <a16:creationId xmlns:a16="http://schemas.microsoft.com/office/drawing/2014/main" id="{DEC053E1-F430-27C8-075A-234B74A500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3630"/>
                  <a:ext cx="153" cy="1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53" name="Rectangle 110">
                  <a:extLst>
                    <a:ext uri="{FF2B5EF4-FFF2-40B4-BE49-F238E27FC236}">
                      <a16:creationId xmlns:a16="http://schemas.microsoft.com/office/drawing/2014/main" id="{DEC053E1-F430-27C8-075A-234B74A500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80" y="3630"/>
                  <a:ext cx="153" cy="191"/>
                </a:xfrm>
                <a:prstGeom prst="rect">
                  <a:avLst/>
                </a:prstGeom>
                <a:blipFill>
                  <a:blip r:embed="rId13"/>
                  <a:stretch>
                    <a:fillRect l="-21875" r="-18750" b="-731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349CC1F-E7A4-EC7F-9DDD-8F5E7CE7CCFC}"/>
              </a:ext>
            </a:extLst>
          </p:cNvPr>
          <p:cNvGrpSpPr/>
          <p:nvPr/>
        </p:nvGrpSpPr>
        <p:grpSpPr>
          <a:xfrm>
            <a:off x="1356928" y="4204877"/>
            <a:ext cx="1792483" cy="1006127"/>
            <a:chOff x="561975" y="1350963"/>
            <a:chExt cx="1993901" cy="1119187"/>
          </a:xfrm>
        </p:grpSpPr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C18EEEF9-9FB1-2D13-D711-4E8CF2AF4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3" y="1974850"/>
              <a:ext cx="492125" cy="495300"/>
            </a:xfrm>
            <a:custGeom>
              <a:avLst/>
              <a:gdLst>
                <a:gd name="T0" fmla="*/ 310 w 310"/>
                <a:gd name="T1" fmla="*/ 156 h 312"/>
                <a:gd name="T2" fmla="*/ 298 w 310"/>
                <a:gd name="T3" fmla="*/ 95 h 312"/>
                <a:gd name="T4" fmla="*/ 265 w 310"/>
                <a:gd name="T5" fmla="*/ 45 h 312"/>
                <a:gd name="T6" fmla="*/ 215 w 310"/>
                <a:gd name="T7" fmla="*/ 12 h 312"/>
                <a:gd name="T8" fmla="*/ 155 w 310"/>
                <a:gd name="T9" fmla="*/ 0 h 312"/>
                <a:gd name="T10" fmla="*/ 94 w 310"/>
                <a:gd name="T11" fmla="*/ 12 h 312"/>
                <a:gd name="T12" fmla="*/ 45 w 310"/>
                <a:gd name="T13" fmla="*/ 45 h 312"/>
                <a:gd name="T14" fmla="*/ 12 w 310"/>
                <a:gd name="T15" fmla="*/ 95 h 312"/>
                <a:gd name="T16" fmla="*/ 0 w 310"/>
                <a:gd name="T17" fmla="*/ 156 h 312"/>
                <a:gd name="T18" fmla="*/ 12 w 310"/>
                <a:gd name="T19" fmla="*/ 217 h 312"/>
                <a:gd name="T20" fmla="*/ 45 w 310"/>
                <a:gd name="T21" fmla="*/ 267 h 312"/>
                <a:gd name="T22" fmla="*/ 94 w 310"/>
                <a:gd name="T23" fmla="*/ 300 h 312"/>
                <a:gd name="T24" fmla="*/ 155 w 310"/>
                <a:gd name="T25" fmla="*/ 312 h 312"/>
                <a:gd name="T26" fmla="*/ 215 w 310"/>
                <a:gd name="T27" fmla="*/ 300 h 312"/>
                <a:gd name="T28" fmla="*/ 265 w 310"/>
                <a:gd name="T29" fmla="*/ 267 h 312"/>
                <a:gd name="T30" fmla="*/ 298 w 310"/>
                <a:gd name="T31" fmla="*/ 217 h 312"/>
                <a:gd name="T32" fmla="*/ 310 w 310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312">
                  <a:moveTo>
                    <a:pt x="310" y="156"/>
                  </a:moveTo>
                  <a:lnTo>
                    <a:pt x="298" y="95"/>
                  </a:lnTo>
                  <a:lnTo>
                    <a:pt x="265" y="45"/>
                  </a:lnTo>
                  <a:lnTo>
                    <a:pt x="215" y="12"/>
                  </a:lnTo>
                  <a:lnTo>
                    <a:pt x="155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5" y="312"/>
                  </a:lnTo>
                  <a:lnTo>
                    <a:pt x="215" y="300"/>
                  </a:lnTo>
                  <a:lnTo>
                    <a:pt x="265" y="267"/>
                  </a:lnTo>
                  <a:lnTo>
                    <a:pt x="298" y="217"/>
                  </a:lnTo>
                  <a:lnTo>
                    <a:pt x="310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Freeform 6">
                  <a:extLst>
                    <a:ext uri="{FF2B5EF4-FFF2-40B4-BE49-F238E27FC236}">
                      <a16:creationId xmlns:a16="http://schemas.microsoft.com/office/drawing/2014/main" id="{C494DDFB-EA76-8B59-9691-0E3BB7B24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56" name="Freeform 6">
                  <a:extLst>
                    <a:ext uri="{FF2B5EF4-FFF2-40B4-BE49-F238E27FC236}">
                      <a16:creationId xmlns:a16="http://schemas.microsoft.com/office/drawing/2014/main" id="{C494DDFB-EA76-8B59-9691-0E3BB7B24D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625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8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4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4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8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8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4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4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8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14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5FD3DDEC-FE13-D2D9-CE7F-D6CAE3902DF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09625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80 h 402"/>
                <a:gd name="T4" fmla="*/ 343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2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2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3 w 402"/>
                <a:gd name="T29" fmla="*/ 59 h 402"/>
                <a:gd name="T30" fmla="*/ 386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80"/>
                  </a:lnTo>
                  <a:lnTo>
                    <a:pt x="343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2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2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3" y="59"/>
                  </a:lnTo>
                  <a:lnTo>
                    <a:pt x="386" y="123"/>
                  </a:lnTo>
                  <a:lnTo>
                    <a:pt x="402" y="2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8" name="Line 10">
              <a:extLst>
                <a:ext uri="{FF2B5EF4-FFF2-40B4-BE49-F238E27FC236}">
                  <a16:creationId xmlns:a16="http://schemas.microsoft.com/office/drawing/2014/main" id="{5FD8BF0F-C41C-F500-6281-E87B71B63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975" y="2170113"/>
              <a:ext cx="1936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74668011-57B2-8AC8-821C-2A01ED004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3" y="2138363"/>
              <a:ext cx="79375" cy="63500"/>
            </a:xfrm>
            <a:custGeom>
              <a:avLst/>
              <a:gdLst>
                <a:gd name="T0" fmla="*/ 50 w 50"/>
                <a:gd name="T1" fmla="*/ 20 h 40"/>
                <a:gd name="T2" fmla="*/ 0 w 50"/>
                <a:gd name="T3" fmla="*/ 0 h 40"/>
                <a:gd name="T4" fmla="*/ 14 w 50"/>
                <a:gd name="T5" fmla="*/ 20 h 40"/>
                <a:gd name="T6" fmla="*/ 0 w 50"/>
                <a:gd name="T7" fmla="*/ 40 h 40"/>
                <a:gd name="T8" fmla="*/ 50 w 50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40">
                  <a:moveTo>
                    <a:pt x="50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50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96770498-E3CF-01BC-E6DE-9510D88D8A2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913" y="2138363"/>
              <a:ext cx="79375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38E5304F-84CE-1E96-FFC2-46A216414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5338" y="1974850"/>
              <a:ext cx="490538" cy="495300"/>
            </a:xfrm>
            <a:custGeom>
              <a:avLst/>
              <a:gdLst>
                <a:gd name="T0" fmla="*/ 309 w 309"/>
                <a:gd name="T1" fmla="*/ 156 h 312"/>
                <a:gd name="T2" fmla="*/ 297 w 309"/>
                <a:gd name="T3" fmla="*/ 95 h 312"/>
                <a:gd name="T4" fmla="*/ 264 w 309"/>
                <a:gd name="T5" fmla="*/ 45 h 312"/>
                <a:gd name="T6" fmla="*/ 215 w 309"/>
                <a:gd name="T7" fmla="*/ 12 h 312"/>
                <a:gd name="T8" fmla="*/ 154 w 309"/>
                <a:gd name="T9" fmla="*/ 0 h 312"/>
                <a:gd name="T10" fmla="*/ 94 w 309"/>
                <a:gd name="T11" fmla="*/ 12 h 312"/>
                <a:gd name="T12" fmla="*/ 45 w 309"/>
                <a:gd name="T13" fmla="*/ 45 h 312"/>
                <a:gd name="T14" fmla="*/ 12 w 309"/>
                <a:gd name="T15" fmla="*/ 95 h 312"/>
                <a:gd name="T16" fmla="*/ 0 w 309"/>
                <a:gd name="T17" fmla="*/ 156 h 312"/>
                <a:gd name="T18" fmla="*/ 12 w 309"/>
                <a:gd name="T19" fmla="*/ 217 h 312"/>
                <a:gd name="T20" fmla="*/ 45 w 309"/>
                <a:gd name="T21" fmla="*/ 267 h 312"/>
                <a:gd name="T22" fmla="*/ 94 w 309"/>
                <a:gd name="T23" fmla="*/ 300 h 312"/>
                <a:gd name="T24" fmla="*/ 154 w 309"/>
                <a:gd name="T25" fmla="*/ 312 h 312"/>
                <a:gd name="T26" fmla="*/ 215 w 309"/>
                <a:gd name="T27" fmla="*/ 300 h 312"/>
                <a:gd name="T28" fmla="*/ 264 w 309"/>
                <a:gd name="T29" fmla="*/ 267 h 312"/>
                <a:gd name="T30" fmla="*/ 297 w 309"/>
                <a:gd name="T31" fmla="*/ 217 h 312"/>
                <a:gd name="T32" fmla="*/ 309 w 309"/>
                <a:gd name="T33" fmla="*/ 156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9" h="312">
                  <a:moveTo>
                    <a:pt x="309" y="156"/>
                  </a:moveTo>
                  <a:lnTo>
                    <a:pt x="297" y="95"/>
                  </a:lnTo>
                  <a:lnTo>
                    <a:pt x="264" y="45"/>
                  </a:lnTo>
                  <a:lnTo>
                    <a:pt x="215" y="12"/>
                  </a:lnTo>
                  <a:lnTo>
                    <a:pt x="154" y="0"/>
                  </a:lnTo>
                  <a:lnTo>
                    <a:pt x="94" y="12"/>
                  </a:lnTo>
                  <a:lnTo>
                    <a:pt x="45" y="45"/>
                  </a:lnTo>
                  <a:lnTo>
                    <a:pt x="12" y="95"/>
                  </a:lnTo>
                  <a:lnTo>
                    <a:pt x="0" y="156"/>
                  </a:lnTo>
                  <a:lnTo>
                    <a:pt x="12" y="217"/>
                  </a:lnTo>
                  <a:lnTo>
                    <a:pt x="45" y="267"/>
                  </a:lnTo>
                  <a:lnTo>
                    <a:pt x="94" y="300"/>
                  </a:lnTo>
                  <a:lnTo>
                    <a:pt x="154" y="312"/>
                  </a:lnTo>
                  <a:lnTo>
                    <a:pt x="215" y="300"/>
                  </a:lnTo>
                  <a:lnTo>
                    <a:pt x="264" y="267"/>
                  </a:lnTo>
                  <a:lnTo>
                    <a:pt x="297" y="217"/>
                  </a:lnTo>
                  <a:lnTo>
                    <a:pt x="309" y="156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Freeform 14">
                  <a:extLst>
                    <a:ext uri="{FF2B5EF4-FFF2-40B4-BE49-F238E27FC236}">
                      <a16:creationId xmlns:a16="http://schemas.microsoft.com/office/drawing/2014/main" id="{01A5B787-867C-925E-279A-AEAD82D969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/>
                </a:p>
              </p:txBody>
            </p:sp>
          </mc:Choice>
          <mc:Fallback xmlns="">
            <p:sp>
              <p:nvSpPr>
                <p:cNvPr id="62" name="Freeform 14">
                  <a:extLst>
                    <a:ext uri="{FF2B5EF4-FFF2-40B4-BE49-F238E27FC236}">
                      <a16:creationId xmlns:a16="http://schemas.microsoft.com/office/drawing/2014/main" id="{01A5B787-867C-925E-279A-AEAD82D969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11363" y="1920875"/>
                  <a:ext cx="492125" cy="496888"/>
                </a:xfrm>
                <a:custGeom>
                  <a:avLst/>
                  <a:gdLst>
                    <a:gd name="T0" fmla="*/ 310 w 310"/>
                    <a:gd name="T1" fmla="*/ 157 h 313"/>
                    <a:gd name="T2" fmla="*/ 299 w 310"/>
                    <a:gd name="T3" fmla="*/ 95 h 313"/>
                    <a:gd name="T4" fmla="*/ 265 w 310"/>
                    <a:gd name="T5" fmla="*/ 46 h 313"/>
                    <a:gd name="T6" fmla="*/ 216 w 310"/>
                    <a:gd name="T7" fmla="*/ 12 h 313"/>
                    <a:gd name="T8" fmla="*/ 155 w 310"/>
                    <a:gd name="T9" fmla="*/ 0 h 313"/>
                    <a:gd name="T10" fmla="*/ 95 w 310"/>
                    <a:gd name="T11" fmla="*/ 12 h 313"/>
                    <a:gd name="T12" fmla="*/ 46 w 310"/>
                    <a:gd name="T13" fmla="*/ 46 h 313"/>
                    <a:gd name="T14" fmla="*/ 13 w 310"/>
                    <a:gd name="T15" fmla="*/ 95 h 313"/>
                    <a:gd name="T16" fmla="*/ 0 w 310"/>
                    <a:gd name="T17" fmla="*/ 157 h 313"/>
                    <a:gd name="T18" fmla="*/ 13 w 310"/>
                    <a:gd name="T19" fmla="*/ 217 h 313"/>
                    <a:gd name="T20" fmla="*/ 46 w 310"/>
                    <a:gd name="T21" fmla="*/ 267 h 313"/>
                    <a:gd name="T22" fmla="*/ 95 w 310"/>
                    <a:gd name="T23" fmla="*/ 301 h 313"/>
                    <a:gd name="T24" fmla="*/ 155 w 310"/>
                    <a:gd name="T25" fmla="*/ 313 h 313"/>
                    <a:gd name="T26" fmla="*/ 216 w 310"/>
                    <a:gd name="T27" fmla="*/ 301 h 313"/>
                    <a:gd name="T28" fmla="*/ 265 w 310"/>
                    <a:gd name="T29" fmla="*/ 267 h 313"/>
                    <a:gd name="T30" fmla="*/ 299 w 310"/>
                    <a:gd name="T31" fmla="*/ 217 h 313"/>
                    <a:gd name="T32" fmla="*/ 310 w 310"/>
                    <a:gd name="T33" fmla="*/ 157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10" h="313">
                      <a:moveTo>
                        <a:pt x="310" y="157"/>
                      </a:moveTo>
                      <a:lnTo>
                        <a:pt x="299" y="95"/>
                      </a:lnTo>
                      <a:lnTo>
                        <a:pt x="265" y="46"/>
                      </a:lnTo>
                      <a:lnTo>
                        <a:pt x="216" y="12"/>
                      </a:lnTo>
                      <a:lnTo>
                        <a:pt x="155" y="0"/>
                      </a:lnTo>
                      <a:lnTo>
                        <a:pt x="95" y="12"/>
                      </a:lnTo>
                      <a:lnTo>
                        <a:pt x="46" y="46"/>
                      </a:lnTo>
                      <a:lnTo>
                        <a:pt x="13" y="95"/>
                      </a:lnTo>
                      <a:lnTo>
                        <a:pt x="0" y="157"/>
                      </a:lnTo>
                      <a:lnTo>
                        <a:pt x="13" y="217"/>
                      </a:lnTo>
                      <a:lnTo>
                        <a:pt x="46" y="267"/>
                      </a:lnTo>
                      <a:lnTo>
                        <a:pt x="95" y="301"/>
                      </a:lnTo>
                      <a:lnTo>
                        <a:pt x="155" y="313"/>
                      </a:lnTo>
                      <a:lnTo>
                        <a:pt x="216" y="301"/>
                      </a:lnTo>
                      <a:lnTo>
                        <a:pt x="265" y="267"/>
                      </a:lnTo>
                      <a:lnTo>
                        <a:pt x="299" y="217"/>
                      </a:lnTo>
                      <a:lnTo>
                        <a:pt x="310" y="157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Freeform 15">
              <a:extLst>
                <a:ext uri="{FF2B5EF4-FFF2-40B4-BE49-F238E27FC236}">
                  <a16:creationId xmlns:a16="http://schemas.microsoft.com/office/drawing/2014/main" id="{BDA47EC0-1607-C3EB-B20E-1383F4C6C95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349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F3EA6F5E-4906-ED89-02F4-BBA40EA5962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11363" y="1920875"/>
              <a:ext cx="492125" cy="496888"/>
            </a:xfrm>
            <a:custGeom>
              <a:avLst/>
              <a:gdLst>
                <a:gd name="T0" fmla="*/ 402 w 402"/>
                <a:gd name="T1" fmla="*/ 201 h 402"/>
                <a:gd name="T2" fmla="*/ 387 w 402"/>
                <a:gd name="T3" fmla="*/ 280 h 402"/>
                <a:gd name="T4" fmla="*/ 344 w 402"/>
                <a:gd name="T5" fmla="*/ 344 h 402"/>
                <a:gd name="T6" fmla="*/ 280 w 402"/>
                <a:gd name="T7" fmla="*/ 387 h 402"/>
                <a:gd name="T8" fmla="*/ 201 w 402"/>
                <a:gd name="T9" fmla="*/ 402 h 402"/>
                <a:gd name="T10" fmla="*/ 123 w 402"/>
                <a:gd name="T11" fmla="*/ 387 h 402"/>
                <a:gd name="T12" fmla="*/ 59 w 402"/>
                <a:gd name="T13" fmla="*/ 344 h 402"/>
                <a:gd name="T14" fmla="*/ 16 w 402"/>
                <a:gd name="T15" fmla="*/ 280 h 402"/>
                <a:gd name="T16" fmla="*/ 0 w 402"/>
                <a:gd name="T17" fmla="*/ 201 h 402"/>
                <a:gd name="T18" fmla="*/ 16 w 402"/>
                <a:gd name="T19" fmla="*/ 123 h 402"/>
                <a:gd name="T20" fmla="*/ 59 w 402"/>
                <a:gd name="T21" fmla="*/ 59 h 402"/>
                <a:gd name="T22" fmla="*/ 123 w 402"/>
                <a:gd name="T23" fmla="*/ 16 h 402"/>
                <a:gd name="T24" fmla="*/ 201 w 402"/>
                <a:gd name="T25" fmla="*/ 0 h 402"/>
                <a:gd name="T26" fmla="*/ 280 w 402"/>
                <a:gd name="T27" fmla="*/ 16 h 402"/>
                <a:gd name="T28" fmla="*/ 344 w 402"/>
                <a:gd name="T29" fmla="*/ 59 h 402"/>
                <a:gd name="T30" fmla="*/ 387 w 402"/>
                <a:gd name="T31" fmla="*/ 123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7E43971B-5DDA-E295-352A-EDC932647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2170113"/>
              <a:ext cx="644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6AFE9249-5494-592E-81B4-D16E10B47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138363"/>
              <a:ext cx="77788" cy="63500"/>
            </a:xfrm>
            <a:custGeom>
              <a:avLst/>
              <a:gdLst>
                <a:gd name="T0" fmla="*/ 49 w 49"/>
                <a:gd name="T1" fmla="*/ 20 h 40"/>
                <a:gd name="T2" fmla="*/ 0 w 49"/>
                <a:gd name="T3" fmla="*/ 0 h 40"/>
                <a:gd name="T4" fmla="*/ 14 w 49"/>
                <a:gd name="T5" fmla="*/ 20 h 40"/>
                <a:gd name="T6" fmla="*/ 0 w 49"/>
                <a:gd name="T7" fmla="*/ 40 h 40"/>
                <a:gd name="T8" fmla="*/ 49 w 49"/>
                <a:gd name="T9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40">
                  <a:moveTo>
                    <a:pt x="49" y="20"/>
                  </a:moveTo>
                  <a:lnTo>
                    <a:pt x="0" y="0"/>
                  </a:lnTo>
                  <a:lnTo>
                    <a:pt x="14" y="20"/>
                  </a:lnTo>
                  <a:lnTo>
                    <a:pt x="0" y="40"/>
                  </a:lnTo>
                  <a:lnTo>
                    <a:pt x="49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8E5BF834-1360-8DF2-C24E-39691601071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92300" y="2138363"/>
              <a:ext cx="77788" cy="635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22">
                  <a:extLst>
                    <a:ext uri="{FF2B5EF4-FFF2-40B4-BE49-F238E27FC236}">
                      <a16:creationId xmlns:a16="http://schemas.microsoft.com/office/drawing/2014/main" id="{5E12F652-9522-16D1-9D53-21E5DC3EA8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4163" y="1893888"/>
                  <a:ext cx="220110" cy="2738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68" name="Rectangle 22">
                  <a:extLst>
                    <a:ext uri="{FF2B5EF4-FFF2-40B4-BE49-F238E27FC236}">
                      <a16:creationId xmlns:a16="http://schemas.microsoft.com/office/drawing/2014/main" id="{5E12F652-9522-16D1-9D53-21E5DC3EA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4163" y="1893888"/>
                  <a:ext cx="220110" cy="273889"/>
                </a:xfrm>
                <a:prstGeom prst="rect">
                  <a:avLst/>
                </a:prstGeom>
                <a:blipFill>
                  <a:blip r:embed="rId16"/>
                  <a:stretch>
                    <a:fillRect l="-21875" r="-18750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C22B7116-D381-ED6E-AAE4-75FE7BB8AEF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9963" y="1622425"/>
              <a:ext cx="179388" cy="301625"/>
            </a:xfrm>
            <a:custGeom>
              <a:avLst/>
              <a:gdLst>
                <a:gd name="T0" fmla="*/ 17 w 147"/>
                <a:gd name="T1" fmla="*/ 0 h 245"/>
                <a:gd name="T2" fmla="*/ 0 w 147"/>
                <a:gd name="T3" fmla="*/ 105 h 245"/>
                <a:gd name="T4" fmla="*/ 9 w 147"/>
                <a:gd name="T5" fmla="*/ 181 h 245"/>
                <a:gd name="T6" fmla="*/ 36 w 147"/>
                <a:gd name="T7" fmla="*/ 227 h 245"/>
                <a:gd name="T8" fmla="*/ 71 w 147"/>
                <a:gd name="T9" fmla="*/ 245 h 245"/>
                <a:gd name="T10" fmla="*/ 107 w 147"/>
                <a:gd name="T11" fmla="*/ 235 h 245"/>
                <a:gd name="T12" fmla="*/ 135 w 147"/>
                <a:gd name="T13" fmla="*/ 196 h 245"/>
                <a:gd name="T14" fmla="*/ 147 w 147"/>
                <a:gd name="T15" fmla="*/ 131 h 245"/>
                <a:gd name="T16" fmla="*/ 134 w 147"/>
                <a:gd name="T17" fmla="*/ 38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245">
                  <a:moveTo>
                    <a:pt x="17" y="0"/>
                  </a:moveTo>
                  <a:lnTo>
                    <a:pt x="0" y="105"/>
                  </a:lnTo>
                  <a:lnTo>
                    <a:pt x="9" y="181"/>
                  </a:lnTo>
                  <a:lnTo>
                    <a:pt x="36" y="227"/>
                  </a:lnTo>
                  <a:lnTo>
                    <a:pt x="71" y="245"/>
                  </a:lnTo>
                  <a:lnTo>
                    <a:pt x="107" y="235"/>
                  </a:lnTo>
                  <a:lnTo>
                    <a:pt x="135" y="196"/>
                  </a:lnTo>
                  <a:lnTo>
                    <a:pt x="147" y="131"/>
                  </a:lnTo>
                  <a:lnTo>
                    <a:pt x="134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62B8A050-9856-344D-F0A7-5EDCF26DF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600" y="1811338"/>
              <a:ext cx="61913" cy="84138"/>
            </a:xfrm>
            <a:custGeom>
              <a:avLst/>
              <a:gdLst>
                <a:gd name="T0" fmla="*/ 7 w 39"/>
                <a:gd name="T1" fmla="*/ 53 h 53"/>
                <a:gd name="T2" fmla="*/ 39 w 39"/>
                <a:gd name="T3" fmla="*/ 10 h 53"/>
                <a:gd name="T4" fmla="*/ 16 w 39"/>
                <a:gd name="T5" fmla="*/ 19 h 53"/>
                <a:gd name="T6" fmla="*/ 0 w 39"/>
                <a:gd name="T7" fmla="*/ 0 h 53"/>
                <a:gd name="T8" fmla="*/ 7 w 3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53">
                  <a:moveTo>
                    <a:pt x="7" y="53"/>
                  </a:moveTo>
                  <a:lnTo>
                    <a:pt x="39" y="10"/>
                  </a:lnTo>
                  <a:lnTo>
                    <a:pt x="16" y="19"/>
                  </a:lnTo>
                  <a:lnTo>
                    <a:pt x="0" y="0"/>
                  </a:lnTo>
                  <a:lnTo>
                    <a:pt x="7" y="5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1E7C6E0D-BE07-D618-10C2-92CAB06A9D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17600" y="1811338"/>
              <a:ext cx="61913" cy="84138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26">
                  <a:extLst>
                    <a:ext uri="{FF2B5EF4-FFF2-40B4-BE49-F238E27FC236}">
                      <a16:creationId xmlns:a16="http://schemas.microsoft.com/office/drawing/2014/main" id="{983A2254-CB40-4FB6-AB8C-8DCABE8EF8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614" y="1350963"/>
                  <a:ext cx="210837" cy="27388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72" name="Rectangle 26">
                  <a:extLst>
                    <a:ext uri="{FF2B5EF4-FFF2-40B4-BE49-F238E27FC236}">
                      <a16:creationId xmlns:a16="http://schemas.microsoft.com/office/drawing/2014/main" id="{983A2254-CB40-4FB6-AB8C-8DCABE8EF8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3614" y="1350963"/>
                  <a:ext cx="210837" cy="273889"/>
                </a:xfrm>
                <a:prstGeom prst="rect">
                  <a:avLst/>
                </a:prstGeom>
                <a:blipFill>
                  <a:blip r:embed="rId17"/>
                  <a:stretch>
                    <a:fillRect l="-22581" r="-19355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שלב שלישי: שרשור </a:t>
            </a:r>
            <a:r>
              <a:rPr lang="en-US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ו </a:t>
            </a:r>
            <a:r>
              <a:rPr lang="en-US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endParaRPr lang="he-IL">
              <a:solidFill>
                <a:schemeClr val="tx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600" y="1981200"/>
                <a:ext cx="7848600" cy="18158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spcBef>
                    <a:spcPts val="24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אוטומטים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he-IL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(שניהם מעל האלפבית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algn="ctr">
                  <a:spcBef>
                    <a:spcPts val="2400"/>
                  </a:spcBef>
                </a:pP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קיים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ש:</a:t>
                </a:r>
              </a:p>
              <a:p>
                <a:pPr algn="ctr" rtl="0">
                  <a:spcBef>
                    <a:spcPts val="24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 ו-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81200"/>
                <a:ext cx="7848600" cy="18158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219969" y="4267200"/>
            <a:ext cx="1104790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בניה?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4880550"/>
            <a:ext cx="2362200" cy="1571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דוגמה: בניית אוטומט ל-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392" b="-1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84575" y="3810000"/>
            <a:ext cx="8047687" cy="2667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Freeform 14"/>
          <p:cNvSpPr/>
          <p:nvPr/>
        </p:nvSpPr>
        <p:spPr bwMode="auto">
          <a:xfrm>
            <a:off x="3341399" y="4628536"/>
            <a:ext cx="2182761" cy="297425"/>
          </a:xfrm>
          <a:custGeom>
            <a:avLst/>
            <a:gdLst>
              <a:gd name="connsiteX0" fmla="*/ 0 w 2182761"/>
              <a:gd name="connsiteY0" fmla="*/ 297425 h 297425"/>
              <a:gd name="connsiteX1" fmla="*/ 1076632 w 2182761"/>
              <a:gd name="connsiteY1" fmla="*/ 2458 h 297425"/>
              <a:gd name="connsiteX2" fmla="*/ 2182761 w 2182761"/>
              <a:gd name="connsiteY2" fmla="*/ 282677 h 29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2761" h="297425">
                <a:moveTo>
                  <a:pt x="0" y="297425"/>
                </a:moveTo>
                <a:cubicBezTo>
                  <a:pt x="356419" y="151170"/>
                  <a:pt x="712839" y="4916"/>
                  <a:pt x="1076632" y="2458"/>
                </a:cubicBezTo>
                <a:cubicBezTo>
                  <a:pt x="1440426" y="0"/>
                  <a:pt x="1995948" y="199103"/>
                  <a:pt x="2182761" y="282677"/>
                </a:cubicBezTo>
              </a:path>
            </a:pathLst>
          </a:custGeom>
          <a:ln w="28575"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 bwMode="auto">
              <a:xfrm>
                <a:off x="4349967" y="4063425"/>
                <a:ext cx="269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𝐵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9967" y="4063425"/>
                <a:ext cx="269626" cy="461665"/>
              </a:xfrm>
              <a:prstGeom prst="rect">
                <a:avLst/>
              </a:prstGeom>
              <a:blipFill>
                <a:blip r:embed="rId3"/>
                <a:stretch>
                  <a:fillRect l="-6818" r="-47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0" y="1905000"/>
                <a:ext cx="90677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 sz="36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                                    )</m:t>
                    </m:r>
                  </m:oMath>
                </a14:m>
                <a:endParaRPr lang="en-US" sz="3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05000"/>
                <a:ext cx="906773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5019607" y="5257800"/>
            <a:ext cx="542993" cy="785122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85800" y="2514600"/>
                <a:ext cx="559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514600"/>
                <a:ext cx="559384" cy="369332"/>
              </a:xfrm>
              <a:prstGeom prst="rect">
                <a:avLst/>
              </a:prstGeom>
              <a:blipFill>
                <a:blip r:embed="rId5"/>
                <a:stretch>
                  <a:fillRect t="-10000" r="-1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505200" y="4747510"/>
            <a:ext cx="17526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כל מעבר שהיה אמור ללכת למצב מקבל עובר גם למצבי ההתחלה של האוטומט השני</a:t>
            </a:r>
            <a:endParaRPr lang="en-US" sz="1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95793" y="6042922"/>
            <a:ext cx="1752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כולל מצבי התחלה...</a:t>
            </a:r>
            <a:endParaRPr lang="en-US" sz="1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81000" y="5486400"/>
            <a:ext cx="17526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1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מבטלים את המצבים המקבלים באוטומט הראשון</a:t>
            </a:r>
            <a:endParaRPr lang="en-US" sz="1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696200" y="2819400"/>
                <a:ext cx="559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2819400"/>
                <a:ext cx="559384" cy="369332"/>
              </a:xfrm>
              <a:prstGeom prst="rect">
                <a:avLst/>
              </a:prstGeom>
              <a:blipFill>
                <a:blip r:embed="rId6"/>
                <a:stretch>
                  <a:fillRect t="-10000" r="-142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4">
            <a:extLst>
              <a:ext uri="{FF2B5EF4-FFF2-40B4-BE49-F238E27FC236}">
                <a16:creationId xmlns:a16="http://schemas.microsoft.com/office/drawing/2014/main" id="{9D89D9A2-0B17-D48E-731E-47D307E4C88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5800" y="1485900"/>
            <a:ext cx="3048000" cy="1482725"/>
            <a:chOff x="432" y="936"/>
            <a:chExt cx="1920" cy="934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CD2AC9F8-34E6-80B0-D1B2-B2E30B3647D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32" y="960"/>
              <a:ext cx="1920" cy="8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4" dir="270019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E530632-27F0-459C-8797-7B03ECCA1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" y="1309"/>
              <a:ext cx="328" cy="334"/>
            </a:xfrm>
            <a:custGeom>
              <a:avLst/>
              <a:gdLst>
                <a:gd name="T0" fmla="*/ 328 w 328"/>
                <a:gd name="T1" fmla="*/ 167 h 334"/>
                <a:gd name="T2" fmla="*/ 317 w 328"/>
                <a:gd name="T3" fmla="*/ 102 h 334"/>
                <a:gd name="T4" fmla="*/ 280 w 328"/>
                <a:gd name="T5" fmla="*/ 49 h 334"/>
                <a:gd name="T6" fmla="*/ 228 w 328"/>
                <a:gd name="T7" fmla="*/ 14 h 334"/>
                <a:gd name="T8" fmla="*/ 164 w 328"/>
                <a:gd name="T9" fmla="*/ 0 h 334"/>
                <a:gd name="T10" fmla="*/ 100 w 328"/>
                <a:gd name="T11" fmla="*/ 14 h 334"/>
                <a:gd name="T12" fmla="*/ 48 w 328"/>
                <a:gd name="T13" fmla="*/ 49 h 334"/>
                <a:gd name="T14" fmla="*/ 13 w 328"/>
                <a:gd name="T15" fmla="*/ 102 h 334"/>
                <a:gd name="T16" fmla="*/ 0 w 328"/>
                <a:gd name="T17" fmla="*/ 167 h 334"/>
                <a:gd name="T18" fmla="*/ 13 w 328"/>
                <a:gd name="T19" fmla="*/ 232 h 334"/>
                <a:gd name="T20" fmla="*/ 48 w 328"/>
                <a:gd name="T21" fmla="*/ 285 h 334"/>
                <a:gd name="T22" fmla="*/ 100 w 328"/>
                <a:gd name="T23" fmla="*/ 322 h 334"/>
                <a:gd name="T24" fmla="*/ 164 w 328"/>
                <a:gd name="T25" fmla="*/ 334 h 334"/>
                <a:gd name="T26" fmla="*/ 228 w 328"/>
                <a:gd name="T27" fmla="*/ 322 h 334"/>
                <a:gd name="T28" fmla="*/ 280 w 328"/>
                <a:gd name="T29" fmla="*/ 285 h 334"/>
                <a:gd name="T30" fmla="*/ 317 w 328"/>
                <a:gd name="T31" fmla="*/ 232 h 334"/>
                <a:gd name="T32" fmla="*/ 328 w 328"/>
                <a:gd name="T33" fmla="*/ 16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8" h="334">
                  <a:moveTo>
                    <a:pt x="328" y="167"/>
                  </a:moveTo>
                  <a:lnTo>
                    <a:pt x="317" y="102"/>
                  </a:lnTo>
                  <a:lnTo>
                    <a:pt x="280" y="49"/>
                  </a:lnTo>
                  <a:lnTo>
                    <a:pt x="228" y="14"/>
                  </a:lnTo>
                  <a:lnTo>
                    <a:pt x="164" y="0"/>
                  </a:lnTo>
                  <a:lnTo>
                    <a:pt x="100" y="14"/>
                  </a:lnTo>
                  <a:lnTo>
                    <a:pt x="48" y="49"/>
                  </a:lnTo>
                  <a:lnTo>
                    <a:pt x="13" y="102"/>
                  </a:lnTo>
                  <a:lnTo>
                    <a:pt x="0" y="167"/>
                  </a:lnTo>
                  <a:lnTo>
                    <a:pt x="13" y="232"/>
                  </a:lnTo>
                  <a:lnTo>
                    <a:pt x="48" y="285"/>
                  </a:lnTo>
                  <a:lnTo>
                    <a:pt x="100" y="322"/>
                  </a:lnTo>
                  <a:lnTo>
                    <a:pt x="164" y="334"/>
                  </a:lnTo>
                  <a:lnTo>
                    <a:pt x="228" y="322"/>
                  </a:lnTo>
                  <a:lnTo>
                    <a:pt x="280" y="285"/>
                  </a:lnTo>
                  <a:lnTo>
                    <a:pt x="317" y="232"/>
                  </a:lnTo>
                  <a:lnTo>
                    <a:pt x="328" y="167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171D392C-5B77-8AE6-685F-D63C3A082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246"/>
              <a:ext cx="329" cy="335"/>
            </a:xfrm>
            <a:custGeom>
              <a:avLst/>
              <a:gdLst>
                <a:gd name="T0" fmla="*/ 329 w 329"/>
                <a:gd name="T1" fmla="*/ 167 h 335"/>
                <a:gd name="T2" fmla="*/ 316 w 329"/>
                <a:gd name="T3" fmla="*/ 102 h 335"/>
                <a:gd name="T4" fmla="*/ 280 w 329"/>
                <a:gd name="T5" fmla="*/ 49 h 335"/>
                <a:gd name="T6" fmla="*/ 228 w 329"/>
                <a:gd name="T7" fmla="*/ 13 h 335"/>
                <a:gd name="T8" fmla="*/ 164 w 329"/>
                <a:gd name="T9" fmla="*/ 0 h 335"/>
                <a:gd name="T10" fmla="*/ 100 w 329"/>
                <a:gd name="T11" fmla="*/ 13 h 335"/>
                <a:gd name="T12" fmla="*/ 48 w 329"/>
                <a:gd name="T13" fmla="*/ 49 h 335"/>
                <a:gd name="T14" fmla="*/ 13 w 329"/>
                <a:gd name="T15" fmla="*/ 102 h 335"/>
                <a:gd name="T16" fmla="*/ 0 w 329"/>
                <a:gd name="T17" fmla="*/ 167 h 335"/>
                <a:gd name="T18" fmla="*/ 13 w 329"/>
                <a:gd name="T19" fmla="*/ 232 h 335"/>
                <a:gd name="T20" fmla="*/ 48 w 329"/>
                <a:gd name="T21" fmla="*/ 285 h 335"/>
                <a:gd name="T22" fmla="*/ 100 w 329"/>
                <a:gd name="T23" fmla="*/ 322 h 335"/>
                <a:gd name="T24" fmla="*/ 164 w 329"/>
                <a:gd name="T25" fmla="*/ 335 h 335"/>
                <a:gd name="T26" fmla="*/ 228 w 329"/>
                <a:gd name="T27" fmla="*/ 322 h 335"/>
                <a:gd name="T28" fmla="*/ 280 w 329"/>
                <a:gd name="T29" fmla="*/ 285 h 335"/>
                <a:gd name="T30" fmla="*/ 316 w 329"/>
                <a:gd name="T31" fmla="*/ 232 h 335"/>
                <a:gd name="T32" fmla="*/ 329 w 329"/>
                <a:gd name="T33" fmla="*/ 16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9" h="335">
                  <a:moveTo>
                    <a:pt x="329" y="167"/>
                  </a:moveTo>
                  <a:lnTo>
                    <a:pt x="316" y="102"/>
                  </a:lnTo>
                  <a:lnTo>
                    <a:pt x="280" y="49"/>
                  </a:lnTo>
                  <a:lnTo>
                    <a:pt x="228" y="13"/>
                  </a:lnTo>
                  <a:lnTo>
                    <a:pt x="164" y="0"/>
                  </a:lnTo>
                  <a:lnTo>
                    <a:pt x="100" y="13"/>
                  </a:lnTo>
                  <a:lnTo>
                    <a:pt x="48" y="49"/>
                  </a:lnTo>
                  <a:lnTo>
                    <a:pt x="13" y="102"/>
                  </a:lnTo>
                  <a:lnTo>
                    <a:pt x="0" y="167"/>
                  </a:lnTo>
                  <a:lnTo>
                    <a:pt x="13" y="232"/>
                  </a:lnTo>
                  <a:lnTo>
                    <a:pt x="48" y="285"/>
                  </a:lnTo>
                  <a:lnTo>
                    <a:pt x="100" y="322"/>
                  </a:lnTo>
                  <a:lnTo>
                    <a:pt x="164" y="335"/>
                  </a:lnTo>
                  <a:lnTo>
                    <a:pt x="228" y="322"/>
                  </a:lnTo>
                  <a:lnTo>
                    <a:pt x="280" y="285"/>
                  </a:lnTo>
                  <a:lnTo>
                    <a:pt x="316" y="232"/>
                  </a:lnTo>
                  <a:lnTo>
                    <a:pt x="329" y="167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26D51CF0-CFDA-4E80-A8D4-90C1837C6E6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1246"/>
              <a:ext cx="329" cy="335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70 h 227"/>
                <a:gd name="T20" fmla="*/ 33 w 227"/>
                <a:gd name="T21" fmla="*/ 34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4 h 227"/>
                <a:gd name="T30" fmla="*/ 218 w 227"/>
                <a:gd name="T31" fmla="*/ 70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70"/>
                  </a:lnTo>
                  <a:lnTo>
                    <a:pt x="33" y="34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4"/>
                  </a:lnTo>
                  <a:lnTo>
                    <a:pt x="218" y="70"/>
                  </a:lnTo>
                  <a:lnTo>
                    <a:pt x="227" y="114"/>
                  </a:lnTo>
                </a:path>
              </a:pathLst>
            </a:custGeom>
            <a:noFill/>
            <a:ln w="650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45B15095-78A8-5AF1-B8CF-55F70F2B78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8" y="1246"/>
              <a:ext cx="329" cy="335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70 h 227"/>
                <a:gd name="T20" fmla="*/ 33 w 227"/>
                <a:gd name="T21" fmla="*/ 34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4 h 227"/>
                <a:gd name="T30" fmla="*/ 218 w 227"/>
                <a:gd name="T31" fmla="*/ 70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70"/>
                  </a:lnTo>
                  <a:lnTo>
                    <a:pt x="33" y="34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4"/>
                  </a:lnTo>
                  <a:lnTo>
                    <a:pt x="218" y="70"/>
                  </a:lnTo>
                  <a:lnTo>
                    <a:pt x="227" y="114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8F5E1009-ECD5-758D-C6D5-CB46E6009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" y="1413"/>
              <a:ext cx="23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372EB5F-244C-6AA3-8946-F565EBDE4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374"/>
              <a:ext cx="92" cy="77"/>
            </a:xfrm>
            <a:custGeom>
              <a:avLst/>
              <a:gdLst>
                <a:gd name="T0" fmla="*/ 92 w 92"/>
                <a:gd name="T1" fmla="*/ 39 h 77"/>
                <a:gd name="T2" fmla="*/ 0 w 92"/>
                <a:gd name="T3" fmla="*/ 0 h 77"/>
                <a:gd name="T4" fmla="*/ 26 w 92"/>
                <a:gd name="T5" fmla="*/ 39 h 77"/>
                <a:gd name="T6" fmla="*/ 0 w 92"/>
                <a:gd name="T7" fmla="*/ 77 h 77"/>
                <a:gd name="T8" fmla="*/ 92 w 92"/>
                <a:gd name="T9" fmla="*/ 3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7">
                  <a:moveTo>
                    <a:pt x="92" y="39"/>
                  </a:moveTo>
                  <a:lnTo>
                    <a:pt x="0" y="0"/>
                  </a:lnTo>
                  <a:lnTo>
                    <a:pt x="26" y="39"/>
                  </a:lnTo>
                  <a:lnTo>
                    <a:pt x="0" y="77"/>
                  </a:lnTo>
                  <a:lnTo>
                    <a:pt x="92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DD6558A3-35A6-D861-424A-051FB8DF0E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26" y="1374"/>
              <a:ext cx="92" cy="77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8FA02E8A-38A5-0497-7EA7-FAC9E20E7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1309"/>
              <a:ext cx="329" cy="334"/>
            </a:xfrm>
            <a:custGeom>
              <a:avLst/>
              <a:gdLst>
                <a:gd name="T0" fmla="*/ 329 w 329"/>
                <a:gd name="T1" fmla="*/ 167 h 334"/>
                <a:gd name="T2" fmla="*/ 316 w 329"/>
                <a:gd name="T3" fmla="*/ 102 h 334"/>
                <a:gd name="T4" fmla="*/ 281 w 329"/>
                <a:gd name="T5" fmla="*/ 49 h 334"/>
                <a:gd name="T6" fmla="*/ 229 w 329"/>
                <a:gd name="T7" fmla="*/ 14 h 334"/>
                <a:gd name="T8" fmla="*/ 165 w 329"/>
                <a:gd name="T9" fmla="*/ 0 h 334"/>
                <a:gd name="T10" fmla="*/ 100 w 329"/>
                <a:gd name="T11" fmla="*/ 14 h 334"/>
                <a:gd name="T12" fmla="*/ 48 w 329"/>
                <a:gd name="T13" fmla="*/ 49 h 334"/>
                <a:gd name="T14" fmla="*/ 13 w 329"/>
                <a:gd name="T15" fmla="*/ 102 h 334"/>
                <a:gd name="T16" fmla="*/ 0 w 329"/>
                <a:gd name="T17" fmla="*/ 167 h 334"/>
                <a:gd name="T18" fmla="*/ 13 w 329"/>
                <a:gd name="T19" fmla="*/ 232 h 334"/>
                <a:gd name="T20" fmla="*/ 48 w 329"/>
                <a:gd name="T21" fmla="*/ 285 h 334"/>
                <a:gd name="T22" fmla="*/ 100 w 329"/>
                <a:gd name="T23" fmla="*/ 322 h 334"/>
                <a:gd name="T24" fmla="*/ 165 w 329"/>
                <a:gd name="T25" fmla="*/ 334 h 334"/>
                <a:gd name="T26" fmla="*/ 229 w 329"/>
                <a:gd name="T27" fmla="*/ 322 h 334"/>
                <a:gd name="T28" fmla="*/ 281 w 329"/>
                <a:gd name="T29" fmla="*/ 285 h 334"/>
                <a:gd name="T30" fmla="*/ 316 w 329"/>
                <a:gd name="T31" fmla="*/ 232 h 334"/>
                <a:gd name="T32" fmla="*/ 329 w 329"/>
                <a:gd name="T33" fmla="*/ 16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9" h="334">
                  <a:moveTo>
                    <a:pt x="329" y="167"/>
                  </a:moveTo>
                  <a:lnTo>
                    <a:pt x="316" y="102"/>
                  </a:lnTo>
                  <a:lnTo>
                    <a:pt x="281" y="49"/>
                  </a:lnTo>
                  <a:lnTo>
                    <a:pt x="229" y="14"/>
                  </a:lnTo>
                  <a:lnTo>
                    <a:pt x="165" y="0"/>
                  </a:lnTo>
                  <a:lnTo>
                    <a:pt x="100" y="14"/>
                  </a:lnTo>
                  <a:lnTo>
                    <a:pt x="48" y="49"/>
                  </a:lnTo>
                  <a:lnTo>
                    <a:pt x="13" y="102"/>
                  </a:lnTo>
                  <a:lnTo>
                    <a:pt x="0" y="167"/>
                  </a:lnTo>
                  <a:lnTo>
                    <a:pt x="13" y="232"/>
                  </a:lnTo>
                  <a:lnTo>
                    <a:pt x="48" y="285"/>
                  </a:lnTo>
                  <a:lnTo>
                    <a:pt x="100" y="322"/>
                  </a:lnTo>
                  <a:lnTo>
                    <a:pt x="165" y="334"/>
                  </a:lnTo>
                  <a:lnTo>
                    <a:pt x="229" y="322"/>
                  </a:lnTo>
                  <a:lnTo>
                    <a:pt x="281" y="285"/>
                  </a:lnTo>
                  <a:lnTo>
                    <a:pt x="316" y="232"/>
                  </a:lnTo>
                  <a:lnTo>
                    <a:pt x="329" y="167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0B141CAF-F7C7-9BAB-B85D-9D3DA656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1246"/>
              <a:ext cx="328" cy="335"/>
            </a:xfrm>
            <a:custGeom>
              <a:avLst/>
              <a:gdLst>
                <a:gd name="T0" fmla="*/ 328 w 328"/>
                <a:gd name="T1" fmla="*/ 167 h 335"/>
                <a:gd name="T2" fmla="*/ 315 w 328"/>
                <a:gd name="T3" fmla="*/ 102 h 335"/>
                <a:gd name="T4" fmla="*/ 280 w 328"/>
                <a:gd name="T5" fmla="*/ 49 h 335"/>
                <a:gd name="T6" fmla="*/ 228 w 328"/>
                <a:gd name="T7" fmla="*/ 13 h 335"/>
                <a:gd name="T8" fmla="*/ 164 w 328"/>
                <a:gd name="T9" fmla="*/ 0 h 335"/>
                <a:gd name="T10" fmla="*/ 100 w 328"/>
                <a:gd name="T11" fmla="*/ 13 h 335"/>
                <a:gd name="T12" fmla="*/ 48 w 328"/>
                <a:gd name="T13" fmla="*/ 49 h 335"/>
                <a:gd name="T14" fmla="*/ 11 w 328"/>
                <a:gd name="T15" fmla="*/ 102 h 335"/>
                <a:gd name="T16" fmla="*/ 0 w 328"/>
                <a:gd name="T17" fmla="*/ 167 h 335"/>
                <a:gd name="T18" fmla="*/ 11 w 328"/>
                <a:gd name="T19" fmla="*/ 232 h 335"/>
                <a:gd name="T20" fmla="*/ 48 w 328"/>
                <a:gd name="T21" fmla="*/ 285 h 335"/>
                <a:gd name="T22" fmla="*/ 100 w 328"/>
                <a:gd name="T23" fmla="*/ 322 h 335"/>
                <a:gd name="T24" fmla="*/ 164 w 328"/>
                <a:gd name="T25" fmla="*/ 335 h 335"/>
                <a:gd name="T26" fmla="*/ 228 w 328"/>
                <a:gd name="T27" fmla="*/ 322 h 335"/>
                <a:gd name="T28" fmla="*/ 280 w 328"/>
                <a:gd name="T29" fmla="*/ 285 h 335"/>
                <a:gd name="T30" fmla="*/ 315 w 328"/>
                <a:gd name="T31" fmla="*/ 232 h 335"/>
                <a:gd name="T32" fmla="*/ 328 w 328"/>
                <a:gd name="T33" fmla="*/ 16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8" h="335">
                  <a:moveTo>
                    <a:pt x="328" y="167"/>
                  </a:moveTo>
                  <a:lnTo>
                    <a:pt x="315" y="102"/>
                  </a:lnTo>
                  <a:lnTo>
                    <a:pt x="280" y="49"/>
                  </a:lnTo>
                  <a:lnTo>
                    <a:pt x="228" y="13"/>
                  </a:lnTo>
                  <a:lnTo>
                    <a:pt x="164" y="0"/>
                  </a:lnTo>
                  <a:lnTo>
                    <a:pt x="100" y="13"/>
                  </a:lnTo>
                  <a:lnTo>
                    <a:pt x="48" y="49"/>
                  </a:lnTo>
                  <a:lnTo>
                    <a:pt x="11" y="102"/>
                  </a:lnTo>
                  <a:lnTo>
                    <a:pt x="0" y="167"/>
                  </a:lnTo>
                  <a:lnTo>
                    <a:pt x="11" y="232"/>
                  </a:lnTo>
                  <a:lnTo>
                    <a:pt x="48" y="285"/>
                  </a:lnTo>
                  <a:lnTo>
                    <a:pt x="100" y="322"/>
                  </a:lnTo>
                  <a:lnTo>
                    <a:pt x="164" y="335"/>
                  </a:lnTo>
                  <a:lnTo>
                    <a:pt x="228" y="322"/>
                  </a:lnTo>
                  <a:lnTo>
                    <a:pt x="280" y="285"/>
                  </a:lnTo>
                  <a:lnTo>
                    <a:pt x="315" y="232"/>
                  </a:lnTo>
                  <a:lnTo>
                    <a:pt x="328" y="167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D7E2FF8A-896A-8A63-7E37-1FA0DC8038F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41" y="1246"/>
              <a:ext cx="328" cy="335"/>
            </a:xfrm>
            <a:custGeom>
              <a:avLst/>
              <a:gdLst>
                <a:gd name="T0" fmla="*/ 226 w 226"/>
                <a:gd name="T1" fmla="*/ 114 h 227"/>
                <a:gd name="T2" fmla="*/ 217 w 226"/>
                <a:gd name="T3" fmla="*/ 158 h 227"/>
                <a:gd name="T4" fmla="*/ 193 w 226"/>
                <a:gd name="T5" fmla="*/ 194 h 227"/>
                <a:gd name="T6" fmla="*/ 157 w 226"/>
                <a:gd name="T7" fmla="*/ 218 h 227"/>
                <a:gd name="T8" fmla="*/ 113 w 226"/>
                <a:gd name="T9" fmla="*/ 227 h 227"/>
                <a:gd name="T10" fmla="*/ 69 w 226"/>
                <a:gd name="T11" fmla="*/ 218 h 227"/>
                <a:gd name="T12" fmla="*/ 33 w 226"/>
                <a:gd name="T13" fmla="*/ 194 h 227"/>
                <a:gd name="T14" fmla="*/ 8 w 226"/>
                <a:gd name="T15" fmla="*/ 158 h 227"/>
                <a:gd name="T16" fmla="*/ 0 w 226"/>
                <a:gd name="T17" fmla="*/ 114 h 227"/>
                <a:gd name="T18" fmla="*/ 8 w 226"/>
                <a:gd name="T19" fmla="*/ 70 h 227"/>
                <a:gd name="T20" fmla="*/ 33 w 226"/>
                <a:gd name="T21" fmla="*/ 34 h 227"/>
                <a:gd name="T22" fmla="*/ 69 w 226"/>
                <a:gd name="T23" fmla="*/ 9 h 227"/>
                <a:gd name="T24" fmla="*/ 113 w 226"/>
                <a:gd name="T25" fmla="*/ 0 h 227"/>
                <a:gd name="T26" fmla="*/ 157 w 226"/>
                <a:gd name="T27" fmla="*/ 9 h 227"/>
                <a:gd name="T28" fmla="*/ 193 w 226"/>
                <a:gd name="T29" fmla="*/ 34 h 227"/>
                <a:gd name="T30" fmla="*/ 217 w 226"/>
                <a:gd name="T31" fmla="*/ 70 h 227"/>
                <a:gd name="T32" fmla="*/ 226 w 226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6" h="227">
                  <a:moveTo>
                    <a:pt x="226" y="114"/>
                  </a:moveTo>
                  <a:lnTo>
                    <a:pt x="217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8" y="158"/>
                  </a:lnTo>
                  <a:lnTo>
                    <a:pt x="0" y="114"/>
                  </a:lnTo>
                  <a:lnTo>
                    <a:pt x="8" y="70"/>
                  </a:lnTo>
                  <a:lnTo>
                    <a:pt x="33" y="34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4"/>
                  </a:lnTo>
                  <a:lnTo>
                    <a:pt x="217" y="70"/>
                  </a:lnTo>
                  <a:lnTo>
                    <a:pt x="226" y="11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AEF00C65-9134-3950-BBAE-5700B805B82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00" y="1264"/>
              <a:ext cx="790" cy="87"/>
            </a:xfrm>
            <a:custGeom>
              <a:avLst/>
              <a:gdLst>
                <a:gd name="T0" fmla="*/ 0 w 544"/>
                <a:gd name="T1" fmla="*/ 0 h 59"/>
                <a:gd name="T2" fmla="*/ 150 w 544"/>
                <a:gd name="T3" fmla="*/ 43 h 59"/>
                <a:gd name="T4" fmla="*/ 286 w 544"/>
                <a:gd name="T5" fmla="*/ 59 h 59"/>
                <a:gd name="T6" fmla="*/ 415 w 544"/>
                <a:gd name="T7" fmla="*/ 48 h 59"/>
                <a:gd name="T8" fmla="*/ 544 w 544"/>
                <a:gd name="T9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59">
                  <a:moveTo>
                    <a:pt x="0" y="0"/>
                  </a:moveTo>
                  <a:lnTo>
                    <a:pt x="150" y="43"/>
                  </a:lnTo>
                  <a:lnTo>
                    <a:pt x="286" y="59"/>
                  </a:lnTo>
                  <a:lnTo>
                    <a:pt x="415" y="48"/>
                  </a:lnTo>
                  <a:lnTo>
                    <a:pt x="544" y="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AD0CA782-BEF5-94F6-10F1-C6F8ED92B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273"/>
              <a:ext cx="100" cy="72"/>
            </a:xfrm>
            <a:custGeom>
              <a:avLst/>
              <a:gdLst>
                <a:gd name="T0" fmla="*/ 100 w 100"/>
                <a:gd name="T1" fmla="*/ 69 h 72"/>
                <a:gd name="T2" fmla="*/ 26 w 100"/>
                <a:gd name="T3" fmla="*/ 0 h 72"/>
                <a:gd name="T4" fmla="*/ 37 w 100"/>
                <a:gd name="T5" fmla="*/ 45 h 72"/>
                <a:gd name="T6" fmla="*/ 0 w 100"/>
                <a:gd name="T7" fmla="*/ 72 h 72"/>
                <a:gd name="T8" fmla="*/ 100 w 100"/>
                <a:gd name="T9" fmla="*/ 6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9"/>
                  </a:moveTo>
                  <a:lnTo>
                    <a:pt x="26" y="0"/>
                  </a:lnTo>
                  <a:lnTo>
                    <a:pt x="37" y="45"/>
                  </a:lnTo>
                  <a:lnTo>
                    <a:pt x="0" y="72"/>
                  </a:lnTo>
                  <a:lnTo>
                    <a:pt x="100" y="6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BB972F91-8770-666B-0A73-7D231589F78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12" y="1273"/>
              <a:ext cx="100" cy="72"/>
            </a:xfrm>
            <a:custGeom>
              <a:avLst/>
              <a:gdLst>
                <a:gd name="T0" fmla="*/ 69 w 69"/>
                <a:gd name="T1" fmla="*/ 2 h 49"/>
                <a:gd name="T2" fmla="*/ 18 w 69"/>
                <a:gd name="T3" fmla="*/ 49 h 49"/>
                <a:gd name="T4" fmla="*/ 26 w 69"/>
                <a:gd name="T5" fmla="*/ 18 h 49"/>
                <a:gd name="T6" fmla="*/ 0 w 69"/>
                <a:gd name="T7" fmla="*/ 0 h 49"/>
                <a:gd name="T8" fmla="*/ 69 w 69"/>
                <a:gd name="T9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69" y="2"/>
                  </a:moveTo>
                  <a:lnTo>
                    <a:pt x="18" y="49"/>
                  </a:lnTo>
                  <a:lnTo>
                    <a:pt x="26" y="18"/>
                  </a:lnTo>
                  <a:lnTo>
                    <a:pt x="0" y="0"/>
                  </a:lnTo>
                  <a:lnTo>
                    <a:pt x="69" y="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18">
                  <a:extLst>
                    <a:ext uri="{FF2B5EF4-FFF2-40B4-BE49-F238E27FC236}">
                      <a16:creationId xmlns:a16="http://schemas.microsoft.com/office/drawing/2014/main" id="{84F3DDD6-7A03-23EC-4867-794B4D7E3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4" y="936"/>
                  <a:ext cx="2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MMI10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5" name="Rectangle 18">
                  <a:extLst>
                    <a:ext uri="{FF2B5EF4-FFF2-40B4-BE49-F238E27FC236}">
                      <a16:creationId xmlns:a16="http://schemas.microsoft.com/office/drawing/2014/main" id="{84F3DDD6-7A03-23EC-4867-794B4D7E35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14" y="936"/>
                  <a:ext cx="238" cy="3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FDDD3683-9627-41AF-4B37-D22F8C002CE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55" y="1472"/>
              <a:ext cx="789" cy="90"/>
            </a:xfrm>
            <a:custGeom>
              <a:avLst/>
              <a:gdLst>
                <a:gd name="T0" fmla="*/ 543 w 543"/>
                <a:gd name="T1" fmla="*/ 61 h 61"/>
                <a:gd name="T2" fmla="*/ 393 w 543"/>
                <a:gd name="T3" fmla="*/ 16 h 61"/>
                <a:gd name="T4" fmla="*/ 258 w 543"/>
                <a:gd name="T5" fmla="*/ 0 h 61"/>
                <a:gd name="T6" fmla="*/ 129 w 543"/>
                <a:gd name="T7" fmla="*/ 10 h 61"/>
                <a:gd name="T8" fmla="*/ 0 w 543"/>
                <a:gd name="T9" fmla="*/ 4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61">
                  <a:moveTo>
                    <a:pt x="543" y="61"/>
                  </a:moveTo>
                  <a:lnTo>
                    <a:pt x="393" y="16"/>
                  </a:lnTo>
                  <a:lnTo>
                    <a:pt x="258" y="0"/>
                  </a:lnTo>
                  <a:lnTo>
                    <a:pt x="129" y="10"/>
                  </a:lnTo>
                  <a:lnTo>
                    <a:pt x="0" y="4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96B5B0AA-8926-5B00-8D77-AD52F5C4B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1484"/>
              <a:ext cx="100" cy="72"/>
            </a:xfrm>
            <a:custGeom>
              <a:avLst/>
              <a:gdLst>
                <a:gd name="T0" fmla="*/ 0 w 100"/>
                <a:gd name="T1" fmla="*/ 4 h 72"/>
                <a:gd name="T2" fmla="*/ 74 w 100"/>
                <a:gd name="T3" fmla="*/ 72 h 72"/>
                <a:gd name="T4" fmla="*/ 62 w 100"/>
                <a:gd name="T5" fmla="*/ 26 h 72"/>
                <a:gd name="T6" fmla="*/ 100 w 100"/>
                <a:gd name="T7" fmla="*/ 0 h 72"/>
                <a:gd name="T8" fmla="*/ 0 w 100"/>
                <a:gd name="T9" fmla="*/ 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0" y="4"/>
                  </a:moveTo>
                  <a:lnTo>
                    <a:pt x="74" y="72"/>
                  </a:lnTo>
                  <a:lnTo>
                    <a:pt x="62" y="26"/>
                  </a:lnTo>
                  <a:lnTo>
                    <a:pt x="10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61293203-368F-C4C5-5907-79F4D8DB414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34" y="1484"/>
              <a:ext cx="100" cy="72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22">
                  <a:extLst>
                    <a:ext uri="{FF2B5EF4-FFF2-40B4-BE49-F238E27FC236}">
                      <a16:creationId xmlns:a16="http://schemas.microsoft.com/office/drawing/2014/main" id="{CB8076FD-2D31-DBC2-2F70-08C7428A3A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05" y="1560"/>
                  <a:ext cx="24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9" name="Rectangle 22">
                  <a:extLst>
                    <a:ext uri="{FF2B5EF4-FFF2-40B4-BE49-F238E27FC236}">
                      <a16:creationId xmlns:a16="http://schemas.microsoft.com/office/drawing/2014/main" id="{CB8076FD-2D31-DBC2-2F70-08C7428A3A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5" y="1560"/>
                  <a:ext cx="248" cy="3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25">
            <a:extLst>
              <a:ext uri="{FF2B5EF4-FFF2-40B4-BE49-F238E27FC236}">
                <a16:creationId xmlns:a16="http://schemas.microsoft.com/office/drawing/2014/main" id="{7BBC9262-BC0B-F6CD-C536-785F04299F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26013" y="1185863"/>
            <a:ext cx="3533775" cy="2252664"/>
            <a:chOff x="3103" y="747"/>
            <a:chExt cx="2226" cy="1419"/>
          </a:xfrm>
        </p:grpSpPr>
        <p:sp>
          <p:nvSpPr>
            <p:cNvPr id="41" name="AutoShape 24">
              <a:extLst>
                <a:ext uri="{FF2B5EF4-FFF2-40B4-BE49-F238E27FC236}">
                  <a16:creationId xmlns:a16="http://schemas.microsoft.com/office/drawing/2014/main" id="{14F8826B-06FC-8B16-1568-19771D6376B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03" y="768"/>
              <a:ext cx="2226" cy="13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3" dir="2700255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49B833CD-B192-1C1A-4CFE-CC89239C1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375"/>
              <a:ext cx="300" cy="302"/>
            </a:xfrm>
            <a:custGeom>
              <a:avLst/>
              <a:gdLst>
                <a:gd name="T0" fmla="*/ 300 w 300"/>
                <a:gd name="T1" fmla="*/ 152 h 302"/>
                <a:gd name="T2" fmla="*/ 288 w 300"/>
                <a:gd name="T3" fmla="*/ 92 h 302"/>
                <a:gd name="T4" fmla="*/ 255 w 300"/>
                <a:gd name="T5" fmla="*/ 44 h 302"/>
                <a:gd name="T6" fmla="*/ 208 w 300"/>
                <a:gd name="T7" fmla="*/ 12 h 302"/>
                <a:gd name="T8" fmla="*/ 149 w 300"/>
                <a:gd name="T9" fmla="*/ 0 h 302"/>
                <a:gd name="T10" fmla="*/ 91 w 300"/>
                <a:gd name="T11" fmla="*/ 12 h 302"/>
                <a:gd name="T12" fmla="*/ 44 w 300"/>
                <a:gd name="T13" fmla="*/ 44 h 302"/>
                <a:gd name="T14" fmla="*/ 12 w 300"/>
                <a:gd name="T15" fmla="*/ 92 h 302"/>
                <a:gd name="T16" fmla="*/ 0 w 300"/>
                <a:gd name="T17" fmla="*/ 152 h 302"/>
                <a:gd name="T18" fmla="*/ 12 w 300"/>
                <a:gd name="T19" fmla="*/ 210 h 302"/>
                <a:gd name="T20" fmla="*/ 44 w 300"/>
                <a:gd name="T21" fmla="*/ 258 h 302"/>
                <a:gd name="T22" fmla="*/ 91 w 300"/>
                <a:gd name="T23" fmla="*/ 290 h 302"/>
                <a:gd name="T24" fmla="*/ 149 w 300"/>
                <a:gd name="T25" fmla="*/ 302 h 302"/>
                <a:gd name="T26" fmla="*/ 208 w 300"/>
                <a:gd name="T27" fmla="*/ 290 h 302"/>
                <a:gd name="T28" fmla="*/ 255 w 300"/>
                <a:gd name="T29" fmla="*/ 258 h 302"/>
                <a:gd name="T30" fmla="*/ 288 w 300"/>
                <a:gd name="T31" fmla="*/ 210 h 302"/>
                <a:gd name="T32" fmla="*/ 300 w 300"/>
                <a:gd name="T33" fmla="*/ 15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0" h="302">
                  <a:moveTo>
                    <a:pt x="300" y="152"/>
                  </a:moveTo>
                  <a:lnTo>
                    <a:pt x="288" y="92"/>
                  </a:lnTo>
                  <a:lnTo>
                    <a:pt x="255" y="44"/>
                  </a:lnTo>
                  <a:lnTo>
                    <a:pt x="208" y="12"/>
                  </a:lnTo>
                  <a:lnTo>
                    <a:pt x="149" y="0"/>
                  </a:lnTo>
                  <a:lnTo>
                    <a:pt x="91" y="12"/>
                  </a:lnTo>
                  <a:lnTo>
                    <a:pt x="44" y="44"/>
                  </a:lnTo>
                  <a:lnTo>
                    <a:pt x="12" y="92"/>
                  </a:lnTo>
                  <a:lnTo>
                    <a:pt x="0" y="152"/>
                  </a:lnTo>
                  <a:lnTo>
                    <a:pt x="12" y="210"/>
                  </a:lnTo>
                  <a:lnTo>
                    <a:pt x="44" y="258"/>
                  </a:lnTo>
                  <a:lnTo>
                    <a:pt x="91" y="290"/>
                  </a:lnTo>
                  <a:lnTo>
                    <a:pt x="149" y="302"/>
                  </a:lnTo>
                  <a:lnTo>
                    <a:pt x="208" y="290"/>
                  </a:lnTo>
                  <a:lnTo>
                    <a:pt x="255" y="258"/>
                  </a:lnTo>
                  <a:lnTo>
                    <a:pt x="288" y="210"/>
                  </a:lnTo>
                  <a:lnTo>
                    <a:pt x="300" y="152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20C3EFF1-00EB-5DBF-32B7-331CC0B6B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1318"/>
              <a:ext cx="300" cy="302"/>
            </a:xfrm>
            <a:custGeom>
              <a:avLst/>
              <a:gdLst>
                <a:gd name="T0" fmla="*/ 300 w 300"/>
                <a:gd name="T1" fmla="*/ 151 h 302"/>
                <a:gd name="T2" fmla="*/ 289 w 300"/>
                <a:gd name="T3" fmla="*/ 92 h 302"/>
                <a:gd name="T4" fmla="*/ 255 w 300"/>
                <a:gd name="T5" fmla="*/ 44 h 302"/>
                <a:gd name="T6" fmla="*/ 208 w 300"/>
                <a:gd name="T7" fmla="*/ 12 h 302"/>
                <a:gd name="T8" fmla="*/ 150 w 300"/>
                <a:gd name="T9" fmla="*/ 0 h 302"/>
                <a:gd name="T10" fmla="*/ 91 w 300"/>
                <a:gd name="T11" fmla="*/ 12 h 302"/>
                <a:gd name="T12" fmla="*/ 44 w 300"/>
                <a:gd name="T13" fmla="*/ 44 h 302"/>
                <a:gd name="T14" fmla="*/ 12 w 300"/>
                <a:gd name="T15" fmla="*/ 92 h 302"/>
                <a:gd name="T16" fmla="*/ 0 w 300"/>
                <a:gd name="T17" fmla="*/ 151 h 302"/>
                <a:gd name="T18" fmla="*/ 12 w 300"/>
                <a:gd name="T19" fmla="*/ 210 h 302"/>
                <a:gd name="T20" fmla="*/ 44 w 300"/>
                <a:gd name="T21" fmla="*/ 258 h 302"/>
                <a:gd name="T22" fmla="*/ 91 w 300"/>
                <a:gd name="T23" fmla="*/ 290 h 302"/>
                <a:gd name="T24" fmla="*/ 150 w 300"/>
                <a:gd name="T25" fmla="*/ 302 h 302"/>
                <a:gd name="T26" fmla="*/ 208 w 300"/>
                <a:gd name="T27" fmla="*/ 290 h 302"/>
                <a:gd name="T28" fmla="*/ 255 w 300"/>
                <a:gd name="T29" fmla="*/ 258 h 302"/>
                <a:gd name="T30" fmla="*/ 289 w 300"/>
                <a:gd name="T31" fmla="*/ 210 h 302"/>
                <a:gd name="T32" fmla="*/ 300 w 300"/>
                <a:gd name="T33" fmla="*/ 151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0" h="302">
                  <a:moveTo>
                    <a:pt x="300" y="151"/>
                  </a:moveTo>
                  <a:lnTo>
                    <a:pt x="289" y="92"/>
                  </a:lnTo>
                  <a:lnTo>
                    <a:pt x="255" y="44"/>
                  </a:lnTo>
                  <a:lnTo>
                    <a:pt x="208" y="12"/>
                  </a:lnTo>
                  <a:lnTo>
                    <a:pt x="150" y="0"/>
                  </a:lnTo>
                  <a:lnTo>
                    <a:pt x="91" y="12"/>
                  </a:lnTo>
                  <a:lnTo>
                    <a:pt x="44" y="44"/>
                  </a:lnTo>
                  <a:lnTo>
                    <a:pt x="12" y="92"/>
                  </a:lnTo>
                  <a:lnTo>
                    <a:pt x="0" y="151"/>
                  </a:lnTo>
                  <a:lnTo>
                    <a:pt x="12" y="210"/>
                  </a:lnTo>
                  <a:lnTo>
                    <a:pt x="44" y="258"/>
                  </a:lnTo>
                  <a:lnTo>
                    <a:pt x="91" y="290"/>
                  </a:lnTo>
                  <a:lnTo>
                    <a:pt x="150" y="302"/>
                  </a:lnTo>
                  <a:lnTo>
                    <a:pt x="208" y="290"/>
                  </a:lnTo>
                  <a:lnTo>
                    <a:pt x="255" y="258"/>
                  </a:lnTo>
                  <a:lnTo>
                    <a:pt x="289" y="210"/>
                  </a:lnTo>
                  <a:lnTo>
                    <a:pt x="300" y="15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569991C3-A66A-3208-AF7D-428B6F955B0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01" y="1318"/>
              <a:ext cx="300" cy="302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5" name="Line 29">
              <a:extLst>
                <a:ext uri="{FF2B5EF4-FFF2-40B4-BE49-F238E27FC236}">
                  <a16:creationId xmlns:a16="http://schemas.microsoft.com/office/drawing/2014/main" id="{2852659C-CF41-63E0-BCCE-0642A75AD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3" y="1469"/>
              <a:ext cx="21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34C0A380-B2D2-C494-6606-279876E0A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1435"/>
              <a:ext cx="85" cy="69"/>
            </a:xfrm>
            <a:custGeom>
              <a:avLst/>
              <a:gdLst>
                <a:gd name="T0" fmla="*/ 85 w 85"/>
                <a:gd name="T1" fmla="*/ 34 h 69"/>
                <a:gd name="T2" fmla="*/ 0 w 85"/>
                <a:gd name="T3" fmla="*/ 0 h 69"/>
                <a:gd name="T4" fmla="*/ 24 w 85"/>
                <a:gd name="T5" fmla="*/ 34 h 69"/>
                <a:gd name="T6" fmla="*/ 0 w 85"/>
                <a:gd name="T7" fmla="*/ 69 h 69"/>
                <a:gd name="T8" fmla="*/ 85 w 85"/>
                <a:gd name="T9" fmla="*/ 3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0" y="69"/>
                  </a:lnTo>
                  <a:lnTo>
                    <a:pt x="85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40346DEA-0D66-BB92-A1EE-5C6562A1804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9" y="1435"/>
              <a:ext cx="85" cy="69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8" name="Freeform 32">
              <a:extLst>
                <a:ext uri="{FF2B5EF4-FFF2-40B4-BE49-F238E27FC236}">
                  <a16:creationId xmlns:a16="http://schemas.microsoft.com/office/drawing/2014/main" id="{AA010DB1-198B-D606-63B7-97715CA71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1375"/>
              <a:ext cx="300" cy="302"/>
            </a:xfrm>
            <a:custGeom>
              <a:avLst/>
              <a:gdLst>
                <a:gd name="T0" fmla="*/ 300 w 300"/>
                <a:gd name="T1" fmla="*/ 152 h 302"/>
                <a:gd name="T2" fmla="*/ 288 w 300"/>
                <a:gd name="T3" fmla="*/ 92 h 302"/>
                <a:gd name="T4" fmla="*/ 256 w 300"/>
                <a:gd name="T5" fmla="*/ 44 h 302"/>
                <a:gd name="T6" fmla="*/ 209 w 300"/>
                <a:gd name="T7" fmla="*/ 12 h 302"/>
                <a:gd name="T8" fmla="*/ 150 w 300"/>
                <a:gd name="T9" fmla="*/ 0 h 302"/>
                <a:gd name="T10" fmla="*/ 91 w 300"/>
                <a:gd name="T11" fmla="*/ 12 h 302"/>
                <a:gd name="T12" fmla="*/ 43 w 300"/>
                <a:gd name="T13" fmla="*/ 44 h 302"/>
                <a:gd name="T14" fmla="*/ 11 w 300"/>
                <a:gd name="T15" fmla="*/ 92 h 302"/>
                <a:gd name="T16" fmla="*/ 0 w 300"/>
                <a:gd name="T17" fmla="*/ 152 h 302"/>
                <a:gd name="T18" fmla="*/ 11 w 300"/>
                <a:gd name="T19" fmla="*/ 210 h 302"/>
                <a:gd name="T20" fmla="*/ 43 w 300"/>
                <a:gd name="T21" fmla="*/ 258 h 302"/>
                <a:gd name="T22" fmla="*/ 91 w 300"/>
                <a:gd name="T23" fmla="*/ 290 h 302"/>
                <a:gd name="T24" fmla="*/ 150 w 300"/>
                <a:gd name="T25" fmla="*/ 302 h 302"/>
                <a:gd name="T26" fmla="*/ 209 w 300"/>
                <a:gd name="T27" fmla="*/ 290 h 302"/>
                <a:gd name="T28" fmla="*/ 256 w 300"/>
                <a:gd name="T29" fmla="*/ 258 h 302"/>
                <a:gd name="T30" fmla="*/ 288 w 300"/>
                <a:gd name="T31" fmla="*/ 210 h 302"/>
                <a:gd name="T32" fmla="*/ 300 w 300"/>
                <a:gd name="T33" fmla="*/ 15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0" h="302">
                  <a:moveTo>
                    <a:pt x="300" y="152"/>
                  </a:moveTo>
                  <a:lnTo>
                    <a:pt x="288" y="92"/>
                  </a:lnTo>
                  <a:lnTo>
                    <a:pt x="256" y="44"/>
                  </a:lnTo>
                  <a:lnTo>
                    <a:pt x="209" y="12"/>
                  </a:lnTo>
                  <a:lnTo>
                    <a:pt x="150" y="0"/>
                  </a:lnTo>
                  <a:lnTo>
                    <a:pt x="91" y="12"/>
                  </a:lnTo>
                  <a:lnTo>
                    <a:pt x="43" y="44"/>
                  </a:lnTo>
                  <a:lnTo>
                    <a:pt x="11" y="92"/>
                  </a:lnTo>
                  <a:lnTo>
                    <a:pt x="0" y="152"/>
                  </a:lnTo>
                  <a:lnTo>
                    <a:pt x="11" y="210"/>
                  </a:lnTo>
                  <a:lnTo>
                    <a:pt x="43" y="258"/>
                  </a:lnTo>
                  <a:lnTo>
                    <a:pt x="91" y="290"/>
                  </a:lnTo>
                  <a:lnTo>
                    <a:pt x="150" y="302"/>
                  </a:lnTo>
                  <a:lnTo>
                    <a:pt x="209" y="290"/>
                  </a:lnTo>
                  <a:lnTo>
                    <a:pt x="256" y="258"/>
                  </a:lnTo>
                  <a:lnTo>
                    <a:pt x="288" y="210"/>
                  </a:lnTo>
                  <a:lnTo>
                    <a:pt x="300" y="152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9" name="Freeform 33">
              <a:extLst>
                <a:ext uri="{FF2B5EF4-FFF2-40B4-BE49-F238E27FC236}">
                  <a16:creationId xmlns:a16="http://schemas.microsoft.com/office/drawing/2014/main" id="{C303AC23-65C4-4510-C59C-CB47A6C2C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9" y="1318"/>
              <a:ext cx="300" cy="302"/>
            </a:xfrm>
            <a:custGeom>
              <a:avLst/>
              <a:gdLst>
                <a:gd name="T0" fmla="*/ 300 w 300"/>
                <a:gd name="T1" fmla="*/ 151 h 302"/>
                <a:gd name="T2" fmla="*/ 288 w 300"/>
                <a:gd name="T3" fmla="*/ 92 h 302"/>
                <a:gd name="T4" fmla="*/ 256 w 300"/>
                <a:gd name="T5" fmla="*/ 44 h 302"/>
                <a:gd name="T6" fmla="*/ 209 w 300"/>
                <a:gd name="T7" fmla="*/ 12 h 302"/>
                <a:gd name="T8" fmla="*/ 151 w 300"/>
                <a:gd name="T9" fmla="*/ 0 h 302"/>
                <a:gd name="T10" fmla="*/ 92 w 300"/>
                <a:gd name="T11" fmla="*/ 12 h 302"/>
                <a:gd name="T12" fmla="*/ 45 w 300"/>
                <a:gd name="T13" fmla="*/ 44 h 302"/>
                <a:gd name="T14" fmla="*/ 12 w 300"/>
                <a:gd name="T15" fmla="*/ 92 h 302"/>
                <a:gd name="T16" fmla="*/ 0 w 300"/>
                <a:gd name="T17" fmla="*/ 151 h 302"/>
                <a:gd name="T18" fmla="*/ 12 w 300"/>
                <a:gd name="T19" fmla="*/ 210 h 302"/>
                <a:gd name="T20" fmla="*/ 45 w 300"/>
                <a:gd name="T21" fmla="*/ 258 h 302"/>
                <a:gd name="T22" fmla="*/ 92 w 300"/>
                <a:gd name="T23" fmla="*/ 290 h 302"/>
                <a:gd name="T24" fmla="*/ 151 w 300"/>
                <a:gd name="T25" fmla="*/ 302 h 302"/>
                <a:gd name="T26" fmla="*/ 209 w 300"/>
                <a:gd name="T27" fmla="*/ 290 h 302"/>
                <a:gd name="T28" fmla="*/ 256 w 300"/>
                <a:gd name="T29" fmla="*/ 258 h 302"/>
                <a:gd name="T30" fmla="*/ 288 w 300"/>
                <a:gd name="T31" fmla="*/ 210 h 302"/>
                <a:gd name="T32" fmla="*/ 300 w 300"/>
                <a:gd name="T33" fmla="*/ 151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0" h="302">
                  <a:moveTo>
                    <a:pt x="300" y="151"/>
                  </a:moveTo>
                  <a:lnTo>
                    <a:pt x="288" y="92"/>
                  </a:lnTo>
                  <a:lnTo>
                    <a:pt x="256" y="44"/>
                  </a:lnTo>
                  <a:lnTo>
                    <a:pt x="209" y="12"/>
                  </a:lnTo>
                  <a:lnTo>
                    <a:pt x="151" y="0"/>
                  </a:lnTo>
                  <a:lnTo>
                    <a:pt x="92" y="12"/>
                  </a:lnTo>
                  <a:lnTo>
                    <a:pt x="45" y="44"/>
                  </a:lnTo>
                  <a:lnTo>
                    <a:pt x="12" y="92"/>
                  </a:lnTo>
                  <a:lnTo>
                    <a:pt x="0" y="151"/>
                  </a:lnTo>
                  <a:lnTo>
                    <a:pt x="12" y="210"/>
                  </a:lnTo>
                  <a:lnTo>
                    <a:pt x="45" y="258"/>
                  </a:lnTo>
                  <a:lnTo>
                    <a:pt x="92" y="290"/>
                  </a:lnTo>
                  <a:lnTo>
                    <a:pt x="151" y="302"/>
                  </a:lnTo>
                  <a:lnTo>
                    <a:pt x="209" y="290"/>
                  </a:lnTo>
                  <a:lnTo>
                    <a:pt x="256" y="258"/>
                  </a:lnTo>
                  <a:lnTo>
                    <a:pt x="288" y="210"/>
                  </a:lnTo>
                  <a:lnTo>
                    <a:pt x="300" y="15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0" name="Freeform 34">
              <a:extLst>
                <a:ext uri="{FF2B5EF4-FFF2-40B4-BE49-F238E27FC236}">
                  <a16:creationId xmlns:a16="http://schemas.microsoft.com/office/drawing/2014/main" id="{2E26EC52-7600-9379-7EA2-D72812552C4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69" y="1318"/>
              <a:ext cx="300" cy="302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587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1" name="Freeform 35">
              <a:extLst>
                <a:ext uri="{FF2B5EF4-FFF2-40B4-BE49-F238E27FC236}">
                  <a16:creationId xmlns:a16="http://schemas.microsoft.com/office/drawing/2014/main" id="{CEE0EEBF-E78F-86CF-CA07-A8040FA4412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69" y="1318"/>
              <a:ext cx="300" cy="302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2" name="Freeform 36">
              <a:extLst>
                <a:ext uri="{FF2B5EF4-FFF2-40B4-BE49-F238E27FC236}">
                  <a16:creationId xmlns:a16="http://schemas.microsoft.com/office/drawing/2014/main" id="{7F876C25-A1EB-7FEA-1573-BEC12C2A681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90" y="1038"/>
              <a:ext cx="131" cy="280"/>
            </a:xfrm>
            <a:custGeom>
              <a:avLst/>
              <a:gdLst>
                <a:gd name="T0" fmla="*/ 16 w 99"/>
                <a:gd name="T1" fmla="*/ 0 h 210"/>
                <a:gd name="T2" fmla="*/ 0 w 99"/>
                <a:gd name="T3" fmla="*/ 90 h 210"/>
                <a:gd name="T4" fmla="*/ 5 w 99"/>
                <a:gd name="T5" fmla="*/ 154 h 210"/>
                <a:gd name="T6" fmla="*/ 23 w 99"/>
                <a:gd name="T7" fmla="*/ 194 h 210"/>
                <a:gd name="T8" fmla="*/ 47 w 99"/>
                <a:gd name="T9" fmla="*/ 210 h 210"/>
                <a:gd name="T10" fmla="*/ 73 w 99"/>
                <a:gd name="T11" fmla="*/ 202 h 210"/>
                <a:gd name="T12" fmla="*/ 92 w 99"/>
                <a:gd name="T13" fmla="*/ 170 h 210"/>
                <a:gd name="T14" fmla="*/ 99 w 99"/>
                <a:gd name="T15" fmla="*/ 116 h 210"/>
                <a:gd name="T16" fmla="*/ 87 w 99"/>
                <a:gd name="T17" fmla="*/ 3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10">
                  <a:moveTo>
                    <a:pt x="16" y="0"/>
                  </a:moveTo>
                  <a:lnTo>
                    <a:pt x="0" y="90"/>
                  </a:lnTo>
                  <a:lnTo>
                    <a:pt x="5" y="154"/>
                  </a:lnTo>
                  <a:lnTo>
                    <a:pt x="23" y="194"/>
                  </a:lnTo>
                  <a:lnTo>
                    <a:pt x="47" y="210"/>
                  </a:lnTo>
                  <a:lnTo>
                    <a:pt x="73" y="202"/>
                  </a:lnTo>
                  <a:lnTo>
                    <a:pt x="92" y="170"/>
                  </a:lnTo>
                  <a:lnTo>
                    <a:pt x="99" y="116"/>
                  </a:lnTo>
                  <a:lnTo>
                    <a:pt x="87" y="38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50C0F996-9B9D-48E0-CBC0-76ABAA64A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8" y="1197"/>
              <a:ext cx="66" cy="90"/>
            </a:xfrm>
            <a:custGeom>
              <a:avLst/>
              <a:gdLst>
                <a:gd name="T0" fmla="*/ 12 w 66"/>
                <a:gd name="T1" fmla="*/ 90 h 90"/>
                <a:gd name="T2" fmla="*/ 66 w 66"/>
                <a:gd name="T3" fmla="*/ 17 h 90"/>
                <a:gd name="T4" fmla="*/ 27 w 66"/>
                <a:gd name="T5" fmla="*/ 31 h 90"/>
                <a:gd name="T6" fmla="*/ 0 w 66"/>
                <a:gd name="T7" fmla="*/ 0 h 90"/>
                <a:gd name="T8" fmla="*/ 12 w 66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90">
                  <a:moveTo>
                    <a:pt x="12" y="90"/>
                  </a:moveTo>
                  <a:lnTo>
                    <a:pt x="66" y="17"/>
                  </a:lnTo>
                  <a:lnTo>
                    <a:pt x="27" y="31"/>
                  </a:lnTo>
                  <a:lnTo>
                    <a:pt x="0" y="0"/>
                  </a:lnTo>
                  <a:lnTo>
                    <a:pt x="12" y="9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4" name="Freeform 38">
              <a:extLst>
                <a:ext uri="{FF2B5EF4-FFF2-40B4-BE49-F238E27FC236}">
                  <a16:creationId xmlns:a16="http://schemas.microsoft.com/office/drawing/2014/main" id="{6025241A-3702-623C-CC5C-FAF85911145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88" y="1197"/>
              <a:ext cx="66" cy="90"/>
            </a:xfrm>
            <a:custGeom>
              <a:avLst/>
              <a:gdLst>
                <a:gd name="T0" fmla="*/ 9 w 50"/>
                <a:gd name="T1" fmla="*/ 0 h 68"/>
                <a:gd name="T2" fmla="*/ 50 w 50"/>
                <a:gd name="T3" fmla="*/ 55 h 68"/>
                <a:gd name="T4" fmla="*/ 21 w 50"/>
                <a:gd name="T5" fmla="*/ 44 h 68"/>
                <a:gd name="T6" fmla="*/ 0 w 50"/>
                <a:gd name="T7" fmla="*/ 68 h 68"/>
                <a:gd name="T8" fmla="*/ 9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9" y="0"/>
                  </a:moveTo>
                  <a:lnTo>
                    <a:pt x="50" y="55"/>
                  </a:lnTo>
                  <a:lnTo>
                    <a:pt x="21" y="44"/>
                  </a:lnTo>
                  <a:lnTo>
                    <a:pt x="0" y="68"/>
                  </a:lnTo>
                  <a:lnTo>
                    <a:pt x="9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39">
                  <a:extLst>
                    <a:ext uri="{FF2B5EF4-FFF2-40B4-BE49-F238E27FC236}">
                      <a16:creationId xmlns:a16="http://schemas.microsoft.com/office/drawing/2014/main" id="{8C1E8FE9-235D-1BB8-4FB5-987722B51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80" y="747"/>
                  <a:ext cx="208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Rectangle 39">
                  <a:extLst>
                    <a:ext uri="{FF2B5EF4-FFF2-40B4-BE49-F238E27FC236}">
                      <a16:creationId xmlns:a16="http://schemas.microsoft.com/office/drawing/2014/main" id="{8C1E8FE9-235D-1BB8-4FB5-987722B510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80" y="747"/>
                  <a:ext cx="208" cy="2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Freeform 40">
              <a:extLst>
                <a:ext uri="{FF2B5EF4-FFF2-40B4-BE49-F238E27FC236}">
                  <a16:creationId xmlns:a16="http://schemas.microsoft.com/office/drawing/2014/main" id="{DBC01EF9-8661-6700-FCB9-90EAAE8A74F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80" y="1620"/>
              <a:ext cx="131" cy="281"/>
            </a:xfrm>
            <a:custGeom>
              <a:avLst/>
              <a:gdLst>
                <a:gd name="T0" fmla="*/ 84 w 99"/>
                <a:gd name="T1" fmla="*/ 211 h 211"/>
                <a:gd name="T2" fmla="*/ 99 w 99"/>
                <a:gd name="T3" fmla="*/ 121 h 211"/>
                <a:gd name="T4" fmla="*/ 95 w 99"/>
                <a:gd name="T5" fmla="*/ 56 h 211"/>
                <a:gd name="T6" fmla="*/ 77 w 99"/>
                <a:gd name="T7" fmla="*/ 16 h 211"/>
                <a:gd name="T8" fmla="*/ 52 w 99"/>
                <a:gd name="T9" fmla="*/ 0 h 211"/>
                <a:gd name="T10" fmla="*/ 27 w 99"/>
                <a:gd name="T11" fmla="*/ 9 h 211"/>
                <a:gd name="T12" fmla="*/ 7 w 99"/>
                <a:gd name="T13" fmla="*/ 40 h 211"/>
                <a:gd name="T14" fmla="*/ 0 w 99"/>
                <a:gd name="T15" fmla="*/ 95 h 211"/>
                <a:gd name="T16" fmla="*/ 12 w 99"/>
                <a:gd name="T17" fmla="*/ 17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11">
                  <a:moveTo>
                    <a:pt x="84" y="211"/>
                  </a:moveTo>
                  <a:lnTo>
                    <a:pt x="99" y="121"/>
                  </a:lnTo>
                  <a:lnTo>
                    <a:pt x="95" y="56"/>
                  </a:lnTo>
                  <a:lnTo>
                    <a:pt x="77" y="16"/>
                  </a:lnTo>
                  <a:lnTo>
                    <a:pt x="52" y="0"/>
                  </a:lnTo>
                  <a:lnTo>
                    <a:pt x="27" y="9"/>
                  </a:lnTo>
                  <a:lnTo>
                    <a:pt x="7" y="40"/>
                  </a:lnTo>
                  <a:lnTo>
                    <a:pt x="0" y="95"/>
                  </a:lnTo>
                  <a:lnTo>
                    <a:pt x="12" y="172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96F66C04-EF62-B9E4-5271-65764D358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1652"/>
              <a:ext cx="67" cy="90"/>
            </a:xfrm>
            <a:custGeom>
              <a:avLst/>
              <a:gdLst>
                <a:gd name="T0" fmla="*/ 56 w 67"/>
                <a:gd name="T1" fmla="*/ 0 h 90"/>
                <a:gd name="T2" fmla="*/ 0 w 67"/>
                <a:gd name="T3" fmla="*/ 73 h 90"/>
                <a:gd name="T4" fmla="*/ 40 w 67"/>
                <a:gd name="T5" fmla="*/ 58 h 90"/>
                <a:gd name="T6" fmla="*/ 67 w 67"/>
                <a:gd name="T7" fmla="*/ 90 h 90"/>
                <a:gd name="T8" fmla="*/ 56 w 67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90">
                  <a:moveTo>
                    <a:pt x="56" y="0"/>
                  </a:moveTo>
                  <a:lnTo>
                    <a:pt x="0" y="73"/>
                  </a:lnTo>
                  <a:lnTo>
                    <a:pt x="40" y="58"/>
                  </a:lnTo>
                  <a:lnTo>
                    <a:pt x="67" y="9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8" name="Freeform 42">
              <a:extLst>
                <a:ext uri="{FF2B5EF4-FFF2-40B4-BE49-F238E27FC236}">
                  <a16:creationId xmlns:a16="http://schemas.microsoft.com/office/drawing/2014/main" id="{437384EC-86F4-3ADA-1EBD-633BF93F17C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47" y="1652"/>
              <a:ext cx="67" cy="90"/>
            </a:xfrm>
            <a:custGeom>
              <a:avLst/>
              <a:gdLst>
                <a:gd name="T0" fmla="*/ 42 w 50"/>
                <a:gd name="T1" fmla="*/ 68 h 68"/>
                <a:gd name="T2" fmla="*/ 0 w 50"/>
                <a:gd name="T3" fmla="*/ 13 h 68"/>
                <a:gd name="T4" fmla="*/ 30 w 50"/>
                <a:gd name="T5" fmla="*/ 24 h 68"/>
                <a:gd name="T6" fmla="*/ 50 w 50"/>
                <a:gd name="T7" fmla="*/ 0 h 68"/>
                <a:gd name="T8" fmla="*/ 42 w 50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42" y="68"/>
                  </a:moveTo>
                  <a:lnTo>
                    <a:pt x="0" y="13"/>
                  </a:lnTo>
                  <a:lnTo>
                    <a:pt x="30" y="24"/>
                  </a:lnTo>
                  <a:lnTo>
                    <a:pt x="50" y="0"/>
                  </a:lnTo>
                  <a:lnTo>
                    <a:pt x="42" y="68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43">
                  <a:extLst>
                    <a:ext uri="{FF2B5EF4-FFF2-40B4-BE49-F238E27FC236}">
                      <a16:creationId xmlns:a16="http://schemas.microsoft.com/office/drawing/2014/main" id="{AD1E2BD1-1A44-E9EF-7BAD-EE05DF904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4" y="1895"/>
                  <a:ext cx="21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9" name="Rectangle 43">
                  <a:extLst>
                    <a:ext uri="{FF2B5EF4-FFF2-40B4-BE49-F238E27FC236}">
                      <a16:creationId xmlns:a16="http://schemas.microsoft.com/office/drawing/2014/main" id="{AD1E2BD1-1A44-E9EF-7BAD-EE05DF9048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74" y="1895"/>
                  <a:ext cx="217" cy="2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Line 44">
              <a:extLst>
                <a:ext uri="{FF2B5EF4-FFF2-40B4-BE49-F238E27FC236}">
                  <a16:creationId xmlns:a16="http://schemas.microsoft.com/office/drawing/2014/main" id="{679359B8-EF0E-5F84-30B1-AE41983DC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1469"/>
              <a:ext cx="697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1" name="Freeform 45">
              <a:extLst>
                <a:ext uri="{FF2B5EF4-FFF2-40B4-BE49-F238E27FC236}">
                  <a16:creationId xmlns:a16="http://schemas.microsoft.com/office/drawing/2014/main" id="{3ED52543-C1A7-2212-650A-A46477F6F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1435"/>
              <a:ext cx="85" cy="69"/>
            </a:xfrm>
            <a:custGeom>
              <a:avLst/>
              <a:gdLst>
                <a:gd name="T0" fmla="*/ 85 w 85"/>
                <a:gd name="T1" fmla="*/ 34 h 69"/>
                <a:gd name="T2" fmla="*/ 0 w 85"/>
                <a:gd name="T3" fmla="*/ 0 h 69"/>
                <a:gd name="T4" fmla="*/ 24 w 85"/>
                <a:gd name="T5" fmla="*/ 34 h 69"/>
                <a:gd name="T6" fmla="*/ 0 w 85"/>
                <a:gd name="T7" fmla="*/ 69 h 69"/>
                <a:gd name="T8" fmla="*/ 85 w 85"/>
                <a:gd name="T9" fmla="*/ 3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0" y="69"/>
                  </a:lnTo>
                  <a:lnTo>
                    <a:pt x="85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2" name="Freeform 46">
              <a:extLst>
                <a:ext uri="{FF2B5EF4-FFF2-40B4-BE49-F238E27FC236}">
                  <a16:creationId xmlns:a16="http://schemas.microsoft.com/office/drawing/2014/main" id="{8F1F5E91-F80E-6B71-33A9-8C4162F1F0F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40" y="1435"/>
              <a:ext cx="85" cy="69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47">
                  <a:extLst>
                    <a:ext uri="{FF2B5EF4-FFF2-40B4-BE49-F238E27FC236}">
                      <a16:creationId xmlns:a16="http://schemas.microsoft.com/office/drawing/2014/main" id="{22B92070-7BC3-0227-EF3C-8C86575894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4" y="1172"/>
                  <a:ext cx="21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3" name="Rectangle 47">
                  <a:extLst>
                    <a:ext uri="{FF2B5EF4-FFF2-40B4-BE49-F238E27FC236}">
                      <a16:creationId xmlns:a16="http://schemas.microsoft.com/office/drawing/2014/main" id="{22B92070-7BC3-0227-EF3C-8C8657589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74" y="1172"/>
                  <a:ext cx="217" cy="2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Freeform 48">
              <a:extLst>
                <a:ext uri="{FF2B5EF4-FFF2-40B4-BE49-F238E27FC236}">
                  <a16:creationId xmlns:a16="http://schemas.microsoft.com/office/drawing/2014/main" id="{2B496E53-66BA-D474-48C8-7574C8D1525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77" y="1406"/>
              <a:ext cx="278" cy="135"/>
            </a:xfrm>
            <a:custGeom>
              <a:avLst/>
              <a:gdLst>
                <a:gd name="T0" fmla="*/ 0 w 210"/>
                <a:gd name="T1" fmla="*/ 86 h 102"/>
                <a:gd name="T2" fmla="*/ 90 w 210"/>
                <a:gd name="T3" fmla="*/ 102 h 102"/>
                <a:gd name="T4" fmla="*/ 155 w 210"/>
                <a:gd name="T5" fmla="*/ 97 h 102"/>
                <a:gd name="T6" fmla="*/ 195 w 210"/>
                <a:gd name="T7" fmla="*/ 78 h 102"/>
                <a:gd name="T8" fmla="*/ 210 w 210"/>
                <a:gd name="T9" fmla="*/ 53 h 102"/>
                <a:gd name="T10" fmla="*/ 202 w 210"/>
                <a:gd name="T11" fmla="*/ 27 h 102"/>
                <a:gd name="T12" fmla="*/ 170 w 210"/>
                <a:gd name="T13" fmla="*/ 7 h 102"/>
                <a:gd name="T14" fmla="*/ 116 w 210"/>
                <a:gd name="T15" fmla="*/ 0 h 102"/>
                <a:gd name="T16" fmla="*/ 39 w 210"/>
                <a:gd name="T17" fmla="*/ 1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0" h="102">
                  <a:moveTo>
                    <a:pt x="0" y="86"/>
                  </a:moveTo>
                  <a:lnTo>
                    <a:pt x="90" y="102"/>
                  </a:lnTo>
                  <a:lnTo>
                    <a:pt x="155" y="97"/>
                  </a:lnTo>
                  <a:lnTo>
                    <a:pt x="195" y="78"/>
                  </a:lnTo>
                  <a:lnTo>
                    <a:pt x="210" y="53"/>
                  </a:lnTo>
                  <a:lnTo>
                    <a:pt x="202" y="27"/>
                  </a:lnTo>
                  <a:lnTo>
                    <a:pt x="170" y="7"/>
                  </a:lnTo>
                  <a:lnTo>
                    <a:pt x="116" y="0"/>
                  </a:lnTo>
                  <a:lnTo>
                    <a:pt x="39" y="12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5" name="Freeform 49">
              <a:extLst>
                <a:ext uri="{FF2B5EF4-FFF2-40B4-BE49-F238E27FC236}">
                  <a16:creationId xmlns:a16="http://schemas.microsoft.com/office/drawing/2014/main" id="{2607961B-80E5-F38E-327D-83BD3EA22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1508"/>
              <a:ext cx="92" cy="68"/>
            </a:xfrm>
            <a:custGeom>
              <a:avLst/>
              <a:gdLst>
                <a:gd name="T0" fmla="*/ 0 w 92"/>
                <a:gd name="T1" fmla="*/ 12 h 68"/>
                <a:gd name="T2" fmla="*/ 73 w 92"/>
                <a:gd name="T3" fmla="*/ 68 h 68"/>
                <a:gd name="T4" fmla="*/ 60 w 92"/>
                <a:gd name="T5" fmla="*/ 28 h 68"/>
                <a:gd name="T6" fmla="*/ 92 w 92"/>
                <a:gd name="T7" fmla="*/ 0 h 68"/>
                <a:gd name="T8" fmla="*/ 0 w 92"/>
                <a:gd name="T9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68">
                  <a:moveTo>
                    <a:pt x="0" y="12"/>
                  </a:moveTo>
                  <a:lnTo>
                    <a:pt x="73" y="68"/>
                  </a:lnTo>
                  <a:lnTo>
                    <a:pt x="60" y="28"/>
                  </a:lnTo>
                  <a:lnTo>
                    <a:pt x="92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6" name="Freeform 50">
              <a:extLst>
                <a:ext uri="{FF2B5EF4-FFF2-40B4-BE49-F238E27FC236}">
                  <a16:creationId xmlns:a16="http://schemas.microsoft.com/office/drawing/2014/main" id="{C179CF9C-6BB2-04C8-36FB-2B61377C288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07" y="1508"/>
              <a:ext cx="92" cy="68"/>
            </a:xfrm>
            <a:custGeom>
              <a:avLst/>
              <a:gdLst>
                <a:gd name="T0" fmla="*/ 0 w 69"/>
                <a:gd name="T1" fmla="*/ 42 h 51"/>
                <a:gd name="T2" fmla="*/ 55 w 69"/>
                <a:gd name="T3" fmla="*/ 0 h 51"/>
                <a:gd name="T4" fmla="*/ 45 w 69"/>
                <a:gd name="T5" fmla="*/ 30 h 51"/>
                <a:gd name="T6" fmla="*/ 69 w 69"/>
                <a:gd name="T7" fmla="*/ 51 h 51"/>
                <a:gd name="T8" fmla="*/ 0 w 69"/>
                <a:gd name="T9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51">
                  <a:moveTo>
                    <a:pt x="0" y="42"/>
                  </a:moveTo>
                  <a:lnTo>
                    <a:pt x="55" y="0"/>
                  </a:lnTo>
                  <a:lnTo>
                    <a:pt x="45" y="30"/>
                  </a:lnTo>
                  <a:lnTo>
                    <a:pt x="69" y="51"/>
                  </a:lnTo>
                  <a:lnTo>
                    <a:pt x="0" y="42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51">
                  <a:extLst>
                    <a:ext uri="{FF2B5EF4-FFF2-40B4-BE49-F238E27FC236}">
                      <a16:creationId xmlns:a16="http://schemas.microsoft.com/office/drawing/2014/main" id="{8F418BDA-C6AC-AAC7-7AEB-4EC0113C5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06" y="1321"/>
                  <a:ext cx="208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7" name="Rectangle 51">
                  <a:extLst>
                    <a:ext uri="{FF2B5EF4-FFF2-40B4-BE49-F238E27FC236}">
                      <a16:creationId xmlns:a16="http://schemas.microsoft.com/office/drawing/2014/main" id="{8F418BDA-C6AC-AAC7-7AEB-4EC0113C5A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06" y="1321"/>
                  <a:ext cx="208" cy="2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54">
            <a:extLst>
              <a:ext uri="{FF2B5EF4-FFF2-40B4-BE49-F238E27FC236}">
                <a16:creationId xmlns:a16="http://schemas.microsoft.com/office/drawing/2014/main" id="{DD563816-6336-A66F-380F-0AADC22DBD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1025" y="4381500"/>
            <a:ext cx="3067050" cy="1481138"/>
            <a:chOff x="366" y="2760"/>
            <a:chExt cx="1932" cy="933"/>
          </a:xfrm>
        </p:grpSpPr>
        <p:sp>
          <p:nvSpPr>
            <p:cNvPr id="69" name="AutoShape 53">
              <a:extLst>
                <a:ext uri="{FF2B5EF4-FFF2-40B4-BE49-F238E27FC236}">
                  <a16:creationId xmlns:a16="http://schemas.microsoft.com/office/drawing/2014/main" id="{85395192-2A73-4934-F3CE-8BE1E2D6806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66" y="2784"/>
              <a:ext cx="1932" cy="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55">
              <a:extLst>
                <a:ext uri="{FF2B5EF4-FFF2-40B4-BE49-F238E27FC236}">
                  <a16:creationId xmlns:a16="http://schemas.microsoft.com/office/drawing/2014/main" id="{C5B48AF0-BB7D-92EA-C630-41383D495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3134"/>
              <a:ext cx="332" cy="335"/>
            </a:xfrm>
            <a:custGeom>
              <a:avLst/>
              <a:gdLst>
                <a:gd name="T0" fmla="*/ 332 w 332"/>
                <a:gd name="T1" fmla="*/ 168 h 335"/>
                <a:gd name="T2" fmla="*/ 318 w 332"/>
                <a:gd name="T3" fmla="*/ 102 h 335"/>
                <a:gd name="T4" fmla="*/ 282 w 332"/>
                <a:gd name="T5" fmla="*/ 49 h 335"/>
                <a:gd name="T6" fmla="*/ 229 w 332"/>
                <a:gd name="T7" fmla="*/ 12 h 335"/>
                <a:gd name="T8" fmla="*/ 165 w 332"/>
                <a:gd name="T9" fmla="*/ 0 h 335"/>
                <a:gd name="T10" fmla="*/ 101 w 332"/>
                <a:gd name="T11" fmla="*/ 12 h 335"/>
                <a:gd name="T12" fmla="*/ 48 w 332"/>
                <a:gd name="T13" fmla="*/ 49 h 335"/>
                <a:gd name="T14" fmla="*/ 13 w 332"/>
                <a:gd name="T15" fmla="*/ 102 h 335"/>
                <a:gd name="T16" fmla="*/ 0 w 332"/>
                <a:gd name="T17" fmla="*/ 168 h 335"/>
                <a:gd name="T18" fmla="*/ 13 w 332"/>
                <a:gd name="T19" fmla="*/ 233 h 335"/>
                <a:gd name="T20" fmla="*/ 48 w 332"/>
                <a:gd name="T21" fmla="*/ 286 h 335"/>
                <a:gd name="T22" fmla="*/ 101 w 332"/>
                <a:gd name="T23" fmla="*/ 322 h 335"/>
                <a:gd name="T24" fmla="*/ 165 w 332"/>
                <a:gd name="T25" fmla="*/ 335 h 335"/>
                <a:gd name="T26" fmla="*/ 229 w 332"/>
                <a:gd name="T27" fmla="*/ 322 h 335"/>
                <a:gd name="T28" fmla="*/ 282 w 332"/>
                <a:gd name="T29" fmla="*/ 286 h 335"/>
                <a:gd name="T30" fmla="*/ 318 w 332"/>
                <a:gd name="T31" fmla="*/ 233 h 335"/>
                <a:gd name="T32" fmla="*/ 332 w 332"/>
                <a:gd name="T33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35">
                  <a:moveTo>
                    <a:pt x="332" y="168"/>
                  </a:moveTo>
                  <a:lnTo>
                    <a:pt x="318" y="102"/>
                  </a:lnTo>
                  <a:lnTo>
                    <a:pt x="282" y="49"/>
                  </a:lnTo>
                  <a:lnTo>
                    <a:pt x="229" y="12"/>
                  </a:lnTo>
                  <a:lnTo>
                    <a:pt x="165" y="0"/>
                  </a:lnTo>
                  <a:lnTo>
                    <a:pt x="101" y="12"/>
                  </a:lnTo>
                  <a:lnTo>
                    <a:pt x="48" y="49"/>
                  </a:lnTo>
                  <a:lnTo>
                    <a:pt x="13" y="102"/>
                  </a:lnTo>
                  <a:lnTo>
                    <a:pt x="0" y="168"/>
                  </a:lnTo>
                  <a:lnTo>
                    <a:pt x="13" y="233"/>
                  </a:lnTo>
                  <a:lnTo>
                    <a:pt x="48" y="286"/>
                  </a:lnTo>
                  <a:lnTo>
                    <a:pt x="101" y="322"/>
                  </a:lnTo>
                  <a:lnTo>
                    <a:pt x="165" y="335"/>
                  </a:lnTo>
                  <a:lnTo>
                    <a:pt x="229" y="322"/>
                  </a:lnTo>
                  <a:lnTo>
                    <a:pt x="282" y="286"/>
                  </a:lnTo>
                  <a:lnTo>
                    <a:pt x="318" y="233"/>
                  </a:lnTo>
                  <a:lnTo>
                    <a:pt x="332" y="16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FF45563B-AF51-F335-C4A1-F78571BEC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" y="3070"/>
              <a:ext cx="332" cy="335"/>
            </a:xfrm>
            <a:custGeom>
              <a:avLst/>
              <a:gdLst>
                <a:gd name="T0" fmla="*/ 332 w 332"/>
                <a:gd name="T1" fmla="*/ 168 h 335"/>
                <a:gd name="T2" fmla="*/ 319 w 332"/>
                <a:gd name="T3" fmla="*/ 102 h 335"/>
                <a:gd name="T4" fmla="*/ 282 w 332"/>
                <a:gd name="T5" fmla="*/ 49 h 335"/>
                <a:gd name="T6" fmla="*/ 230 w 332"/>
                <a:gd name="T7" fmla="*/ 12 h 335"/>
                <a:gd name="T8" fmla="*/ 165 w 332"/>
                <a:gd name="T9" fmla="*/ 0 h 335"/>
                <a:gd name="T10" fmla="*/ 101 w 332"/>
                <a:gd name="T11" fmla="*/ 12 h 335"/>
                <a:gd name="T12" fmla="*/ 48 w 332"/>
                <a:gd name="T13" fmla="*/ 49 h 335"/>
                <a:gd name="T14" fmla="*/ 13 w 332"/>
                <a:gd name="T15" fmla="*/ 102 h 335"/>
                <a:gd name="T16" fmla="*/ 0 w 332"/>
                <a:gd name="T17" fmla="*/ 168 h 335"/>
                <a:gd name="T18" fmla="*/ 13 w 332"/>
                <a:gd name="T19" fmla="*/ 233 h 335"/>
                <a:gd name="T20" fmla="*/ 48 w 332"/>
                <a:gd name="T21" fmla="*/ 286 h 335"/>
                <a:gd name="T22" fmla="*/ 101 w 332"/>
                <a:gd name="T23" fmla="*/ 324 h 335"/>
                <a:gd name="T24" fmla="*/ 165 w 332"/>
                <a:gd name="T25" fmla="*/ 335 h 335"/>
                <a:gd name="T26" fmla="*/ 230 w 332"/>
                <a:gd name="T27" fmla="*/ 324 h 335"/>
                <a:gd name="T28" fmla="*/ 282 w 332"/>
                <a:gd name="T29" fmla="*/ 286 h 335"/>
                <a:gd name="T30" fmla="*/ 319 w 332"/>
                <a:gd name="T31" fmla="*/ 233 h 335"/>
                <a:gd name="T32" fmla="*/ 332 w 332"/>
                <a:gd name="T33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35">
                  <a:moveTo>
                    <a:pt x="332" y="168"/>
                  </a:moveTo>
                  <a:lnTo>
                    <a:pt x="319" y="102"/>
                  </a:lnTo>
                  <a:lnTo>
                    <a:pt x="282" y="49"/>
                  </a:lnTo>
                  <a:lnTo>
                    <a:pt x="230" y="12"/>
                  </a:lnTo>
                  <a:lnTo>
                    <a:pt x="165" y="0"/>
                  </a:lnTo>
                  <a:lnTo>
                    <a:pt x="101" y="12"/>
                  </a:lnTo>
                  <a:lnTo>
                    <a:pt x="48" y="49"/>
                  </a:lnTo>
                  <a:lnTo>
                    <a:pt x="13" y="102"/>
                  </a:lnTo>
                  <a:lnTo>
                    <a:pt x="0" y="168"/>
                  </a:lnTo>
                  <a:lnTo>
                    <a:pt x="13" y="233"/>
                  </a:lnTo>
                  <a:lnTo>
                    <a:pt x="48" y="286"/>
                  </a:lnTo>
                  <a:lnTo>
                    <a:pt x="101" y="324"/>
                  </a:lnTo>
                  <a:lnTo>
                    <a:pt x="165" y="335"/>
                  </a:lnTo>
                  <a:lnTo>
                    <a:pt x="230" y="324"/>
                  </a:lnTo>
                  <a:lnTo>
                    <a:pt x="282" y="286"/>
                  </a:lnTo>
                  <a:lnTo>
                    <a:pt x="319" y="233"/>
                  </a:lnTo>
                  <a:lnTo>
                    <a:pt x="332" y="168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2" name="Freeform 57">
              <a:extLst>
                <a:ext uri="{FF2B5EF4-FFF2-40B4-BE49-F238E27FC236}">
                  <a16:creationId xmlns:a16="http://schemas.microsoft.com/office/drawing/2014/main" id="{A40E2A8F-1DA5-CFAC-7291-C55FA9FD2E9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5" y="3070"/>
              <a:ext cx="332" cy="335"/>
            </a:xfrm>
            <a:custGeom>
              <a:avLst/>
              <a:gdLst>
                <a:gd name="T0" fmla="*/ 227 w 227"/>
                <a:gd name="T1" fmla="*/ 113 h 226"/>
                <a:gd name="T2" fmla="*/ 218 w 227"/>
                <a:gd name="T3" fmla="*/ 157 h 226"/>
                <a:gd name="T4" fmla="*/ 193 w 227"/>
                <a:gd name="T5" fmla="*/ 193 h 226"/>
                <a:gd name="T6" fmla="*/ 157 w 227"/>
                <a:gd name="T7" fmla="*/ 218 h 226"/>
                <a:gd name="T8" fmla="*/ 113 w 227"/>
                <a:gd name="T9" fmla="*/ 226 h 226"/>
                <a:gd name="T10" fmla="*/ 69 w 227"/>
                <a:gd name="T11" fmla="*/ 218 h 226"/>
                <a:gd name="T12" fmla="*/ 33 w 227"/>
                <a:gd name="T13" fmla="*/ 193 h 226"/>
                <a:gd name="T14" fmla="*/ 9 w 227"/>
                <a:gd name="T15" fmla="*/ 157 h 226"/>
                <a:gd name="T16" fmla="*/ 0 w 227"/>
                <a:gd name="T17" fmla="*/ 113 h 226"/>
                <a:gd name="T18" fmla="*/ 9 w 227"/>
                <a:gd name="T19" fmla="*/ 69 h 226"/>
                <a:gd name="T20" fmla="*/ 33 w 227"/>
                <a:gd name="T21" fmla="*/ 33 h 226"/>
                <a:gd name="T22" fmla="*/ 69 w 227"/>
                <a:gd name="T23" fmla="*/ 8 h 226"/>
                <a:gd name="T24" fmla="*/ 113 w 227"/>
                <a:gd name="T25" fmla="*/ 0 h 226"/>
                <a:gd name="T26" fmla="*/ 157 w 227"/>
                <a:gd name="T27" fmla="*/ 8 h 226"/>
                <a:gd name="T28" fmla="*/ 193 w 227"/>
                <a:gd name="T29" fmla="*/ 33 h 226"/>
                <a:gd name="T30" fmla="*/ 218 w 227"/>
                <a:gd name="T31" fmla="*/ 69 h 226"/>
                <a:gd name="T32" fmla="*/ 227 w 227"/>
                <a:gd name="T33" fmla="*/ 11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6">
                  <a:moveTo>
                    <a:pt x="227" y="113"/>
                  </a:moveTo>
                  <a:lnTo>
                    <a:pt x="218" y="157"/>
                  </a:lnTo>
                  <a:lnTo>
                    <a:pt x="193" y="193"/>
                  </a:lnTo>
                  <a:lnTo>
                    <a:pt x="157" y="218"/>
                  </a:lnTo>
                  <a:lnTo>
                    <a:pt x="113" y="226"/>
                  </a:lnTo>
                  <a:lnTo>
                    <a:pt x="69" y="218"/>
                  </a:lnTo>
                  <a:lnTo>
                    <a:pt x="33" y="193"/>
                  </a:lnTo>
                  <a:lnTo>
                    <a:pt x="9" y="157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8"/>
                  </a:lnTo>
                  <a:lnTo>
                    <a:pt x="113" y="0"/>
                  </a:lnTo>
                  <a:lnTo>
                    <a:pt x="157" y="8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3" name="Line 58">
              <a:extLst>
                <a:ext uri="{FF2B5EF4-FFF2-40B4-BE49-F238E27FC236}">
                  <a16:creationId xmlns:a16="http://schemas.microsoft.com/office/drawing/2014/main" id="{CA60E3FA-4D86-9471-EA81-705F653ED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" y="3238"/>
              <a:ext cx="2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4" name="Freeform 59">
              <a:extLst>
                <a:ext uri="{FF2B5EF4-FFF2-40B4-BE49-F238E27FC236}">
                  <a16:creationId xmlns:a16="http://schemas.microsoft.com/office/drawing/2014/main" id="{85BB73BF-45F6-A7C1-9E16-CBED0C894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" y="3199"/>
              <a:ext cx="93" cy="77"/>
            </a:xfrm>
            <a:custGeom>
              <a:avLst/>
              <a:gdLst>
                <a:gd name="T0" fmla="*/ 93 w 93"/>
                <a:gd name="T1" fmla="*/ 39 h 77"/>
                <a:gd name="T2" fmla="*/ 0 w 93"/>
                <a:gd name="T3" fmla="*/ 0 h 77"/>
                <a:gd name="T4" fmla="*/ 26 w 93"/>
                <a:gd name="T5" fmla="*/ 39 h 77"/>
                <a:gd name="T6" fmla="*/ 0 w 93"/>
                <a:gd name="T7" fmla="*/ 77 h 77"/>
                <a:gd name="T8" fmla="*/ 93 w 93"/>
                <a:gd name="T9" fmla="*/ 3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77">
                  <a:moveTo>
                    <a:pt x="93" y="39"/>
                  </a:moveTo>
                  <a:lnTo>
                    <a:pt x="0" y="0"/>
                  </a:lnTo>
                  <a:lnTo>
                    <a:pt x="26" y="39"/>
                  </a:lnTo>
                  <a:lnTo>
                    <a:pt x="0" y="77"/>
                  </a:lnTo>
                  <a:lnTo>
                    <a:pt x="93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5" name="Freeform 60">
              <a:extLst>
                <a:ext uri="{FF2B5EF4-FFF2-40B4-BE49-F238E27FC236}">
                  <a16:creationId xmlns:a16="http://schemas.microsoft.com/office/drawing/2014/main" id="{5896E26F-C69B-60B3-88BC-02881B40EE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1" y="3199"/>
              <a:ext cx="93" cy="77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6" name="Freeform 61">
              <a:extLst>
                <a:ext uri="{FF2B5EF4-FFF2-40B4-BE49-F238E27FC236}">
                  <a16:creationId xmlns:a16="http://schemas.microsoft.com/office/drawing/2014/main" id="{59B80A71-8E85-8764-B498-3F9EAEBDA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3134"/>
              <a:ext cx="332" cy="335"/>
            </a:xfrm>
            <a:custGeom>
              <a:avLst/>
              <a:gdLst>
                <a:gd name="T0" fmla="*/ 332 w 332"/>
                <a:gd name="T1" fmla="*/ 168 h 335"/>
                <a:gd name="T2" fmla="*/ 318 w 332"/>
                <a:gd name="T3" fmla="*/ 102 h 335"/>
                <a:gd name="T4" fmla="*/ 283 w 332"/>
                <a:gd name="T5" fmla="*/ 49 h 335"/>
                <a:gd name="T6" fmla="*/ 231 w 332"/>
                <a:gd name="T7" fmla="*/ 12 h 335"/>
                <a:gd name="T8" fmla="*/ 167 w 332"/>
                <a:gd name="T9" fmla="*/ 0 h 335"/>
                <a:gd name="T10" fmla="*/ 102 w 332"/>
                <a:gd name="T11" fmla="*/ 12 h 335"/>
                <a:gd name="T12" fmla="*/ 48 w 332"/>
                <a:gd name="T13" fmla="*/ 49 h 335"/>
                <a:gd name="T14" fmla="*/ 13 w 332"/>
                <a:gd name="T15" fmla="*/ 102 h 335"/>
                <a:gd name="T16" fmla="*/ 0 w 332"/>
                <a:gd name="T17" fmla="*/ 168 h 335"/>
                <a:gd name="T18" fmla="*/ 13 w 332"/>
                <a:gd name="T19" fmla="*/ 233 h 335"/>
                <a:gd name="T20" fmla="*/ 48 w 332"/>
                <a:gd name="T21" fmla="*/ 286 h 335"/>
                <a:gd name="T22" fmla="*/ 102 w 332"/>
                <a:gd name="T23" fmla="*/ 322 h 335"/>
                <a:gd name="T24" fmla="*/ 167 w 332"/>
                <a:gd name="T25" fmla="*/ 335 h 335"/>
                <a:gd name="T26" fmla="*/ 231 w 332"/>
                <a:gd name="T27" fmla="*/ 322 h 335"/>
                <a:gd name="T28" fmla="*/ 283 w 332"/>
                <a:gd name="T29" fmla="*/ 286 h 335"/>
                <a:gd name="T30" fmla="*/ 318 w 332"/>
                <a:gd name="T31" fmla="*/ 233 h 335"/>
                <a:gd name="T32" fmla="*/ 332 w 332"/>
                <a:gd name="T33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35">
                  <a:moveTo>
                    <a:pt x="332" y="168"/>
                  </a:moveTo>
                  <a:lnTo>
                    <a:pt x="318" y="102"/>
                  </a:lnTo>
                  <a:lnTo>
                    <a:pt x="283" y="49"/>
                  </a:lnTo>
                  <a:lnTo>
                    <a:pt x="231" y="12"/>
                  </a:lnTo>
                  <a:lnTo>
                    <a:pt x="167" y="0"/>
                  </a:lnTo>
                  <a:lnTo>
                    <a:pt x="102" y="12"/>
                  </a:lnTo>
                  <a:lnTo>
                    <a:pt x="48" y="49"/>
                  </a:lnTo>
                  <a:lnTo>
                    <a:pt x="13" y="102"/>
                  </a:lnTo>
                  <a:lnTo>
                    <a:pt x="0" y="168"/>
                  </a:lnTo>
                  <a:lnTo>
                    <a:pt x="13" y="233"/>
                  </a:lnTo>
                  <a:lnTo>
                    <a:pt x="48" y="286"/>
                  </a:lnTo>
                  <a:lnTo>
                    <a:pt x="102" y="322"/>
                  </a:lnTo>
                  <a:lnTo>
                    <a:pt x="167" y="335"/>
                  </a:lnTo>
                  <a:lnTo>
                    <a:pt x="231" y="322"/>
                  </a:lnTo>
                  <a:lnTo>
                    <a:pt x="283" y="286"/>
                  </a:lnTo>
                  <a:lnTo>
                    <a:pt x="318" y="233"/>
                  </a:lnTo>
                  <a:lnTo>
                    <a:pt x="332" y="16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7" name="Freeform 62">
              <a:extLst>
                <a:ext uri="{FF2B5EF4-FFF2-40B4-BE49-F238E27FC236}">
                  <a16:creationId xmlns:a16="http://schemas.microsoft.com/office/drawing/2014/main" id="{C2C9624D-5166-EB2C-68EA-7312817AB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5" y="3070"/>
              <a:ext cx="332" cy="335"/>
            </a:xfrm>
            <a:custGeom>
              <a:avLst/>
              <a:gdLst>
                <a:gd name="T0" fmla="*/ 332 w 332"/>
                <a:gd name="T1" fmla="*/ 168 h 335"/>
                <a:gd name="T2" fmla="*/ 319 w 332"/>
                <a:gd name="T3" fmla="*/ 102 h 335"/>
                <a:gd name="T4" fmla="*/ 284 w 332"/>
                <a:gd name="T5" fmla="*/ 49 h 335"/>
                <a:gd name="T6" fmla="*/ 231 w 332"/>
                <a:gd name="T7" fmla="*/ 12 h 335"/>
                <a:gd name="T8" fmla="*/ 167 w 332"/>
                <a:gd name="T9" fmla="*/ 0 h 335"/>
                <a:gd name="T10" fmla="*/ 102 w 332"/>
                <a:gd name="T11" fmla="*/ 12 h 335"/>
                <a:gd name="T12" fmla="*/ 50 w 332"/>
                <a:gd name="T13" fmla="*/ 49 h 335"/>
                <a:gd name="T14" fmla="*/ 13 w 332"/>
                <a:gd name="T15" fmla="*/ 102 h 335"/>
                <a:gd name="T16" fmla="*/ 0 w 332"/>
                <a:gd name="T17" fmla="*/ 168 h 335"/>
                <a:gd name="T18" fmla="*/ 13 w 332"/>
                <a:gd name="T19" fmla="*/ 233 h 335"/>
                <a:gd name="T20" fmla="*/ 50 w 332"/>
                <a:gd name="T21" fmla="*/ 286 h 335"/>
                <a:gd name="T22" fmla="*/ 102 w 332"/>
                <a:gd name="T23" fmla="*/ 324 h 335"/>
                <a:gd name="T24" fmla="*/ 167 w 332"/>
                <a:gd name="T25" fmla="*/ 335 h 335"/>
                <a:gd name="T26" fmla="*/ 231 w 332"/>
                <a:gd name="T27" fmla="*/ 324 h 335"/>
                <a:gd name="T28" fmla="*/ 284 w 332"/>
                <a:gd name="T29" fmla="*/ 286 h 335"/>
                <a:gd name="T30" fmla="*/ 319 w 332"/>
                <a:gd name="T31" fmla="*/ 233 h 335"/>
                <a:gd name="T32" fmla="*/ 332 w 332"/>
                <a:gd name="T33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2" h="335">
                  <a:moveTo>
                    <a:pt x="332" y="168"/>
                  </a:moveTo>
                  <a:lnTo>
                    <a:pt x="319" y="102"/>
                  </a:lnTo>
                  <a:lnTo>
                    <a:pt x="284" y="49"/>
                  </a:lnTo>
                  <a:lnTo>
                    <a:pt x="231" y="12"/>
                  </a:lnTo>
                  <a:lnTo>
                    <a:pt x="167" y="0"/>
                  </a:lnTo>
                  <a:lnTo>
                    <a:pt x="102" y="12"/>
                  </a:lnTo>
                  <a:lnTo>
                    <a:pt x="50" y="49"/>
                  </a:lnTo>
                  <a:lnTo>
                    <a:pt x="13" y="102"/>
                  </a:lnTo>
                  <a:lnTo>
                    <a:pt x="0" y="168"/>
                  </a:lnTo>
                  <a:lnTo>
                    <a:pt x="13" y="233"/>
                  </a:lnTo>
                  <a:lnTo>
                    <a:pt x="50" y="286"/>
                  </a:lnTo>
                  <a:lnTo>
                    <a:pt x="102" y="324"/>
                  </a:lnTo>
                  <a:lnTo>
                    <a:pt x="167" y="335"/>
                  </a:lnTo>
                  <a:lnTo>
                    <a:pt x="231" y="324"/>
                  </a:lnTo>
                  <a:lnTo>
                    <a:pt x="284" y="286"/>
                  </a:lnTo>
                  <a:lnTo>
                    <a:pt x="319" y="233"/>
                  </a:lnTo>
                  <a:lnTo>
                    <a:pt x="332" y="168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8" name="Freeform 63">
              <a:extLst>
                <a:ext uri="{FF2B5EF4-FFF2-40B4-BE49-F238E27FC236}">
                  <a16:creationId xmlns:a16="http://schemas.microsoft.com/office/drawing/2014/main" id="{CDD99A77-5BA1-F35B-E5FB-AC6041A17F4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65" y="3070"/>
              <a:ext cx="332" cy="335"/>
            </a:xfrm>
            <a:custGeom>
              <a:avLst/>
              <a:gdLst>
                <a:gd name="T0" fmla="*/ 227 w 227"/>
                <a:gd name="T1" fmla="*/ 113 h 226"/>
                <a:gd name="T2" fmla="*/ 218 w 227"/>
                <a:gd name="T3" fmla="*/ 157 h 226"/>
                <a:gd name="T4" fmla="*/ 194 w 227"/>
                <a:gd name="T5" fmla="*/ 193 h 226"/>
                <a:gd name="T6" fmla="*/ 158 w 227"/>
                <a:gd name="T7" fmla="*/ 218 h 226"/>
                <a:gd name="T8" fmla="*/ 114 w 227"/>
                <a:gd name="T9" fmla="*/ 226 h 226"/>
                <a:gd name="T10" fmla="*/ 70 w 227"/>
                <a:gd name="T11" fmla="*/ 218 h 226"/>
                <a:gd name="T12" fmla="*/ 34 w 227"/>
                <a:gd name="T13" fmla="*/ 193 h 226"/>
                <a:gd name="T14" fmla="*/ 9 w 227"/>
                <a:gd name="T15" fmla="*/ 157 h 226"/>
                <a:gd name="T16" fmla="*/ 0 w 227"/>
                <a:gd name="T17" fmla="*/ 113 h 226"/>
                <a:gd name="T18" fmla="*/ 9 w 227"/>
                <a:gd name="T19" fmla="*/ 69 h 226"/>
                <a:gd name="T20" fmla="*/ 34 w 227"/>
                <a:gd name="T21" fmla="*/ 33 h 226"/>
                <a:gd name="T22" fmla="*/ 70 w 227"/>
                <a:gd name="T23" fmla="*/ 8 h 226"/>
                <a:gd name="T24" fmla="*/ 114 w 227"/>
                <a:gd name="T25" fmla="*/ 0 h 226"/>
                <a:gd name="T26" fmla="*/ 158 w 227"/>
                <a:gd name="T27" fmla="*/ 8 h 226"/>
                <a:gd name="T28" fmla="*/ 194 w 227"/>
                <a:gd name="T29" fmla="*/ 33 h 226"/>
                <a:gd name="T30" fmla="*/ 218 w 227"/>
                <a:gd name="T31" fmla="*/ 69 h 226"/>
                <a:gd name="T32" fmla="*/ 227 w 227"/>
                <a:gd name="T33" fmla="*/ 11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6">
                  <a:moveTo>
                    <a:pt x="227" y="113"/>
                  </a:moveTo>
                  <a:lnTo>
                    <a:pt x="218" y="157"/>
                  </a:lnTo>
                  <a:lnTo>
                    <a:pt x="194" y="193"/>
                  </a:lnTo>
                  <a:lnTo>
                    <a:pt x="158" y="218"/>
                  </a:lnTo>
                  <a:lnTo>
                    <a:pt x="114" y="226"/>
                  </a:lnTo>
                  <a:lnTo>
                    <a:pt x="70" y="218"/>
                  </a:lnTo>
                  <a:lnTo>
                    <a:pt x="34" y="193"/>
                  </a:lnTo>
                  <a:lnTo>
                    <a:pt x="9" y="157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8"/>
                  </a:lnTo>
                  <a:lnTo>
                    <a:pt x="114" y="0"/>
                  </a:lnTo>
                  <a:lnTo>
                    <a:pt x="158" y="8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9" name="Freeform 64">
              <a:extLst>
                <a:ext uri="{FF2B5EF4-FFF2-40B4-BE49-F238E27FC236}">
                  <a16:creationId xmlns:a16="http://schemas.microsoft.com/office/drawing/2014/main" id="{CA05396E-C827-347D-6FDF-B429090090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22" y="3089"/>
              <a:ext cx="794" cy="89"/>
            </a:xfrm>
            <a:custGeom>
              <a:avLst/>
              <a:gdLst>
                <a:gd name="T0" fmla="*/ 0 w 543"/>
                <a:gd name="T1" fmla="*/ 0 h 60"/>
                <a:gd name="T2" fmla="*/ 150 w 543"/>
                <a:gd name="T3" fmla="*/ 44 h 60"/>
                <a:gd name="T4" fmla="*/ 285 w 543"/>
                <a:gd name="T5" fmla="*/ 60 h 60"/>
                <a:gd name="T6" fmla="*/ 414 w 543"/>
                <a:gd name="T7" fmla="*/ 50 h 60"/>
                <a:gd name="T8" fmla="*/ 543 w 543"/>
                <a:gd name="T9" fmla="*/ 1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60">
                  <a:moveTo>
                    <a:pt x="0" y="0"/>
                  </a:moveTo>
                  <a:lnTo>
                    <a:pt x="150" y="44"/>
                  </a:lnTo>
                  <a:lnTo>
                    <a:pt x="285" y="60"/>
                  </a:lnTo>
                  <a:lnTo>
                    <a:pt x="414" y="50"/>
                  </a:lnTo>
                  <a:lnTo>
                    <a:pt x="543" y="1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80" name="Freeform 65">
              <a:extLst>
                <a:ext uri="{FF2B5EF4-FFF2-40B4-BE49-F238E27FC236}">
                  <a16:creationId xmlns:a16="http://schemas.microsoft.com/office/drawing/2014/main" id="{FBFE18E0-9E41-5A7D-7C23-F1240A6D1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3097"/>
              <a:ext cx="100" cy="73"/>
            </a:xfrm>
            <a:custGeom>
              <a:avLst/>
              <a:gdLst>
                <a:gd name="T0" fmla="*/ 100 w 100"/>
                <a:gd name="T1" fmla="*/ 70 h 73"/>
                <a:gd name="T2" fmla="*/ 26 w 100"/>
                <a:gd name="T3" fmla="*/ 0 h 73"/>
                <a:gd name="T4" fmla="*/ 38 w 100"/>
                <a:gd name="T5" fmla="*/ 46 h 73"/>
                <a:gd name="T6" fmla="*/ 0 w 100"/>
                <a:gd name="T7" fmla="*/ 73 h 73"/>
                <a:gd name="T8" fmla="*/ 100 w 100"/>
                <a:gd name="T9" fmla="*/ 7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3">
                  <a:moveTo>
                    <a:pt x="100" y="70"/>
                  </a:moveTo>
                  <a:lnTo>
                    <a:pt x="26" y="0"/>
                  </a:lnTo>
                  <a:lnTo>
                    <a:pt x="38" y="46"/>
                  </a:lnTo>
                  <a:lnTo>
                    <a:pt x="0" y="73"/>
                  </a:lnTo>
                  <a:lnTo>
                    <a:pt x="100" y="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81" name="Freeform 66">
              <a:extLst>
                <a:ext uri="{FF2B5EF4-FFF2-40B4-BE49-F238E27FC236}">
                  <a16:creationId xmlns:a16="http://schemas.microsoft.com/office/drawing/2014/main" id="{5D0E8651-1BBB-9807-7026-021D541DC1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37" y="3097"/>
              <a:ext cx="100" cy="73"/>
            </a:xfrm>
            <a:custGeom>
              <a:avLst/>
              <a:gdLst>
                <a:gd name="T0" fmla="*/ 69 w 69"/>
                <a:gd name="T1" fmla="*/ 2 h 49"/>
                <a:gd name="T2" fmla="*/ 18 w 69"/>
                <a:gd name="T3" fmla="*/ 49 h 49"/>
                <a:gd name="T4" fmla="*/ 26 w 69"/>
                <a:gd name="T5" fmla="*/ 18 h 49"/>
                <a:gd name="T6" fmla="*/ 0 w 69"/>
                <a:gd name="T7" fmla="*/ 0 h 49"/>
                <a:gd name="T8" fmla="*/ 69 w 69"/>
                <a:gd name="T9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69" y="2"/>
                  </a:moveTo>
                  <a:lnTo>
                    <a:pt x="18" y="49"/>
                  </a:lnTo>
                  <a:lnTo>
                    <a:pt x="26" y="18"/>
                  </a:lnTo>
                  <a:lnTo>
                    <a:pt x="0" y="0"/>
                  </a:lnTo>
                  <a:lnTo>
                    <a:pt x="69" y="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67">
                  <a:extLst>
                    <a:ext uri="{FF2B5EF4-FFF2-40B4-BE49-F238E27FC236}">
                      <a16:creationId xmlns:a16="http://schemas.microsoft.com/office/drawing/2014/main" id="{CEA5CC33-B067-34C3-83BD-81370443B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36" y="2760"/>
                  <a:ext cx="2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2" name="Rectangle 67">
                  <a:extLst>
                    <a:ext uri="{FF2B5EF4-FFF2-40B4-BE49-F238E27FC236}">
                      <a16:creationId xmlns:a16="http://schemas.microsoft.com/office/drawing/2014/main" id="{CEA5CC33-B067-34C3-83BD-81370443B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6" y="2760"/>
                  <a:ext cx="238" cy="3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Freeform 68">
              <a:extLst>
                <a:ext uri="{FF2B5EF4-FFF2-40B4-BE49-F238E27FC236}">
                  <a16:creationId xmlns:a16="http://schemas.microsoft.com/office/drawing/2014/main" id="{48A69474-C34C-3577-1CAB-FA5F4D52BE4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76" y="3297"/>
              <a:ext cx="794" cy="89"/>
            </a:xfrm>
            <a:custGeom>
              <a:avLst/>
              <a:gdLst>
                <a:gd name="T0" fmla="*/ 543 w 543"/>
                <a:gd name="T1" fmla="*/ 60 h 60"/>
                <a:gd name="T2" fmla="*/ 393 w 543"/>
                <a:gd name="T3" fmla="*/ 16 h 60"/>
                <a:gd name="T4" fmla="*/ 258 w 543"/>
                <a:gd name="T5" fmla="*/ 0 h 60"/>
                <a:gd name="T6" fmla="*/ 129 w 543"/>
                <a:gd name="T7" fmla="*/ 11 h 60"/>
                <a:gd name="T8" fmla="*/ 0 w 543"/>
                <a:gd name="T9" fmla="*/ 4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60">
                  <a:moveTo>
                    <a:pt x="543" y="60"/>
                  </a:moveTo>
                  <a:lnTo>
                    <a:pt x="393" y="16"/>
                  </a:lnTo>
                  <a:lnTo>
                    <a:pt x="258" y="0"/>
                  </a:lnTo>
                  <a:lnTo>
                    <a:pt x="129" y="11"/>
                  </a:lnTo>
                  <a:lnTo>
                    <a:pt x="0" y="4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84" name="Freeform 69">
              <a:extLst>
                <a:ext uri="{FF2B5EF4-FFF2-40B4-BE49-F238E27FC236}">
                  <a16:creationId xmlns:a16="http://schemas.microsoft.com/office/drawing/2014/main" id="{392B6EA8-6420-4CC8-FF0F-96F7C3C04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" y="3306"/>
              <a:ext cx="100" cy="73"/>
            </a:xfrm>
            <a:custGeom>
              <a:avLst/>
              <a:gdLst>
                <a:gd name="T0" fmla="*/ 0 w 100"/>
                <a:gd name="T1" fmla="*/ 3 h 73"/>
                <a:gd name="T2" fmla="*/ 74 w 100"/>
                <a:gd name="T3" fmla="*/ 73 h 73"/>
                <a:gd name="T4" fmla="*/ 62 w 100"/>
                <a:gd name="T5" fmla="*/ 27 h 73"/>
                <a:gd name="T6" fmla="*/ 100 w 100"/>
                <a:gd name="T7" fmla="*/ 0 h 73"/>
                <a:gd name="T8" fmla="*/ 0 w 100"/>
                <a:gd name="T9" fmla="*/ 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3">
                  <a:moveTo>
                    <a:pt x="0" y="3"/>
                  </a:moveTo>
                  <a:lnTo>
                    <a:pt x="74" y="73"/>
                  </a:lnTo>
                  <a:lnTo>
                    <a:pt x="62" y="27"/>
                  </a:lnTo>
                  <a:lnTo>
                    <a:pt x="10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85" name="Freeform 70">
              <a:extLst>
                <a:ext uri="{FF2B5EF4-FFF2-40B4-BE49-F238E27FC236}">
                  <a16:creationId xmlns:a16="http://schemas.microsoft.com/office/drawing/2014/main" id="{762A7F85-009B-45E6-F8AA-068B936FCE6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55" y="3306"/>
              <a:ext cx="100" cy="73"/>
            </a:xfrm>
            <a:custGeom>
              <a:avLst/>
              <a:gdLst>
                <a:gd name="T0" fmla="*/ 0 w 69"/>
                <a:gd name="T1" fmla="*/ 47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7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71">
                  <a:extLst>
                    <a:ext uri="{FF2B5EF4-FFF2-40B4-BE49-F238E27FC236}">
                      <a16:creationId xmlns:a16="http://schemas.microsoft.com/office/drawing/2014/main" id="{0A6175C1-4FB8-1E85-227B-9BA3A824B4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8" y="3383"/>
                  <a:ext cx="24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6" name="Rectangle 71">
                  <a:extLst>
                    <a:ext uri="{FF2B5EF4-FFF2-40B4-BE49-F238E27FC236}">
                      <a16:creationId xmlns:a16="http://schemas.microsoft.com/office/drawing/2014/main" id="{0A6175C1-4FB8-1E85-227B-9BA3A824B4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28" y="3383"/>
                  <a:ext cx="248" cy="3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Group 74">
            <a:extLst>
              <a:ext uri="{FF2B5EF4-FFF2-40B4-BE49-F238E27FC236}">
                <a16:creationId xmlns:a16="http://schemas.microsoft.com/office/drawing/2014/main" id="{66074CFC-1C10-DEF6-9FBF-388C47FBB3F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10200" y="3929064"/>
            <a:ext cx="3103563" cy="2230439"/>
            <a:chOff x="3408" y="2475"/>
            <a:chExt cx="1955" cy="1405"/>
          </a:xfrm>
        </p:grpSpPr>
        <p:sp>
          <p:nvSpPr>
            <p:cNvPr id="88" name="AutoShape 73">
              <a:extLst>
                <a:ext uri="{FF2B5EF4-FFF2-40B4-BE49-F238E27FC236}">
                  <a16:creationId xmlns:a16="http://schemas.microsoft.com/office/drawing/2014/main" id="{2C8A3614-5F5B-8CC9-4E25-BE7DE5AFB2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408" y="2496"/>
              <a:ext cx="1955" cy="1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75">
              <a:extLst>
                <a:ext uri="{FF2B5EF4-FFF2-40B4-BE49-F238E27FC236}">
                  <a16:creationId xmlns:a16="http://schemas.microsoft.com/office/drawing/2014/main" id="{DCE2C0CC-6D6F-2453-EA50-D319B58B4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7" y="3096"/>
              <a:ext cx="300" cy="299"/>
            </a:xfrm>
            <a:custGeom>
              <a:avLst/>
              <a:gdLst>
                <a:gd name="T0" fmla="*/ 300 w 300"/>
                <a:gd name="T1" fmla="*/ 150 h 299"/>
                <a:gd name="T2" fmla="*/ 288 w 300"/>
                <a:gd name="T3" fmla="*/ 91 h 299"/>
                <a:gd name="T4" fmla="*/ 256 w 300"/>
                <a:gd name="T5" fmla="*/ 43 h 299"/>
                <a:gd name="T6" fmla="*/ 209 w 300"/>
                <a:gd name="T7" fmla="*/ 12 h 299"/>
                <a:gd name="T8" fmla="*/ 151 w 300"/>
                <a:gd name="T9" fmla="*/ 0 h 299"/>
                <a:gd name="T10" fmla="*/ 91 w 300"/>
                <a:gd name="T11" fmla="*/ 12 h 299"/>
                <a:gd name="T12" fmla="*/ 44 w 300"/>
                <a:gd name="T13" fmla="*/ 43 h 299"/>
                <a:gd name="T14" fmla="*/ 12 w 300"/>
                <a:gd name="T15" fmla="*/ 91 h 299"/>
                <a:gd name="T16" fmla="*/ 0 w 300"/>
                <a:gd name="T17" fmla="*/ 150 h 299"/>
                <a:gd name="T18" fmla="*/ 12 w 300"/>
                <a:gd name="T19" fmla="*/ 208 h 299"/>
                <a:gd name="T20" fmla="*/ 44 w 300"/>
                <a:gd name="T21" fmla="*/ 255 h 299"/>
                <a:gd name="T22" fmla="*/ 91 w 300"/>
                <a:gd name="T23" fmla="*/ 287 h 299"/>
                <a:gd name="T24" fmla="*/ 151 w 300"/>
                <a:gd name="T25" fmla="*/ 299 h 299"/>
                <a:gd name="T26" fmla="*/ 209 w 300"/>
                <a:gd name="T27" fmla="*/ 287 h 299"/>
                <a:gd name="T28" fmla="*/ 256 w 300"/>
                <a:gd name="T29" fmla="*/ 255 h 299"/>
                <a:gd name="T30" fmla="*/ 288 w 300"/>
                <a:gd name="T31" fmla="*/ 208 h 299"/>
                <a:gd name="T32" fmla="*/ 300 w 300"/>
                <a:gd name="T33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0" h="299">
                  <a:moveTo>
                    <a:pt x="300" y="150"/>
                  </a:moveTo>
                  <a:lnTo>
                    <a:pt x="288" y="91"/>
                  </a:lnTo>
                  <a:lnTo>
                    <a:pt x="256" y="43"/>
                  </a:lnTo>
                  <a:lnTo>
                    <a:pt x="209" y="12"/>
                  </a:lnTo>
                  <a:lnTo>
                    <a:pt x="151" y="0"/>
                  </a:lnTo>
                  <a:lnTo>
                    <a:pt x="91" y="12"/>
                  </a:lnTo>
                  <a:lnTo>
                    <a:pt x="44" y="43"/>
                  </a:lnTo>
                  <a:lnTo>
                    <a:pt x="12" y="91"/>
                  </a:lnTo>
                  <a:lnTo>
                    <a:pt x="0" y="150"/>
                  </a:lnTo>
                  <a:lnTo>
                    <a:pt x="12" y="208"/>
                  </a:lnTo>
                  <a:lnTo>
                    <a:pt x="44" y="255"/>
                  </a:lnTo>
                  <a:lnTo>
                    <a:pt x="91" y="287"/>
                  </a:lnTo>
                  <a:lnTo>
                    <a:pt x="151" y="299"/>
                  </a:lnTo>
                  <a:lnTo>
                    <a:pt x="209" y="287"/>
                  </a:lnTo>
                  <a:lnTo>
                    <a:pt x="256" y="255"/>
                  </a:lnTo>
                  <a:lnTo>
                    <a:pt x="288" y="208"/>
                  </a:lnTo>
                  <a:lnTo>
                    <a:pt x="300" y="15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0" name="Freeform 76">
              <a:extLst>
                <a:ext uri="{FF2B5EF4-FFF2-40B4-BE49-F238E27FC236}">
                  <a16:creationId xmlns:a16="http://schemas.microsoft.com/office/drawing/2014/main" id="{04324FF8-DF98-6BC6-F87B-EBCAEEC7F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1" y="3039"/>
              <a:ext cx="299" cy="299"/>
            </a:xfrm>
            <a:custGeom>
              <a:avLst/>
              <a:gdLst>
                <a:gd name="T0" fmla="*/ 299 w 299"/>
                <a:gd name="T1" fmla="*/ 150 h 299"/>
                <a:gd name="T2" fmla="*/ 287 w 299"/>
                <a:gd name="T3" fmla="*/ 91 h 299"/>
                <a:gd name="T4" fmla="*/ 256 w 299"/>
                <a:gd name="T5" fmla="*/ 44 h 299"/>
                <a:gd name="T6" fmla="*/ 208 w 299"/>
                <a:gd name="T7" fmla="*/ 12 h 299"/>
                <a:gd name="T8" fmla="*/ 150 w 299"/>
                <a:gd name="T9" fmla="*/ 0 h 299"/>
                <a:gd name="T10" fmla="*/ 91 w 299"/>
                <a:gd name="T11" fmla="*/ 12 h 299"/>
                <a:gd name="T12" fmla="*/ 43 w 299"/>
                <a:gd name="T13" fmla="*/ 44 h 299"/>
                <a:gd name="T14" fmla="*/ 12 w 299"/>
                <a:gd name="T15" fmla="*/ 91 h 299"/>
                <a:gd name="T16" fmla="*/ 0 w 299"/>
                <a:gd name="T17" fmla="*/ 150 h 299"/>
                <a:gd name="T18" fmla="*/ 12 w 299"/>
                <a:gd name="T19" fmla="*/ 208 h 299"/>
                <a:gd name="T20" fmla="*/ 43 w 299"/>
                <a:gd name="T21" fmla="*/ 256 h 299"/>
                <a:gd name="T22" fmla="*/ 91 w 299"/>
                <a:gd name="T23" fmla="*/ 287 h 299"/>
                <a:gd name="T24" fmla="*/ 150 w 299"/>
                <a:gd name="T25" fmla="*/ 299 h 299"/>
                <a:gd name="T26" fmla="*/ 208 w 299"/>
                <a:gd name="T27" fmla="*/ 287 h 299"/>
                <a:gd name="T28" fmla="*/ 256 w 299"/>
                <a:gd name="T29" fmla="*/ 256 h 299"/>
                <a:gd name="T30" fmla="*/ 287 w 299"/>
                <a:gd name="T31" fmla="*/ 208 h 299"/>
                <a:gd name="T32" fmla="*/ 299 w 299"/>
                <a:gd name="T33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9" h="299">
                  <a:moveTo>
                    <a:pt x="299" y="150"/>
                  </a:moveTo>
                  <a:lnTo>
                    <a:pt x="287" y="91"/>
                  </a:lnTo>
                  <a:lnTo>
                    <a:pt x="256" y="44"/>
                  </a:lnTo>
                  <a:lnTo>
                    <a:pt x="208" y="12"/>
                  </a:lnTo>
                  <a:lnTo>
                    <a:pt x="150" y="0"/>
                  </a:lnTo>
                  <a:lnTo>
                    <a:pt x="91" y="12"/>
                  </a:lnTo>
                  <a:lnTo>
                    <a:pt x="43" y="44"/>
                  </a:lnTo>
                  <a:lnTo>
                    <a:pt x="12" y="91"/>
                  </a:lnTo>
                  <a:lnTo>
                    <a:pt x="0" y="150"/>
                  </a:lnTo>
                  <a:lnTo>
                    <a:pt x="12" y="208"/>
                  </a:lnTo>
                  <a:lnTo>
                    <a:pt x="43" y="256"/>
                  </a:lnTo>
                  <a:lnTo>
                    <a:pt x="91" y="287"/>
                  </a:lnTo>
                  <a:lnTo>
                    <a:pt x="150" y="299"/>
                  </a:lnTo>
                  <a:lnTo>
                    <a:pt x="208" y="287"/>
                  </a:lnTo>
                  <a:lnTo>
                    <a:pt x="256" y="256"/>
                  </a:lnTo>
                  <a:lnTo>
                    <a:pt x="287" y="208"/>
                  </a:lnTo>
                  <a:lnTo>
                    <a:pt x="299" y="15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1" name="Freeform 77">
              <a:extLst>
                <a:ext uri="{FF2B5EF4-FFF2-40B4-BE49-F238E27FC236}">
                  <a16:creationId xmlns:a16="http://schemas.microsoft.com/office/drawing/2014/main" id="{9B934F98-1A43-7F57-8AAA-B2EFC4CE64C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51" y="3039"/>
              <a:ext cx="299" cy="299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2" name="Freeform 78">
              <a:extLst>
                <a:ext uri="{FF2B5EF4-FFF2-40B4-BE49-F238E27FC236}">
                  <a16:creationId xmlns:a16="http://schemas.microsoft.com/office/drawing/2014/main" id="{B8B70379-0BAB-A80D-0578-DEA26A1D3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" y="3096"/>
              <a:ext cx="299" cy="299"/>
            </a:xfrm>
            <a:custGeom>
              <a:avLst/>
              <a:gdLst>
                <a:gd name="T0" fmla="*/ 299 w 299"/>
                <a:gd name="T1" fmla="*/ 150 h 299"/>
                <a:gd name="T2" fmla="*/ 287 w 299"/>
                <a:gd name="T3" fmla="*/ 91 h 299"/>
                <a:gd name="T4" fmla="*/ 256 w 299"/>
                <a:gd name="T5" fmla="*/ 43 h 299"/>
                <a:gd name="T6" fmla="*/ 208 w 299"/>
                <a:gd name="T7" fmla="*/ 12 h 299"/>
                <a:gd name="T8" fmla="*/ 149 w 299"/>
                <a:gd name="T9" fmla="*/ 0 h 299"/>
                <a:gd name="T10" fmla="*/ 91 w 299"/>
                <a:gd name="T11" fmla="*/ 12 h 299"/>
                <a:gd name="T12" fmla="*/ 43 w 299"/>
                <a:gd name="T13" fmla="*/ 43 h 299"/>
                <a:gd name="T14" fmla="*/ 12 w 299"/>
                <a:gd name="T15" fmla="*/ 91 h 299"/>
                <a:gd name="T16" fmla="*/ 0 w 299"/>
                <a:gd name="T17" fmla="*/ 150 h 299"/>
                <a:gd name="T18" fmla="*/ 12 w 299"/>
                <a:gd name="T19" fmla="*/ 208 h 299"/>
                <a:gd name="T20" fmla="*/ 43 w 299"/>
                <a:gd name="T21" fmla="*/ 255 h 299"/>
                <a:gd name="T22" fmla="*/ 91 w 299"/>
                <a:gd name="T23" fmla="*/ 287 h 299"/>
                <a:gd name="T24" fmla="*/ 149 w 299"/>
                <a:gd name="T25" fmla="*/ 299 h 299"/>
                <a:gd name="T26" fmla="*/ 208 w 299"/>
                <a:gd name="T27" fmla="*/ 287 h 299"/>
                <a:gd name="T28" fmla="*/ 256 w 299"/>
                <a:gd name="T29" fmla="*/ 255 h 299"/>
                <a:gd name="T30" fmla="*/ 287 w 299"/>
                <a:gd name="T31" fmla="*/ 208 h 299"/>
                <a:gd name="T32" fmla="*/ 299 w 299"/>
                <a:gd name="T33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9" h="299">
                  <a:moveTo>
                    <a:pt x="299" y="150"/>
                  </a:moveTo>
                  <a:lnTo>
                    <a:pt x="287" y="91"/>
                  </a:lnTo>
                  <a:lnTo>
                    <a:pt x="256" y="43"/>
                  </a:lnTo>
                  <a:lnTo>
                    <a:pt x="208" y="12"/>
                  </a:lnTo>
                  <a:lnTo>
                    <a:pt x="149" y="0"/>
                  </a:lnTo>
                  <a:lnTo>
                    <a:pt x="91" y="12"/>
                  </a:lnTo>
                  <a:lnTo>
                    <a:pt x="43" y="43"/>
                  </a:lnTo>
                  <a:lnTo>
                    <a:pt x="12" y="91"/>
                  </a:lnTo>
                  <a:lnTo>
                    <a:pt x="0" y="150"/>
                  </a:lnTo>
                  <a:lnTo>
                    <a:pt x="12" y="208"/>
                  </a:lnTo>
                  <a:lnTo>
                    <a:pt x="43" y="255"/>
                  </a:lnTo>
                  <a:lnTo>
                    <a:pt x="91" y="287"/>
                  </a:lnTo>
                  <a:lnTo>
                    <a:pt x="149" y="299"/>
                  </a:lnTo>
                  <a:lnTo>
                    <a:pt x="208" y="287"/>
                  </a:lnTo>
                  <a:lnTo>
                    <a:pt x="256" y="255"/>
                  </a:lnTo>
                  <a:lnTo>
                    <a:pt x="287" y="208"/>
                  </a:lnTo>
                  <a:lnTo>
                    <a:pt x="299" y="15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3" name="Freeform 79">
              <a:extLst>
                <a:ext uri="{FF2B5EF4-FFF2-40B4-BE49-F238E27FC236}">
                  <a16:creationId xmlns:a16="http://schemas.microsoft.com/office/drawing/2014/main" id="{31316CCC-1B20-3724-86F3-1DFDCBCB2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3039"/>
              <a:ext cx="300" cy="299"/>
            </a:xfrm>
            <a:custGeom>
              <a:avLst/>
              <a:gdLst>
                <a:gd name="T0" fmla="*/ 300 w 300"/>
                <a:gd name="T1" fmla="*/ 150 h 299"/>
                <a:gd name="T2" fmla="*/ 288 w 300"/>
                <a:gd name="T3" fmla="*/ 91 h 299"/>
                <a:gd name="T4" fmla="*/ 256 w 300"/>
                <a:gd name="T5" fmla="*/ 44 h 299"/>
                <a:gd name="T6" fmla="*/ 209 w 300"/>
                <a:gd name="T7" fmla="*/ 12 h 299"/>
                <a:gd name="T8" fmla="*/ 149 w 300"/>
                <a:gd name="T9" fmla="*/ 0 h 299"/>
                <a:gd name="T10" fmla="*/ 91 w 300"/>
                <a:gd name="T11" fmla="*/ 12 h 299"/>
                <a:gd name="T12" fmla="*/ 44 w 300"/>
                <a:gd name="T13" fmla="*/ 44 h 299"/>
                <a:gd name="T14" fmla="*/ 12 w 300"/>
                <a:gd name="T15" fmla="*/ 91 h 299"/>
                <a:gd name="T16" fmla="*/ 0 w 300"/>
                <a:gd name="T17" fmla="*/ 150 h 299"/>
                <a:gd name="T18" fmla="*/ 12 w 300"/>
                <a:gd name="T19" fmla="*/ 208 h 299"/>
                <a:gd name="T20" fmla="*/ 44 w 300"/>
                <a:gd name="T21" fmla="*/ 256 h 299"/>
                <a:gd name="T22" fmla="*/ 91 w 300"/>
                <a:gd name="T23" fmla="*/ 287 h 299"/>
                <a:gd name="T24" fmla="*/ 149 w 300"/>
                <a:gd name="T25" fmla="*/ 299 h 299"/>
                <a:gd name="T26" fmla="*/ 209 w 300"/>
                <a:gd name="T27" fmla="*/ 287 h 299"/>
                <a:gd name="T28" fmla="*/ 256 w 300"/>
                <a:gd name="T29" fmla="*/ 256 h 299"/>
                <a:gd name="T30" fmla="*/ 288 w 300"/>
                <a:gd name="T31" fmla="*/ 208 h 299"/>
                <a:gd name="T32" fmla="*/ 300 w 300"/>
                <a:gd name="T33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0" h="299">
                  <a:moveTo>
                    <a:pt x="300" y="150"/>
                  </a:moveTo>
                  <a:lnTo>
                    <a:pt x="288" y="91"/>
                  </a:lnTo>
                  <a:lnTo>
                    <a:pt x="256" y="44"/>
                  </a:lnTo>
                  <a:lnTo>
                    <a:pt x="209" y="12"/>
                  </a:lnTo>
                  <a:lnTo>
                    <a:pt x="149" y="0"/>
                  </a:lnTo>
                  <a:lnTo>
                    <a:pt x="91" y="12"/>
                  </a:lnTo>
                  <a:lnTo>
                    <a:pt x="44" y="44"/>
                  </a:lnTo>
                  <a:lnTo>
                    <a:pt x="12" y="91"/>
                  </a:lnTo>
                  <a:lnTo>
                    <a:pt x="0" y="150"/>
                  </a:lnTo>
                  <a:lnTo>
                    <a:pt x="12" y="208"/>
                  </a:lnTo>
                  <a:lnTo>
                    <a:pt x="44" y="256"/>
                  </a:lnTo>
                  <a:lnTo>
                    <a:pt x="91" y="287"/>
                  </a:lnTo>
                  <a:lnTo>
                    <a:pt x="149" y="299"/>
                  </a:lnTo>
                  <a:lnTo>
                    <a:pt x="209" y="287"/>
                  </a:lnTo>
                  <a:lnTo>
                    <a:pt x="256" y="256"/>
                  </a:lnTo>
                  <a:lnTo>
                    <a:pt x="288" y="208"/>
                  </a:lnTo>
                  <a:lnTo>
                    <a:pt x="300" y="15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4" name="Freeform 80">
              <a:extLst>
                <a:ext uri="{FF2B5EF4-FFF2-40B4-BE49-F238E27FC236}">
                  <a16:creationId xmlns:a16="http://schemas.microsoft.com/office/drawing/2014/main" id="{BAF6D360-814C-D9B3-6F3B-3099C062580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16" y="3039"/>
              <a:ext cx="300" cy="299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587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5" name="Freeform 81">
              <a:extLst>
                <a:ext uri="{FF2B5EF4-FFF2-40B4-BE49-F238E27FC236}">
                  <a16:creationId xmlns:a16="http://schemas.microsoft.com/office/drawing/2014/main" id="{6AEDE4DE-7067-7EEA-8DF8-7F5B8F5FF3B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16" y="3039"/>
              <a:ext cx="300" cy="299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6" name="Freeform 82">
              <a:extLst>
                <a:ext uri="{FF2B5EF4-FFF2-40B4-BE49-F238E27FC236}">
                  <a16:creationId xmlns:a16="http://schemas.microsoft.com/office/drawing/2014/main" id="{27E8B5AB-E940-46DD-8952-1AB9BB412F9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40" y="2763"/>
              <a:ext cx="131" cy="276"/>
            </a:xfrm>
            <a:custGeom>
              <a:avLst/>
              <a:gdLst>
                <a:gd name="T0" fmla="*/ 15 w 99"/>
                <a:gd name="T1" fmla="*/ 0 h 210"/>
                <a:gd name="T2" fmla="*/ 0 w 99"/>
                <a:gd name="T3" fmla="*/ 90 h 210"/>
                <a:gd name="T4" fmla="*/ 4 w 99"/>
                <a:gd name="T5" fmla="*/ 154 h 210"/>
                <a:gd name="T6" fmla="*/ 22 w 99"/>
                <a:gd name="T7" fmla="*/ 194 h 210"/>
                <a:gd name="T8" fmla="*/ 47 w 99"/>
                <a:gd name="T9" fmla="*/ 210 h 210"/>
                <a:gd name="T10" fmla="*/ 72 w 99"/>
                <a:gd name="T11" fmla="*/ 202 h 210"/>
                <a:gd name="T12" fmla="*/ 92 w 99"/>
                <a:gd name="T13" fmla="*/ 170 h 210"/>
                <a:gd name="T14" fmla="*/ 99 w 99"/>
                <a:gd name="T15" fmla="*/ 116 h 210"/>
                <a:gd name="T16" fmla="*/ 87 w 99"/>
                <a:gd name="T17" fmla="*/ 3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10">
                  <a:moveTo>
                    <a:pt x="15" y="0"/>
                  </a:moveTo>
                  <a:lnTo>
                    <a:pt x="0" y="90"/>
                  </a:lnTo>
                  <a:lnTo>
                    <a:pt x="4" y="154"/>
                  </a:lnTo>
                  <a:lnTo>
                    <a:pt x="22" y="194"/>
                  </a:lnTo>
                  <a:lnTo>
                    <a:pt x="47" y="210"/>
                  </a:lnTo>
                  <a:lnTo>
                    <a:pt x="72" y="202"/>
                  </a:lnTo>
                  <a:lnTo>
                    <a:pt x="92" y="170"/>
                  </a:lnTo>
                  <a:lnTo>
                    <a:pt x="99" y="116"/>
                  </a:lnTo>
                  <a:lnTo>
                    <a:pt x="87" y="3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7" name="Freeform 83">
              <a:extLst>
                <a:ext uri="{FF2B5EF4-FFF2-40B4-BE49-F238E27FC236}">
                  <a16:creationId xmlns:a16="http://schemas.microsoft.com/office/drawing/2014/main" id="{530BFF61-7B59-1A8B-5ACD-82896659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" y="2919"/>
              <a:ext cx="66" cy="90"/>
            </a:xfrm>
            <a:custGeom>
              <a:avLst/>
              <a:gdLst>
                <a:gd name="T0" fmla="*/ 11 w 66"/>
                <a:gd name="T1" fmla="*/ 90 h 90"/>
                <a:gd name="T2" fmla="*/ 66 w 66"/>
                <a:gd name="T3" fmla="*/ 18 h 90"/>
                <a:gd name="T4" fmla="*/ 26 w 66"/>
                <a:gd name="T5" fmla="*/ 32 h 90"/>
                <a:gd name="T6" fmla="*/ 0 w 66"/>
                <a:gd name="T7" fmla="*/ 0 h 90"/>
                <a:gd name="T8" fmla="*/ 11 w 66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90">
                  <a:moveTo>
                    <a:pt x="11" y="90"/>
                  </a:moveTo>
                  <a:lnTo>
                    <a:pt x="66" y="18"/>
                  </a:lnTo>
                  <a:lnTo>
                    <a:pt x="26" y="32"/>
                  </a:lnTo>
                  <a:lnTo>
                    <a:pt x="0" y="0"/>
                  </a:lnTo>
                  <a:lnTo>
                    <a:pt x="11" y="9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98" name="Freeform 84">
              <a:extLst>
                <a:ext uri="{FF2B5EF4-FFF2-40B4-BE49-F238E27FC236}">
                  <a16:creationId xmlns:a16="http://schemas.microsoft.com/office/drawing/2014/main" id="{1F7979FF-5DAC-84DF-4581-AD7132B8DF0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38" y="2919"/>
              <a:ext cx="66" cy="90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85">
                  <a:extLst>
                    <a:ext uri="{FF2B5EF4-FFF2-40B4-BE49-F238E27FC236}">
                      <a16:creationId xmlns:a16="http://schemas.microsoft.com/office/drawing/2014/main" id="{2E1263AC-8520-ED09-668A-CAC6F73CBB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2" y="2475"/>
                  <a:ext cx="208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9" name="Rectangle 85">
                  <a:extLst>
                    <a:ext uri="{FF2B5EF4-FFF2-40B4-BE49-F238E27FC236}">
                      <a16:creationId xmlns:a16="http://schemas.microsoft.com/office/drawing/2014/main" id="{2E1263AC-8520-ED09-668A-CAC6F73CBB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02" y="2475"/>
                  <a:ext cx="208" cy="27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Freeform 86">
              <a:extLst>
                <a:ext uri="{FF2B5EF4-FFF2-40B4-BE49-F238E27FC236}">
                  <a16:creationId xmlns:a16="http://schemas.microsoft.com/office/drawing/2014/main" id="{17619CD8-43EF-2F4E-F973-EA010EE53F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31" y="3338"/>
              <a:ext cx="131" cy="278"/>
            </a:xfrm>
            <a:custGeom>
              <a:avLst/>
              <a:gdLst>
                <a:gd name="T0" fmla="*/ 83 w 99"/>
                <a:gd name="T1" fmla="*/ 211 h 211"/>
                <a:gd name="T2" fmla="*/ 99 w 99"/>
                <a:gd name="T3" fmla="*/ 121 h 211"/>
                <a:gd name="T4" fmla="*/ 94 w 99"/>
                <a:gd name="T5" fmla="*/ 56 h 211"/>
                <a:gd name="T6" fmla="*/ 76 w 99"/>
                <a:gd name="T7" fmla="*/ 16 h 211"/>
                <a:gd name="T8" fmla="*/ 52 w 99"/>
                <a:gd name="T9" fmla="*/ 0 h 211"/>
                <a:gd name="T10" fmla="*/ 26 w 99"/>
                <a:gd name="T11" fmla="*/ 9 h 211"/>
                <a:gd name="T12" fmla="*/ 7 w 99"/>
                <a:gd name="T13" fmla="*/ 40 h 211"/>
                <a:gd name="T14" fmla="*/ 0 w 99"/>
                <a:gd name="T15" fmla="*/ 95 h 211"/>
                <a:gd name="T16" fmla="*/ 12 w 99"/>
                <a:gd name="T17" fmla="*/ 17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11">
                  <a:moveTo>
                    <a:pt x="83" y="211"/>
                  </a:moveTo>
                  <a:lnTo>
                    <a:pt x="99" y="121"/>
                  </a:lnTo>
                  <a:lnTo>
                    <a:pt x="94" y="56"/>
                  </a:lnTo>
                  <a:lnTo>
                    <a:pt x="76" y="16"/>
                  </a:lnTo>
                  <a:lnTo>
                    <a:pt x="52" y="0"/>
                  </a:lnTo>
                  <a:lnTo>
                    <a:pt x="26" y="9"/>
                  </a:lnTo>
                  <a:lnTo>
                    <a:pt x="7" y="40"/>
                  </a:lnTo>
                  <a:lnTo>
                    <a:pt x="0" y="95"/>
                  </a:lnTo>
                  <a:lnTo>
                    <a:pt x="12" y="17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01" name="Freeform 87">
              <a:extLst>
                <a:ext uri="{FF2B5EF4-FFF2-40B4-BE49-F238E27FC236}">
                  <a16:creationId xmlns:a16="http://schemas.microsoft.com/office/drawing/2014/main" id="{D817E62F-5F7C-5D29-B48B-69044FB0B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370"/>
              <a:ext cx="66" cy="89"/>
            </a:xfrm>
            <a:custGeom>
              <a:avLst/>
              <a:gdLst>
                <a:gd name="T0" fmla="*/ 54 w 66"/>
                <a:gd name="T1" fmla="*/ 0 h 89"/>
                <a:gd name="T2" fmla="*/ 0 w 66"/>
                <a:gd name="T3" fmla="*/ 72 h 89"/>
                <a:gd name="T4" fmla="*/ 38 w 66"/>
                <a:gd name="T5" fmla="*/ 58 h 89"/>
                <a:gd name="T6" fmla="*/ 66 w 66"/>
                <a:gd name="T7" fmla="*/ 89 h 89"/>
                <a:gd name="T8" fmla="*/ 54 w 66"/>
                <a:gd name="T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89">
                  <a:moveTo>
                    <a:pt x="54" y="0"/>
                  </a:moveTo>
                  <a:lnTo>
                    <a:pt x="0" y="72"/>
                  </a:lnTo>
                  <a:lnTo>
                    <a:pt x="38" y="58"/>
                  </a:lnTo>
                  <a:lnTo>
                    <a:pt x="66" y="89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02" name="Freeform 88">
              <a:extLst>
                <a:ext uri="{FF2B5EF4-FFF2-40B4-BE49-F238E27FC236}">
                  <a16:creationId xmlns:a16="http://schemas.microsoft.com/office/drawing/2014/main" id="{FBDA9D9E-169E-9B81-9FB4-0C8E12480BC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98" y="3370"/>
              <a:ext cx="66" cy="89"/>
            </a:xfrm>
            <a:custGeom>
              <a:avLst/>
              <a:gdLst>
                <a:gd name="T0" fmla="*/ 41 w 50"/>
                <a:gd name="T1" fmla="*/ 68 h 68"/>
                <a:gd name="T2" fmla="*/ 0 w 50"/>
                <a:gd name="T3" fmla="*/ 13 h 68"/>
                <a:gd name="T4" fmla="*/ 29 w 50"/>
                <a:gd name="T5" fmla="*/ 24 h 68"/>
                <a:gd name="T6" fmla="*/ 50 w 50"/>
                <a:gd name="T7" fmla="*/ 0 h 68"/>
                <a:gd name="T8" fmla="*/ 41 w 50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41" y="68"/>
                  </a:moveTo>
                  <a:lnTo>
                    <a:pt x="0" y="13"/>
                  </a:lnTo>
                  <a:lnTo>
                    <a:pt x="29" y="24"/>
                  </a:lnTo>
                  <a:lnTo>
                    <a:pt x="50" y="0"/>
                  </a:lnTo>
                  <a:lnTo>
                    <a:pt x="41" y="6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Rectangle 89">
                  <a:extLst>
                    <a:ext uri="{FF2B5EF4-FFF2-40B4-BE49-F238E27FC236}">
                      <a16:creationId xmlns:a16="http://schemas.microsoft.com/office/drawing/2014/main" id="{AC538F70-8278-260F-1BC5-79355E1202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94" y="3609"/>
                  <a:ext cx="21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3" name="Rectangle 89">
                  <a:extLst>
                    <a:ext uri="{FF2B5EF4-FFF2-40B4-BE49-F238E27FC236}">
                      <a16:creationId xmlns:a16="http://schemas.microsoft.com/office/drawing/2014/main" id="{AC538F70-8278-260F-1BC5-79355E1202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94" y="3609"/>
                  <a:ext cx="217" cy="27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Line 90">
              <a:extLst>
                <a:ext uri="{FF2B5EF4-FFF2-40B4-BE49-F238E27FC236}">
                  <a16:creationId xmlns:a16="http://schemas.microsoft.com/office/drawing/2014/main" id="{F2E8CB28-FA1B-9912-2957-7FA8704EF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5" y="3189"/>
              <a:ext cx="69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05" name="Freeform 91">
              <a:extLst>
                <a:ext uri="{FF2B5EF4-FFF2-40B4-BE49-F238E27FC236}">
                  <a16:creationId xmlns:a16="http://schemas.microsoft.com/office/drawing/2014/main" id="{22486978-1047-1259-3978-D024FA67F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155"/>
              <a:ext cx="84" cy="68"/>
            </a:xfrm>
            <a:custGeom>
              <a:avLst/>
              <a:gdLst>
                <a:gd name="T0" fmla="*/ 84 w 84"/>
                <a:gd name="T1" fmla="*/ 34 h 68"/>
                <a:gd name="T2" fmla="*/ 0 w 84"/>
                <a:gd name="T3" fmla="*/ 0 h 68"/>
                <a:gd name="T4" fmla="*/ 24 w 84"/>
                <a:gd name="T5" fmla="*/ 34 h 68"/>
                <a:gd name="T6" fmla="*/ 0 w 84"/>
                <a:gd name="T7" fmla="*/ 68 h 68"/>
                <a:gd name="T8" fmla="*/ 84 w 84"/>
                <a:gd name="T9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68">
                  <a:moveTo>
                    <a:pt x="84" y="34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0" y="68"/>
                  </a:lnTo>
                  <a:lnTo>
                    <a:pt x="84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06" name="Freeform 92">
              <a:extLst>
                <a:ext uri="{FF2B5EF4-FFF2-40B4-BE49-F238E27FC236}">
                  <a16:creationId xmlns:a16="http://schemas.microsoft.com/office/drawing/2014/main" id="{0AB9B53D-87B9-0AAB-3B63-5E17272DE4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87" y="3155"/>
              <a:ext cx="84" cy="68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93">
                  <a:extLst>
                    <a:ext uri="{FF2B5EF4-FFF2-40B4-BE49-F238E27FC236}">
                      <a16:creationId xmlns:a16="http://schemas.microsoft.com/office/drawing/2014/main" id="{5AA4091E-2FAE-2068-4D0C-24F2A1353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3" y="2894"/>
                  <a:ext cx="21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7" name="Rectangle 93">
                  <a:extLst>
                    <a:ext uri="{FF2B5EF4-FFF2-40B4-BE49-F238E27FC236}">
                      <a16:creationId xmlns:a16="http://schemas.microsoft.com/office/drawing/2014/main" id="{5AA4091E-2FAE-2068-4D0C-24F2A13533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23" y="2894"/>
                  <a:ext cx="217" cy="27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Freeform 94">
              <a:extLst>
                <a:ext uri="{FF2B5EF4-FFF2-40B4-BE49-F238E27FC236}">
                  <a16:creationId xmlns:a16="http://schemas.microsoft.com/office/drawing/2014/main" id="{02548EC0-121C-061B-80FA-DE6D50E58F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23" y="3126"/>
              <a:ext cx="277" cy="134"/>
            </a:xfrm>
            <a:custGeom>
              <a:avLst/>
              <a:gdLst>
                <a:gd name="T0" fmla="*/ 0 w 210"/>
                <a:gd name="T1" fmla="*/ 86 h 102"/>
                <a:gd name="T2" fmla="*/ 90 w 210"/>
                <a:gd name="T3" fmla="*/ 102 h 102"/>
                <a:gd name="T4" fmla="*/ 154 w 210"/>
                <a:gd name="T5" fmla="*/ 97 h 102"/>
                <a:gd name="T6" fmla="*/ 194 w 210"/>
                <a:gd name="T7" fmla="*/ 78 h 102"/>
                <a:gd name="T8" fmla="*/ 210 w 210"/>
                <a:gd name="T9" fmla="*/ 53 h 102"/>
                <a:gd name="T10" fmla="*/ 202 w 210"/>
                <a:gd name="T11" fmla="*/ 27 h 102"/>
                <a:gd name="T12" fmla="*/ 170 w 210"/>
                <a:gd name="T13" fmla="*/ 7 h 102"/>
                <a:gd name="T14" fmla="*/ 116 w 210"/>
                <a:gd name="T15" fmla="*/ 0 h 102"/>
                <a:gd name="T16" fmla="*/ 38 w 210"/>
                <a:gd name="T17" fmla="*/ 1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0" h="102">
                  <a:moveTo>
                    <a:pt x="0" y="86"/>
                  </a:moveTo>
                  <a:lnTo>
                    <a:pt x="90" y="102"/>
                  </a:lnTo>
                  <a:lnTo>
                    <a:pt x="154" y="97"/>
                  </a:lnTo>
                  <a:lnTo>
                    <a:pt x="194" y="78"/>
                  </a:lnTo>
                  <a:lnTo>
                    <a:pt x="210" y="53"/>
                  </a:lnTo>
                  <a:lnTo>
                    <a:pt x="202" y="27"/>
                  </a:lnTo>
                  <a:lnTo>
                    <a:pt x="170" y="7"/>
                  </a:lnTo>
                  <a:lnTo>
                    <a:pt x="116" y="0"/>
                  </a:lnTo>
                  <a:lnTo>
                    <a:pt x="38" y="1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09" name="Freeform 95">
              <a:extLst>
                <a:ext uri="{FF2B5EF4-FFF2-40B4-BE49-F238E27FC236}">
                  <a16:creationId xmlns:a16="http://schemas.microsoft.com/office/drawing/2014/main" id="{4931B0CD-3198-7DB4-7B35-65B51A6BC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4" y="3227"/>
              <a:ext cx="89" cy="68"/>
            </a:xfrm>
            <a:custGeom>
              <a:avLst/>
              <a:gdLst>
                <a:gd name="T0" fmla="*/ 0 w 89"/>
                <a:gd name="T1" fmla="*/ 12 h 68"/>
                <a:gd name="T2" fmla="*/ 72 w 89"/>
                <a:gd name="T3" fmla="*/ 68 h 68"/>
                <a:gd name="T4" fmla="*/ 58 w 89"/>
                <a:gd name="T5" fmla="*/ 28 h 68"/>
                <a:gd name="T6" fmla="*/ 89 w 89"/>
                <a:gd name="T7" fmla="*/ 0 h 68"/>
                <a:gd name="T8" fmla="*/ 0 w 89"/>
                <a:gd name="T9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68">
                  <a:moveTo>
                    <a:pt x="0" y="12"/>
                  </a:moveTo>
                  <a:lnTo>
                    <a:pt x="72" y="68"/>
                  </a:lnTo>
                  <a:lnTo>
                    <a:pt x="58" y="28"/>
                  </a:lnTo>
                  <a:lnTo>
                    <a:pt x="89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110" name="Freeform 96">
              <a:extLst>
                <a:ext uri="{FF2B5EF4-FFF2-40B4-BE49-F238E27FC236}">
                  <a16:creationId xmlns:a16="http://schemas.microsoft.com/office/drawing/2014/main" id="{A7F1527A-483E-E6AD-6FBA-8AA61BCBE8C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854" y="3227"/>
              <a:ext cx="89" cy="68"/>
            </a:xfrm>
            <a:custGeom>
              <a:avLst/>
              <a:gdLst>
                <a:gd name="T0" fmla="*/ 0 w 68"/>
                <a:gd name="T1" fmla="*/ 42 h 51"/>
                <a:gd name="T2" fmla="*/ 55 w 68"/>
                <a:gd name="T3" fmla="*/ 0 h 51"/>
                <a:gd name="T4" fmla="*/ 44 w 68"/>
                <a:gd name="T5" fmla="*/ 30 h 51"/>
                <a:gd name="T6" fmla="*/ 68 w 68"/>
                <a:gd name="T7" fmla="*/ 51 h 51"/>
                <a:gd name="T8" fmla="*/ 0 w 68"/>
                <a:gd name="T9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51">
                  <a:moveTo>
                    <a:pt x="0" y="42"/>
                  </a:moveTo>
                  <a:lnTo>
                    <a:pt x="55" y="0"/>
                  </a:lnTo>
                  <a:lnTo>
                    <a:pt x="44" y="30"/>
                  </a:lnTo>
                  <a:lnTo>
                    <a:pt x="68" y="51"/>
                  </a:lnTo>
                  <a:lnTo>
                    <a:pt x="0" y="4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97">
                  <a:extLst>
                    <a:ext uri="{FF2B5EF4-FFF2-40B4-BE49-F238E27FC236}">
                      <a16:creationId xmlns:a16="http://schemas.microsoft.com/office/drawing/2014/main" id="{D58F8065-38A2-772C-AAE4-61D276954F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2" y="3042"/>
                  <a:ext cx="208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kumimoji="0" lang="en-US" altLang="en-US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1" name="Rectangle 97">
                  <a:extLst>
                    <a:ext uri="{FF2B5EF4-FFF2-40B4-BE49-F238E27FC236}">
                      <a16:creationId xmlns:a16="http://schemas.microsoft.com/office/drawing/2014/main" id="{D58F8065-38A2-772C-AAE4-61D276954F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52" y="3042"/>
                  <a:ext cx="208" cy="27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מתכון: שרשור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ו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09550" y="1219200"/>
            <a:ext cx="8724900" cy="4572000"/>
          </a:xfrm>
        </p:spPr>
        <p:txBody>
          <a:bodyPr>
            <a:normAutofit/>
          </a:bodyPr>
          <a:lstStyle/>
          <a:p>
            <a:pPr marL="284163" indent="-284163">
              <a:buFont typeface="+mj-lt"/>
              <a:buAutoNum type="arabicPeriod"/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שמים את האוטומטים זה לצד זה (ה-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משמאל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וה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מימין)</a:t>
            </a:r>
          </a:p>
          <a:p>
            <a:pPr marL="284163" indent="-284163">
              <a:buFont typeface="+mj-lt"/>
              <a:buAutoNum type="arabicPeriod"/>
            </a:pP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284163" indent="-284163">
              <a:buFont typeface="+mj-lt"/>
              <a:buAutoNum type="arabicPeriod"/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"משכפלים" כל מעבר למצב מקבל ב-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ע"י הוספה של מעברים (מאותו המקור ועם אותה אות) לכל מצב התחלתי של ה-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.</a:t>
            </a:r>
          </a:p>
          <a:p>
            <a:pPr marL="284163" indent="-284163">
              <a:buFont typeface="+mj-lt"/>
              <a:buAutoNum type="arabicPeriod"/>
            </a:pP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284163" indent="-284163">
              <a:buFont typeface="+mj-lt"/>
              <a:buAutoNum type="arabicPeriod"/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מצבים מקבלים: המקבלים של ה-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. התחלתיים: ההתחלתיים של ה-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ואם יש ל-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NFA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מצבים התחלתיים שהם גם מקבלים, גם המצבים ההתחלתיים של ה-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התחלתיים באוטומט החדש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 descr="http://www.istockphoto.com/file_thumbview_approve/5759417/2/istockphoto_5759417-secret-recipe-housewif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4648200"/>
            <a:ext cx="1371600" cy="13716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05000" y="6169967"/>
                <a:ext cx="5700663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מקבלים אוטומט לשפה: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400" i="1" baseline="-25000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𝑁𝐹𝐴</m:t>
                    </m:r>
                    <m:r>
                      <a:rPr lang="en-US" sz="2400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). </m:t>
                    </m:r>
                    <m:r>
                      <a:rPr lang="en-US" sz="2400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r>
                      <a:rPr lang="en-US" sz="2400" i="1" baseline="-25000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  <m:r>
                      <a:rPr lang="en-US" sz="2400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400" i="1" baseline="-25000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𝑁𝐵𝐴</m:t>
                    </m:r>
                    <m:r>
                      <a:rPr lang="en-US" sz="2400" i="1" dirty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</m:t>
                    </m:r>
                  </m:oMath>
                </a14:m>
                <a:endParaRPr lang="en-US" sz="2400">
                  <a:solidFill>
                    <a:srgbClr val="0033CC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6169967"/>
                <a:ext cx="570066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70" y="-76200"/>
            <a:ext cx="819253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33635" y="6858000"/>
            <a:ext cx="2610365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7686" y="152400"/>
            <a:ext cx="481914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7686" y="2133600"/>
                <a:ext cx="8633915" cy="1217537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כל מילה שמתקבלת ב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𝑁𝐹𝐴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). 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𝑁𝐵𝐴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מתקבלת ע"י האוטומט שבנינו</a:t>
                </a:r>
              </a:p>
              <a:p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כל מילה שמתקבלת ע"י האוטומט שבנינו נמצאת ב-</a:t>
                </a:r>
                <a:r>
                  <a:rPr lang="en-US" sz="20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𝑁𝐹𝐴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).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ℒ</m:t>
                    </m:r>
                    <m:r>
                      <a:rPr lang="en-US" sz="20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𝑁𝐵𝐴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</m:t>
                    </m:r>
                  </m:oMath>
                </a14:m>
                <a:endParaRPr lang="he-IL" sz="20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7686" y="2133600"/>
                <a:ext cx="8633915" cy="1217537"/>
              </a:xfr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 bwMode="auto">
          <a:xfrm>
            <a:off x="1435443" y="4648200"/>
            <a:ext cx="6184557" cy="1752600"/>
            <a:chOff x="1752600" y="4648200"/>
            <a:chExt cx="5867400" cy="1752600"/>
          </a:xfrm>
        </p:grpSpPr>
        <p:sp>
          <p:nvSpPr>
            <p:cNvPr id="7" name="Rectangle 6"/>
            <p:cNvSpPr/>
            <p:nvPr/>
          </p:nvSpPr>
          <p:spPr bwMode="auto">
            <a:xfrm>
              <a:off x="1752600" y="4648200"/>
              <a:ext cx="5867400" cy="1752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pic>
          <p:nvPicPr>
            <p:cNvPr id="8" name="Picture 7" descr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/>
            <a:stretch>
              <a:fillRect/>
            </a:stretch>
          </p:blipFill>
          <p:spPr bwMode="auto">
            <a:xfrm>
              <a:off x="1891334" y="5048794"/>
              <a:ext cx="2127568" cy="933996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2" name="Picture 11" descr="TP_tmp.emf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 bwMode="auto">
            <a:xfrm>
              <a:off x="5208091" y="4748348"/>
              <a:ext cx="2152763" cy="1512384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10" name="Freeform 9"/>
            <p:cNvSpPr/>
            <p:nvPr/>
          </p:nvSpPr>
          <p:spPr bwMode="auto">
            <a:xfrm>
              <a:off x="3855212" y="5186095"/>
              <a:ext cx="1434178" cy="224105"/>
            </a:xfrm>
            <a:custGeom>
              <a:avLst/>
              <a:gdLst>
                <a:gd name="connsiteX0" fmla="*/ 0 w 2182761"/>
                <a:gd name="connsiteY0" fmla="*/ 297425 h 297425"/>
                <a:gd name="connsiteX1" fmla="*/ 1076632 w 2182761"/>
                <a:gd name="connsiteY1" fmla="*/ 2458 h 297425"/>
                <a:gd name="connsiteX2" fmla="*/ 2182761 w 2182761"/>
                <a:gd name="connsiteY2" fmla="*/ 282677 h 297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82761" h="297425">
                  <a:moveTo>
                    <a:pt x="0" y="297425"/>
                  </a:moveTo>
                  <a:cubicBezTo>
                    <a:pt x="356419" y="151170"/>
                    <a:pt x="712839" y="4916"/>
                    <a:pt x="1076632" y="2458"/>
                  </a:cubicBezTo>
                  <a:cubicBezTo>
                    <a:pt x="1440426" y="0"/>
                    <a:pt x="1995948" y="199103"/>
                    <a:pt x="2182761" y="282677"/>
                  </a:cubicBezTo>
                </a:path>
              </a:pathLst>
            </a:custGeom>
            <a:ln w="28575"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4450170" y="4818066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latin typeface="Gisha" panose="020B0502040204020203" pitchFamily="34" charset="-79"/>
                  <a:cs typeface="Gisha" panose="020B0502040204020203" pitchFamily="34" charset="-79"/>
                </a:rPr>
                <a:t>B</a:t>
              </a:r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 flipV="1">
            <a:off x="4820851" y="5568943"/>
            <a:ext cx="342560" cy="127551"/>
          </a:xfrm>
          <a:prstGeom prst="straightConnector1">
            <a:avLst/>
          </a:prstGeom>
          <a:ln w="28575"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תוצאת תמונה עבור ‪proof‬‏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5989" y="1295400"/>
            <a:ext cx="3774989" cy="85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סיכום התוצאות (כל שלושת השלבים)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21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9600" y="2209800"/>
                <a:ext cx="7848600" cy="126188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spcBef>
                    <a:spcPts val="2400"/>
                  </a:spcBef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לכל שפה </a:t>
                </a:r>
                <a14:m>
                  <m:oMath xmlns:m="http://schemas.openxmlformats.org/officeDocument/2006/math">
                    <m:r>
                      <a:rPr lang="he-IL" sz="2800" b="0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2400"/>
                  </a:spcBef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קיים אוטומט (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) 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209800"/>
                <a:ext cx="7848600" cy="12618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38200" y="4186297"/>
            <a:ext cx="7391400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ההוכחה קונסטרוקטיבית: </a:t>
            </a:r>
            <a:br>
              <a:rPr lang="en-US" sz="32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בהינתן ביטוי אומגה רגולרי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,</a:t>
            </a:r>
            <a:br>
              <a:rPr lang="en-US" sz="32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אנחנו יודעים לבנות אוטומט בוקי</a:t>
            </a:r>
            <a:br>
              <a:rPr lang="en-US" sz="32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בעל אותה השפה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(s0)                              {};&#10; \node[state]                              (s1)  [right=1 of s0]        {};&#10;&#10;\path [transition]&#10;   (s0)  edge  [bend left]  node [above]  {$A$}               (s1)&#10;   (s1)  edge  [bend left]  node [below]  {$B$}               (s0)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66"/>
  <p:tag name="PICTUREFILESIZE" val="440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]        (s0)                              {};&#10; \node[state,accepting]       (s1)  [right=1 of s0]        {};&#10;&#10;\path [transition]&#10;   (s0)  edge  [loop above]  node [above]  {$A$}               (s0)&#10;   (s0)  edge  [loop below]  node [below]  {$B$}               (s0)&#10;&#10;   (s0)  edge node [above]  {$B$}               (s1)&#10;   (s1)  edge  [loop right]  node [right]  {$A$}               (s1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75"/>
  <p:tag name="PICTUREFILESIZE" val="580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7461</TotalTime>
  <Words>3453</Words>
  <Application>Microsoft Office PowerPoint</Application>
  <PresentationFormat>On-screen Show (4:3)</PresentationFormat>
  <Paragraphs>662</Paragraphs>
  <Slides>50</Slides>
  <Notes>1</Notes>
  <HiddenSlides>6</HiddenSlides>
  <MMClips>2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Agency FB</vt:lpstr>
      <vt:lpstr>Aharoni</vt:lpstr>
      <vt:lpstr>Arial</vt:lpstr>
      <vt:lpstr>Arial Rounded MT Bold</vt:lpstr>
      <vt:lpstr>Calibri</vt:lpstr>
      <vt:lpstr>Cambria Math</vt:lpstr>
      <vt:lpstr>CMMI10</vt:lpstr>
      <vt:lpstr>cmr10</vt:lpstr>
      <vt:lpstr>CMR7</vt:lpstr>
      <vt:lpstr>Franklin Gothic Book</vt:lpstr>
      <vt:lpstr>Gisha</vt:lpstr>
      <vt:lpstr>Perpetua</vt:lpstr>
      <vt:lpstr>Wingdings 2</vt:lpstr>
      <vt:lpstr>Equity</vt:lpstr>
      <vt:lpstr>שפות ω-רגולריות</vt:lpstr>
      <vt:lpstr>תזכורת: אימות תכונות בטיחות רגולריות</vt:lpstr>
      <vt:lpstr>ראשי פרקים</vt:lpstr>
      <vt:lpstr>תכנית להמשך: אימות תכונות ω-רגולריות</vt:lpstr>
      <vt:lpstr>תכונת חַיּוּת עבור האלגוריתם של פטרסון</vt:lpstr>
      <vt:lpstr>תכנית להמשך:  תיאור תכונות באמצעות אוטומט Büchi</vt:lpstr>
      <vt:lpstr>תכנית להמשך:  שפות אומגה רגולריות (ω-רגולריות)</vt:lpstr>
      <vt:lpstr>ראשי פרקים</vt:lpstr>
      <vt:lpstr>אופרטורים מעל שפות פורמאליות</vt:lpstr>
      <vt:lpstr>הגדרה רקוסיבית: ביטויים רגולריים</vt:lpstr>
      <vt:lpstr>מביטויים רגולריים לביטויים -ωרגולריים</vt:lpstr>
      <vt:lpstr>הגדרה: תחביר ביטויים -ωרגולריים</vt:lpstr>
      <vt:lpstr>שאלות?</vt:lpstr>
      <vt:lpstr>הגדרה: משמעות ביטויים -𝜔רגולריים</vt:lpstr>
      <vt:lpstr>שאלות?</vt:lpstr>
      <vt:lpstr>שפות -𝜔רגולריות</vt:lpstr>
      <vt:lpstr>הגדרה: תכונות -ωרגולריות</vt:lpstr>
      <vt:lpstr>דוגמאות כלליות של תכונות -𝜔רגולריות</vt:lpstr>
      <vt:lpstr>PowerPoint Presentation</vt:lpstr>
      <vt:lpstr>ראשי פרקים</vt:lpstr>
      <vt:lpstr>אוטומט Büchi לא דטרמיניסטי</vt:lpstr>
      <vt:lpstr>אוטומט Büchi</vt:lpstr>
      <vt:lpstr>שפה של NBA</vt:lpstr>
      <vt:lpstr>שפה של NBA</vt:lpstr>
      <vt:lpstr>תכונות -𝜔רגולריות</vt:lpstr>
      <vt:lpstr>ייצוג תכונה באמצעות אוטומט NBA</vt:lpstr>
      <vt:lpstr>דוגמה: בקשה ותגובה</vt:lpstr>
      <vt:lpstr>דוגמה: בקשה ותגובה</vt:lpstr>
      <vt:lpstr>המרה מתכונת בטיחות רגולרית ל-NBA</vt:lpstr>
      <vt:lpstr>באופן כללי</vt:lpstr>
      <vt:lpstr>NBA מול NFA שקילות סופית  ⇍שקילות 𝜔</vt:lpstr>
      <vt:lpstr>DBA מול DFA שקילות ω  ⇍שקילות סופית</vt:lpstr>
      <vt:lpstr>ראשי פרקים</vt:lpstr>
      <vt:lpstr>NBA ושפות 𝜔-רגולריות</vt:lpstr>
      <vt:lpstr>כיוון ראשון: מאוטומט לביטוי -𝜔רגולרי</vt:lpstr>
      <vt:lpstr>כיוון ראשון: מאוטומט NBA לביטוי ω-רגולרי</vt:lpstr>
      <vt:lpstr>כיוון שני: לכל שפה 𝜔-רגולרית יש אוטומט NBA</vt:lpstr>
      <vt:lpstr>דוגמה</vt:lpstr>
      <vt:lpstr>שלב ראשון: איחוד של NBA</vt:lpstr>
      <vt:lpstr>שלב שני: אם היו לנו מעברי אפסילון...</vt:lpstr>
      <vt:lpstr>שלב שני: דוגמה לאופרטור ω עבור NFA</vt:lpstr>
      <vt:lpstr>בנייה כללית של אוטומט עבור L(A)^ω </vt:lpstr>
      <vt:lpstr>הוכחה ש L_ω (A’)⊆L(A)ω</vt:lpstr>
      <vt:lpstr>הוכחה ש L_ω (A’)⊇L(A)ω</vt:lpstr>
      <vt:lpstr>סיכום שלב שני: אופרטור 𝜔 עבור NFA</vt:lpstr>
      <vt:lpstr>שלב שלישי: שרשור NFA ו NBA</vt:lpstr>
      <vt:lpstr>דוגמה: בניית אוטומט ל-L(A_1 ).L_ω (A_2 )</vt:lpstr>
      <vt:lpstr>מתכון: שרשור NFA ו NBA</vt:lpstr>
      <vt:lpstr>הוכחה?</vt:lpstr>
      <vt:lpstr>סיכום התוצאות (כל שלושת השלבים)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2025-05-26T08:31:00Z</dcterms:modified>
</cp:coreProperties>
</file>