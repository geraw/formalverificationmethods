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08" r:id="rId1"/>
  </p:sldMasterIdLst>
  <p:notesMasterIdLst>
    <p:notesMasterId r:id="rId33"/>
  </p:notesMasterIdLst>
  <p:sldIdLst>
    <p:sldId id="256" r:id="rId2"/>
    <p:sldId id="353" r:id="rId3"/>
    <p:sldId id="315" r:id="rId4"/>
    <p:sldId id="316" r:id="rId5"/>
    <p:sldId id="359" r:id="rId6"/>
    <p:sldId id="358" r:id="rId7"/>
    <p:sldId id="355" r:id="rId8"/>
    <p:sldId id="351" r:id="rId9"/>
    <p:sldId id="257" r:id="rId10"/>
    <p:sldId id="347" r:id="rId11"/>
    <p:sldId id="307" r:id="rId12"/>
    <p:sldId id="285" r:id="rId13"/>
    <p:sldId id="308" r:id="rId14"/>
    <p:sldId id="309" r:id="rId15"/>
    <p:sldId id="258" r:id="rId16"/>
    <p:sldId id="259" r:id="rId17"/>
    <p:sldId id="260" r:id="rId18"/>
    <p:sldId id="286" r:id="rId19"/>
    <p:sldId id="357" r:id="rId20"/>
    <p:sldId id="287" r:id="rId21"/>
    <p:sldId id="356" r:id="rId22"/>
    <p:sldId id="310" r:id="rId23"/>
    <p:sldId id="311" r:id="rId24"/>
    <p:sldId id="288" r:id="rId25"/>
    <p:sldId id="312" r:id="rId26"/>
    <p:sldId id="289" r:id="rId27"/>
    <p:sldId id="290" r:id="rId28"/>
    <p:sldId id="314" r:id="rId29"/>
    <p:sldId id="343" r:id="rId30"/>
    <p:sldId id="295" r:id="rId31"/>
    <p:sldId id="345" r:id="rId32"/>
  </p:sldIdLst>
  <p:sldSz cx="9144000" cy="6858000" type="screen4x3"/>
  <p:notesSz cx="6858000" cy="9144000"/>
  <p:custDataLst>
    <p:tags r:id="rId34"/>
  </p:custDataLst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151AE1"/>
    <a:srgbClr val="2E41FA"/>
    <a:srgbClr val="336600"/>
    <a:srgbClr val="0517C3"/>
    <a:srgbClr val="000000"/>
    <a:srgbClr val="003F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851C58-39DB-49BB-A003-AB85078CB688}" v="6" dt="2025-09-30T14:45:37.5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148" d="100"/>
          <a:sy n="148" d="100"/>
        </p:scale>
        <p:origin x="207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a Weiss" userId="f0aa0173-552d-4808-9782-d425e6aaf8d9" providerId="ADAL" clId="{1CCB3515-FD15-45D3-810A-46C67DC0F4E9}"/>
    <pc:docChg chg="modSld">
      <pc:chgData name="Gera Weiss" userId="f0aa0173-552d-4808-9782-d425e6aaf8d9" providerId="ADAL" clId="{1CCB3515-FD15-45D3-810A-46C67DC0F4E9}" dt="2025-04-07T07:05:05.380" v="2" actId="20577"/>
      <pc:docMkLst>
        <pc:docMk/>
      </pc:docMkLst>
      <pc:sldChg chg="modSp mod">
        <pc:chgData name="Gera Weiss" userId="f0aa0173-552d-4808-9782-d425e6aaf8d9" providerId="ADAL" clId="{1CCB3515-FD15-45D3-810A-46C67DC0F4E9}" dt="2025-04-07T07:05:05.380" v="2" actId="20577"/>
        <pc:sldMkLst>
          <pc:docMk/>
          <pc:sldMk cId="0" sldId="256"/>
        </pc:sldMkLst>
      </pc:sldChg>
    </pc:docChg>
  </pc:docChgLst>
  <pc:docChgLst>
    <pc:chgData name="Gera Weiss" userId="f0aa0173-552d-4808-9782-d425e6aaf8d9" providerId="ADAL" clId="{FCB27E77-8358-4E65-B0B9-DEF3E6AD4E20}"/>
    <pc:docChg chg="undo custSel modSld sldOrd">
      <pc:chgData name="Gera Weiss" userId="f0aa0173-552d-4808-9782-d425e6aaf8d9" providerId="ADAL" clId="{FCB27E77-8358-4E65-B0B9-DEF3E6AD4E20}" dt="2025-04-07T08:49:09.219" v="317" actId="1440"/>
      <pc:docMkLst>
        <pc:docMk/>
      </pc:docMkLst>
      <pc:sldChg chg="modSp mod">
        <pc:chgData name="Gera Weiss" userId="f0aa0173-552d-4808-9782-d425e6aaf8d9" providerId="ADAL" clId="{FCB27E77-8358-4E65-B0B9-DEF3E6AD4E20}" dt="2025-04-07T08:34:36.259" v="251" actId="1037"/>
        <pc:sldMkLst>
          <pc:docMk/>
          <pc:sldMk cId="0" sldId="259"/>
        </pc:sldMkLst>
      </pc:sldChg>
      <pc:sldChg chg="addSp delSp modSp">
        <pc:chgData name="Gera Weiss" userId="f0aa0173-552d-4808-9782-d425e6aaf8d9" providerId="ADAL" clId="{FCB27E77-8358-4E65-B0B9-DEF3E6AD4E20}" dt="2025-04-07T08:43:08.514" v="291"/>
        <pc:sldMkLst>
          <pc:docMk/>
          <pc:sldMk cId="0" sldId="260"/>
        </pc:sldMkLst>
      </pc:sldChg>
      <pc:sldChg chg="delSp modSp mod">
        <pc:chgData name="Gera Weiss" userId="f0aa0173-552d-4808-9782-d425e6aaf8d9" providerId="ADAL" clId="{FCB27E77-8358-4E65-B0B9-DEF3E6AD4E20}" dt="2025-04-07T08:32:28.323" v="174" actId="478"/>
        <pc:sldMkLst>
          <pc:docMk/>
          <pc:sldMk cId="0" sldId="285"/>
        </pc:sldMkLst>
      </pc:sldChg>
      <pc:sldChg chg="modSp mod">
        <pc:chgData name="Gera Weiss" userId="f0aa0173-552d-4808-9782-d425e6aaf8d9" providerId="ADAL" clId="{FCB27E77-8358-4E65-B0B9-DEF3E6AD4E20}" dt="2025-04-07T08:47:06.486" v="315" actId="1036"/>
        <pc:sldMkLst>
          <pc:docMk/>
          <pc:sldMk cId="0" sldId="287"/>
        </pc:sldMkLst>
      </pc:sldChg>
      <pc:sldChg chg="mod modShow">
        <pc:chgData name="Gera Weiss" userId="f0aa0173-552d-4808-9782-d425e6aaf8d9" providerId="ADAL" clId="{FCB27E77-8358-4E65-B0B9-DEF3E6AD4E20}" dt="2025-04-07T08:35:08.794" v="252" actId="729"/>
        <pc:sldMkLst>
          <pc:docMk/>
          <pc:sldMk cId="0" sldId="308"/>
        </pc:sldMkLst>
      </pc:sldChg>
      <pc:sldChg chg="mod modShow">
        <pc:chgData name="Gera Weiss" userId="f0aa0173-552d-4808-9782-d425e6aaf8d9" providerId="ADAL" clId="{FCB27E77-8358-4E65-B0B9-DEF3E6AD4E20}" dt="2025-04-07T08:35:42.425" v="253" actId="729"/>
        <pc:sldMkLst>
          <pc:docMk/>
          <pc:sldMk cId="0" sldId="309"/>
        </pc:sldMkLst>
      </pc:sldChg>
      <pc:sldChg chg="modSp">
        <pc:chgData name="Gera Weiss" userId="f0aa0173-552d-4808-9782-d425e6aaf8d9" providerId="ADAL" clId="{FCB27E77-8358-4E65-B0B9-DEF3E6AD4E20}" dt="2025-04-07T08:49:09.219" v="317" actId="1440"/>
        <pc:sldMkLst>
          <pc:docMk/>
          <pc:sldMk cId="1964035601" sldId="343"/>
        </pc:sldMkLst>
      </pc:sldChg>
      <pc:sldChg chg="mod modShow">
        <pc:chgData name="Gera Weiss" userId="f0aa0173-552d-4808-9782-d425e6aaf8d9" providerId="ADAL" clId="{FCB27E77-8358-4E65-B0B9-DEF3E6AD4E20}" dt="2025-04-07T08:30:31.684" v="135" actId="729"/>
        <pc:sldMkLst>
          <pc:docMk/>
          <pc:sldMk cId="267448447" sldId="347"/>
        </pc:sldMkLst>
      </pc:sldChg>
      <pc:sldChg chg="addSp modSp mod modAnim">
        <pc:chgData name="Gera Weiss" userId="f0aa0173-552d-4808-9782-d425e6aaf8d9" providerId="ADAL" clId="{FCB27E77-8358-4E65-B0B9-DEF3E6AD4E20}" dt="2025-04-07T08:28:34.994" v="134" actId="1076"/>
        <pc:sldMkLst>
          <pc:docMk/>
          <pc:sldMk cId="3414729126" sldId="355"/>
        </pc:sldMkLst>
      </pc:sldChg>
      <pc:sldChg chg="addSp delSp modSp mod ord">
        <pc:chgData name="Gera Weiss" userId="f0aa0173-552d-4808-9782-d425e6aaf8d9" providerId="ADAL" clId="{FCB27E77-8358-4E65-B0B9-DEF3E6AD4E20}" dt="2025-04-07T08:47:10.396" v="316" actId="108"/>
        <pc:sldMkLst>
          <pc:docMk/>
          <pc:sldMk cId="2690811894" sldId="356"/>
        </pc:sldMkLst>
      </pc:sldChg>
      <pc:sldChg chg="modSp mod">
        <pc:chgData name="Gera Weiss" userId="f0aa0173-552d-4808-9782-d425e6aaf8d9" providerId="ADAL" clId="{FCB27E77-8358-4E65-B0B9-DEF3E6AD4E20}" dt="2025-04-07T08:22:59.664" v="4" actId="14861"/>
        <pc:sldMkLst>
          <pc:docMk/>
          <pc:sldMk cId="4062923750" sldId="359"/>
        </pc:sldMkLst>
      </pc:sldChg>
    </pc:docChg>
  </pc:docChgLst>
  <pc:docChgLst>
    <pc:chgData name="גרא וייס" userId="f0aa0173-552d-4808-9782-d425e6aaf8d9" providerId="ADAL" clId="{2BC82617-F665-4067-AD62-2966F8FE62B6}"/>
    <pc:docChg chg="undo custSel addSld delSld modSld">
      <pc:chgData name="גרא וייס" userId="f0aa0173-552d-4808-9782-d425e6aaf8d9" providerId="ADAL" clId="{2BC82617-F665-4067-AD62-2966F8FE62B6}" dt="2022-11-06T19:43:16.022" v="24" actId="2711"/>
      <pc:docMkLst>
        <pc:docMk/>
      </pc:docMkLst>
      <pc:sldChg chg="modSp">
        <pc:chgData name="גרא וייס" userId="f0aa0173-552d-4808-9782-d425e6aaf8d9" providerId="ADAL" clId="{2BC82617-F665-4067-AD62-2966F8FE62B6}" dt="2022-11-01T20:09:30.227" v="21" actId="2711"/>
        <pc:sldMkLst>
          <pc:docMk/>
          <pc:sldMk cId="0" sldId="285"/>
        </pc:sldMkLst>
      </pc:sldChg>
      <pc:sldChg chg="modSp">
        <pc:chgData name="גרא וייס" userId="f0aa0173-552d-4808-9782-d425e6aaf8d9" providerId="ADAL" clId="{2BC82617-F665-4067-AD62-2966F8FE62B6}" dt="2022-11-06T19:42:24.518" v="23" actId="1076"/>
        <pc:sldMkLst>
          <pc:docMk/>
          <pc:sldMk cId="0" sldId="287"/>
        </pc:sldMkLst>
      </pc:sldChg>
      <pc:sldChg chg="add">
        <pc:chgData name="גרא וייס" userId="f0aa0173-552d-4808-9782-d425e6aaf8d9" providerId="ADAL" clId="{2BC82617-F665-4067-AD62-2966F8FE62B6}" dt="2022-11-01T20:05:36.638" v="4"/>
        <pc:sldMkLst>
          <pc:docMk/>
          <pc:sldMk cId="3213859096" sldId="315"/>
        </pc:sldMkLst>
      </pc:sldChg>
      <pc:sldChg chg="add">
        <pc:chgData name="גרא וייס" userId="f0aa0173-552d-4808-9782-d425e6aaf8d9" providerId="ADAL" clId="{2BC82617-F665-4067-AD62-2966F8FE62B6}" dt="2022-11-01T20:04:47.024" v="2"/>
        <pc:sldMkLst>
          <pc:docMk/>
          <pc:sldMk cId="41720770" sldId="316"/>
        </pc:sldMkLst>
      </pc:sldChg>
      <pc:sldChg chg="modSp">
        <pc:chgData name="גרא וייס" userId="f0aa0173-552d-4808-9782-d425e6aaf8d9" providerId="ADAL" clId="{2BC82617-F665-4067-AD62-2966F8FE62B6}" dt="2022-11-06T19:43:16.022" v="24" actId="2711"/>
        <pc:sldMkLst>
          <pc:docMk/>
          <pc:sldMk cId="768891832" sldId="345"/>
        </pc:sldMkLst>
      </pc:sldChg>
      <pc:sldChg chg="modSp">
        <pc:chgData name="גרא וייס" userId="f0aa0173-552d-4808-9782-d425e6aaf8d9" providerId="ADAL" clId="{2BC82617-F665-4067-AD62-2966F8FE62B6}" dt="2022-11-01T20:08:50.142" v="20" actId="404"/>
        <pc:sldMkLst>
          <pc:docMk/>
          <pc:sldMk cId="4014298115" sldId="351"/>
        </pc:sldMkLst>
      </pc:sldChg>
      <pc:sldChg chg="modSp">
        <pc:chgData name="גרא וייס" userId="f0aa0173-552d-4808-9782-d425e6aaf8d9" providerId="ADAL" clId="{2BC82617-F665-4067-AD62-2966F8FE62B6}" dt="2022-11-01T20:03:55.349" v="0" actId="6549"/>
        <pc:sldMkLst>
          <pc:docMk/>
          <pc:sldMk cId="2532010956" sldId="353"/>
        </pc:sldMkLst>
      </pc:sldChg>
      <pc:sldChg chg="add">
        <pc:chgData name="גרא וייס" userId="f0aa0173-552d-4808-9782-d425e6aaf8d9" providerId="ADAL" clId="{2BC82617-F665-4067-AD62-2966F8FE62B6}" dt="2022-11-01T20:07:15.706" v="5"/>
        <pc:sldMkLst>
          <pc:docMk/>
          <pc:sldMk cId="101099311" sldId="358"/>
        </pc:sldMkLst>
      </pc:sldChg>
    </pc:docChg>
  </pc:docChgLst>
  <pc:docChgLst>
    <pc:chgData name="Gera Weiss" userId="f0aa0173-552d-4808-9782-d425e6aaf8d9" providerId="ADAL" clId="{D4BC53F7-FFD4-4594-ADCD-3A5F9B2FD1E6}"/>
    <pc:docChg chg="undo custSel modSld">
      <pc:chgData name="Gera Weiss" userId="f0aa0173-552d-4808-9782-d425e6aaf8d9" providerId="ADAL" clId="{D4BC53F7-FFD4-4594-ADCD-3A5F9B2FD1E6}" dt="2024-05-11T21:23:18.184" v="106" actId="1076"/>
      <pc:docMkLst>
        <pc:docMk/>
      </pc:docMkLst>
      <pc:sldChg chg="addSp delSp modSp">
        <pc:chgData name="Gera Weiss" userId="f0aa0173-552d-4808-9782-d425e6aaf8d9" providerId="ADAL" clId="{D4BC53F7-FFD4-4594-ADCD-3A5F9B2FD1E6}" dt="2024-05-11T21:23:18.184" v="106" actId="1076"/>
        <pc:sldMkLst>
          <pc:docMk/>
          <pc:sldMk cId="3213859096" sldId="315"/>
        </pc:sldMkLst>
      </pc:sldChg>
      <pc:sldChg chg="addSp delSp modSp mod">
        <pc:chgData name="Gera Weiss" userId="f0aa0173-552d-4808-9782-d425e6aaf8d9" providerId="ADAL" clId="{D4BC53F7-FFD4-4594-ADCD-3A5F9B2FD1E6}" dt="2024-05-11T21:10:12.263" v="70" actId="1076"/>
        <pc:sldMkLst>
          <pc:docMk/>
          <pc:sldMk cId="2532010956" sldId="353"/>
        </pc:sldMkLst>
      </pc:sldChg>
    </pc:docChg>
  </pc:docChgLst>
  <pc:docChgLst>
    <pc:chgData name="Gera Weiss" userId="f0aa0173-552d-4808-9782-d425e6aaf8d9" providerId="ADAL" clId="{791ACB26-E7A9-43ED-A5A2-441E27267D55}"/>
    <pc:docChg chg="undo custSel modSld">
      <pc:chgData name="Gera Weiss" userId="f0aa0173-552d-4808-9782-d425e6aaf8d9" providerId="ADAL" clId="{791ACB26-E7A9-43ED-A5A2-441E27267D55}" dt="2024-05-12T07:55:16.502" v="250" actId="1076"/>
      <pc:docMkLst>
        <pc:docMk/>
      </pc:docMkLst>
      <pc:sldChg chg="modTransition">
        <pc:chgData name="Gera Weiss" userId="f0aa0173-552d-4808-9782-d425e6aaf8d9" providerId="ADAL" clId="{791ACB26-E7A9-43ED-A5A2-441E27267D55}" dt="2024-05-12T07:43:49.666" v="170"/>
        <pc:sldMkLst>
          <pc:docMk/>
          <pc:sldMk cId="0" sldId="256"/>
        </pc:sldMkLst>
      </pc:sldChg>
      <pc:sldChg chg="modTransition">
        <pc:chgData name="Gera Weiss" userId="f0aa0173-552d-4808-9782-d425e6aaf8d9" providerId="ADAL" clId="{791ACB26-E7A9-43ED-A5A2-441E27267D55}" dt="2024-05-12T07:43:49.666" v="170"/>
        <pc:sldMkLst>
          <pc:docMk/>
          <pc:sldMk cId="0" sldId="257"/>
        </pc:sldMkLst>
      </pc:sldChg>
      <pc:sldChg chg="modTransition">
        <pc:chgData name="Gera Weiss" userId="f0aa0173-552d-4808-9782-d425e6aaf8d9" providerId="ADAL" clId="{791ACB26-E7A9-43ED-A5A2-441E27267D55}" dt="2024-05-12T07:43:49.666" v="170"/>
        <pc:sldMkLst>
          <pc:docMk/>
          <pc:sldMk cId="0" sldId="258"/>
        </pc:sldMkLst>
      </pc:sldChg>
      <pc:sldChg chg="modTransition">
        <pc:chgData name="Gera Weiss" userId="f0aa0173-552d-4808-9782-d425e6aaf8d9" providerId="ADAL" clId="{791ACB26-E7A9-43ED-A5A2-441E27267D55}" dt="2024-05-12T07:43:49.666" v="170"/>
        <pc:sldMkLst>
          <pc:docMk/>
          <pc:sldMk cId="0" sldId="259"/>
        </pc:sldMkLst>
      </pc:sldChg>
      <pc:sldChg chg="modTransition">
        <pc:chgData name="Gera Weiss" userId="f0aa0173-552d-4808-9782-d425e6aaf8d9" providerId="ADAL" clId="{791ACB26-E7A9-43ED-A5A2-441E27267D55}" dt="2024-05-12T07:43:49.666" v="170"/>
        <pc:sldMkLst>
          <pc:docMk/>
          <pc:sldMk cId="0" sldId="260"/>
        </pc:sldMkLst>
      </pc:sldChg>
      <pc:sldChg chg="modTransition">
        <pc:chgData name="Gera Weiss" userId="f0aa0173-552d-4808-9782-d425e6aaf8d9" providerId="ADAL" clId="{791ACB26-E7A9-43ED-A5A2-441E27267D55}" dt="2024-05-12T07:43:49.666" v="170"/>
        <pc:sldMkLst>
          <pc:docMk/>
          <pc:sldMk cId="0" sldId="285"/>
        </pc:sldMkLst>
      </pc:sldChg>
      <pc:sldChg chg="modTransition">
        <pc:chgData name="Gera Weiss" userId="f0aa0173-552d-4808-9782-d425e6aaf8d9" providerId="ADAL" clId="{791ACB26-E7A9-43ED-A5A2-441E27267D55}" dt="2024-05-12T07:43:49.666" v="170"/>
        <pc:sldMkLst>
          <pc:docMk/>
          <pc:sldMk cId="0" sldId="286"/>
        </pc:sldMkLst>
      </pc:sldChg>
      <pc:sldChg chg="modTransition">
        <pc:chgData name="Gera Weiss" userId="f0aa0173-552d-4808-9782-d425e6aaf8d9" providerId="ADAL" clId="{791ACB26-E7A9-43ED-A5A2-441E27267D55}" dt="2024-05-12T07:43:49.666" v="170"/>
        <pc:sldMkLst>
          <pc:docMk/>
          <pc:sldMk cId="0" sldId="287"/>
        </pc:sldMkLst>
      </pc:sldChg>
      <pc:sldChg chg="modTransition">
        <pc:chgData name="Gera Weiss" userId="f0aa0173-552d-4808-9782-d425e6aaf8d9" providerId="ADAL" clId="{791ACB26-E7A9-43ED-A5A2-441E27267D55}" dt="2024-05-12T07:43:49.666" v="170"/>
        <pc:sldMkLst>
          <pc:docMk/>
          <pc:sldMk cId="0" sldId="288"/>
        </pc:sldMkLst>
      </pc:sldChg>
      <pc:sldChg chg="modTransition">
        <pc:chgData name="Gera Weiss" userId="f0aa0173-552d-4808-9782-d425e6aaf8d9" providerId="ADAL" clId="{791ACB26-E7A9-43ED-A5A2-441E27267D55}" dt="2024-05-12T07:43:49.666" v="170"/>
        <pc:sldMkLst>
          <pc:docMk/>
          <pc:sldMk cId="0" sldId="289"/>
        </pc:sldMkLst>
      </pc:sldChg>
      <pc:sldChg chg="modTransition">
        <pc:chgData name="Gera Weiss" userId="f0aa0173-552d-4808-9782-d425e6aaf8d9" providerId="ADAL" clId="{791ACB26-E7A9-43ED-A5A2-441E27267D55}" dt="2024-05-12T07:43:49.666" v="170"/>
        <pc:sldMkLst>
          <pc:docMk/>
          <pc:sldMk cId="0" sldId="290"/>
        </pc:sldMkLst>
      </pc:sldChg>
      <pc:sldChg chg="modTransition">
        <pc:chgData name="Gera Weiss" userId="f0aa0173-552d-4808-9782-d425e6aaf8d9" providerId="ADAL" clId="{791ACB26-E7A9-43ED-A5A2-441E27267D55}" dt="2024-05-12T07:43:49.666" v="170"/>
        <pc:sldMkLst>
          <pc:docMk/>
          <pc:sldMk cId="0" sldId="295"/>
        </pc:sldMkLst>
      </pc:sldChg>
      <pc:sldChg chg="modTransition">
        <pc:chgData name="Gera Weiss" userId="f0aa0173-552d-4808-9782-d425e6aaf8d9" providerId="ADAL" clId="{791ACB26-E7A9-43ED-A5A2-441E27267D55}" dt="2024-05-12T07:43:49.666" v="170"/>
        <pc:sldMkLst>
          <pc:docMk/>
          <pc:sldMk cId="0" sldId="307"/>
        </pc:sldMkLst>
      </pc:sldChg>
      <pc:sldChg chg="modTransition">
        <pc:chgData name="Gera Weiss" userId="f0aa0173-552d-4808-9782-d425e6aaf8d9" providerId="ADAL" clId="{791ACB26-E7A9-43ED-A5A2-441E27267D55}" dt="2024-05-12T07:43:49.666" v="170"/>
        <pc:sldMkLst>
          <pc:docMk/>
          <pc:sldMk cId="0" sldId="308"/>
        </pc:sldMkLst>
      </pc:sldChg>
      <pc:sldChg chg="modTransition">
        <pc:chgData name="Gera Weiss" userId="f0aa0173-552d-4808-9782-d425e6aaf8d9" providerId="ADAL" clId="{791ACB26-E7A9-43ED-A5A2-441E27267D55}" dt="2024-05-12T07:43:49.666" v="170"/>
        <pc:sldMkLst>
          <pc:docMk/>
          <pc:sldMk cId="0" sldId="309"/>
        </pc:sldMkLst>
      </pc:sldChg>
      <pc:sldChg chg="modTransition">
        <pc:chgData name="Gera Weiss" userId="f0aa0173-552d-4808-9782-d425e6aaf8d9" providerId="ADAL" clId="{791ACB26-E7A9-43ED-A5A2-441E27267D55}" dt="2024-05-12T07:43:49.666" v="170"/>
        <pc:sldMkLst>
          <pc:docMk/>
          <pc:sldMk cId="0" sldId="310"/>
        </pc:sldMkLst>
      </pc:sldChg>
      <pc:sldChg chg="modTransition">
        <pc:chgData name="Gera Weiss" userId="f0aa0173-552d-4808-9782-d425e6aaf8d9" providerId="ADAL" clId="{791ACB26-E7A9-43ED-A5A2-441E27267D55}" dt="2024-05-12T07:43:49.666" v="170"/>
        <pc:sldMkLst>
          <pc:docMk/>
          <pc:sldMk cId="0" sldId="311"/>
        </pc:sldMkLst>
      </pc:sldChg>
      <pc:sldChg chg="modTransition">
        <pc:chgData name="Gera Weiss" userId="f0aa0173-552d-4808-9782-d425e6aaf8d9" providerId="ADAL" clId="{791ACB26-E7A9-43ED-A5A2-441E27267D55}" dt="2024-05-12T07:43:49.666" v="170"/>
        <pc:sldMkLst>
          <pc:docMk/>
          <pc:sldMk cId="0" sldId="312"/>
        </pc:sldMkLst>
      </pc:sldChg>
      <pc:sldChg chg="modTransition">
        <pc:chgData name="Gera Weiss" userId="f0aa0173-552d-4808-9782-d425e6aaf8d9" providerId="ADAL" clId="{791ACB26-E7A9-43ED-A5A2-441E27267D55}" dt="2024-05-12T07:43:49.666" v="170"/>
        <pc:sldMkLst>
          <pc:docMk/>
          <pc:sldMk cId="0" sldId="314"/>
        </pc:sldMkLst>
      </pc:sldChg>
      <pc:sldChg chg="modTransition">
        <pc:chgData name="Gera Weiss" userId="f0aa0173-552d-4808-9782-d425e6aaf8d9" providerId="ADAL" clId="{791ACB26-E7A9-43ED-A5A2-441E27267D55}" dt="2024-05-12T07:43:49.666" v="170"/>
        <pc:sldMkLst>
          <pc:docMk/>
          <pc:sldMk cId="3213859096" sldId="315"/>
        </pc:sldMkLst>
      </pc:sldChg>
      <pc:sldChg chg="modTransition">
        <pc:chgData name="Gera Weiss" userId="f0aa0173-552d-4808-9782-d425e6aaf8d9" providerId="ADAL" clId="{791ACB26-E7A9-43ED-A5A2-441E27267D55}" dt="2024-05-12T07:43:49.666" v="170"/>
        <pc:sldMkLst>
          <pc:docMk/>
          <pc:sldMk cId="41720770" sldId="316"/>
        </pc:sldMkLst>
      </pc:sldChg>
      <pc:sldChg chg="modTransition">
        <pc:chgData name="Gera Weiss" userId="f0aa0173-552d-4808-9782-d425e6aaf8d9" providerId="ADAL" clId="{791ACB26-E7A9-43ED-A5A2-441E27267D55}" dt="2024-05-12T07:43:49.666" v="170"/>
        <pc:sldMkLst>
          <pc:docMk/>
          <pc:sldMk cId="1964035601" sldId="343"/>
        </pc:sldMkLst>
      </pc:sldChg>
      <pc:sldChg chg="modTransition">
        <pc:chgData name="Gera Weiss" userId="f0aa0173-552d-4808-9782-d425e6aaf8d9" providerId="ADAL" clId="{791ACB26-E7A9-43ED-A5A2-441E27267D55}" dt="2024-05-12T07:43:49.666" v="170"/>
        <pc:sldMkLst>
          <pc:docMk/>
          <pc:sldMk cId="768891832" sldId="345"/>
        </pc:sldMkLst>
      </pc:sldChg>
      <pc:sldChg chg="modTransition">
        <pc:chgData name="Gera Weiss" userId="f0aa0173-552d-4808-9782-d425e6aaf8d9" providerId="ADAL" clId="{791ACB26-E7A9-43ED-A5A2-441E27267D55}" dt="2024-05-12T07:43:49.666" v="170"/>
        <pc:sldMkLst>
          <pc:docMk/>
          <pc:sldMk cId="267448447" sldId="347"/>
        </pc:sldMkLst>
      </pc:sldChg>
      <pc:sldChg chg="modTransition">
        <pc:chgData name="Gera Weiss" userId="f0aa0173-552d-4808-9782-d425e6aaf8d9" providerId="ADAL" clId="{791ACB26-E7A9-43ED-A5A2-441E27267D55}" dt="2024-05-12T07:43:49.666" v="170"/>
        <pc:sldMkLst>
          <pc:docMk/>
          <pc:sldMk cId="4014298115" sldId="351"/>
        </pc:sldMkLst>
      </pc:sldChg>
      <pc:sldChg chg="modTransition">
        <pc:chgData name="Gera Weiss" userId="f0aa0173-552d-4808-9782-d425e6aaf8d9" providerId="ADAL" clId="{791ACB26-E7A9-43ED-A5A2-441E27267D55}" dt="2024-05-12T07:43:49.666" v="170"/>
        <pc:sldMkLst>
          <pc:docMk/>
          <pc:sldMk cId="2532010956" sldId="353"/>
        </pc:sldMkLst>
      </pc:sldChg>
      <pc:sldChg chg="modTransition">
        <pc:chgData name="Gera Weiss" userId="f0aa0173-552d-4808-9782-d425e6aaf8d9" providerId="ADAL" clId="{791ACB26-E7A9-43ED-A5A2-441E27267D55}" dt="2024-05-12T07:43:49.666" v="170"/>
        <pc:sldMkLst>
          <pc:docMk/>
          <pc:sldMk cId="3414729126" sldId="355"/>
        </pc:sldMkLst>
      </pc:sldChg>
      <pc:sldChg chg="modTransition">
        <pc:chgData name="Gera Weiss" userId="f0aa0173-552d-4808-9782-d425e6aaf8d9" providerId="ADAL" clId="{791ACB26-E7A9-43ED-A5A2-441E27267D55}" dt="2024-05-12T07:43:49.666" v="170"/>
        <pc:sldMkLst>
          <pc:docMk/>
          <pc:sldMk cId="2690811894" sldId="356"/>
        </pc:sldMkLst>
      </pc:sldChg>
      <pc:sldChg chg="modTransition">
        <pc:chgData name="Gera Weiss" userId="f0aa0173-552d-4808-9782-d425e6aaf8d9" providerId="ADAL" clId="{791ACB26-E7A9-43ED-A5A2-441E27267D55}" dt="2024-05-12T07:43:49.666" v="170"/>
        <pc:sldMkLst>
          <pc:docMk/>
          <pc:sldMk cId="3379439945" sldId="357"/>
        </pc:sldMkLst>
      </pc:sldChg>
      <pc:sldChg chg="modTransition">
        <pc:chgData name="Gera Weiss" userId="f0aa0173-552d-4808-9782-d425e6aaf8d9" providerId="ADAL" clId="{791ACB26-E7A9-43ED-A5A2-441E27267D55}" dt="2024-05-12T07:43:49.666" v="170"/>
        <pc:sldMkLst>
          <pc:docMk/>
          <pc:sldMk cId="101099311" sldId="358"/>
        </pc:sldMkLst>
      </pc:sldChg>
      <pc:sldChg chg="addSp delSp modSp mod modTransition">
        <pc:chgData name="Gera Weiss" userId="f0aa0173-552d-4808-9782-d425e6aaf8d9" providerId="ADAL" clId="{791ACB26-E7A9-43ED-A5A2-441E27267D55}" dt="2024-05-12T07:55:16.502" v="250" actId="1076"/>
        <pc:sldMkLst>
          <pc:docMk/>
          <pc:sldMk cId="4062923750" sldId="359"/>
        </pc:sldMkLst>
      </pc:sldChg>
    </pc:docChg>
  </pc:docChgLst>
  <pc:docChgLst>
    <pc:chgData name="Gera Weiss" userId="f0aa0173-552d-4808-9782-d425e6aaf8d9" providerId="ADAL" clId="{5FFB232B-B19B-4721-B11A-46249CA4404B}"/>
    <pc:docChg chg="undo custSel modSld">
      <pc:chgData name="Gera Weiss" userId="f0aa0173-552d-4808-9782-d425e6aaf8d9" providerId="ADAL" clId="{5FFB232B-B19B-4721-B11A-46249CA4404B}" dt="2025-09-30T14:45:37.545" v="9" actId="20577"/>
      <pc:docMkLst>
        <pc:docMk/>
      </pc:docMkLst>
      <pc:sldChg chg="modSp mod">
        <pc:chgData name="Gera Weiss" userId="f0aa0173-552d-4808-9782-d425e6aaf8d9" providerId="ADAL" clId="{5FFB232B-B19B-4721-B11A-46249CA4404B}" dt="2025-09-30T14:45:37.545" v="9" actId="20577"/>
        <pc:sldMkLst>
          <pc:docMk/>
          <pc:sldMk cId="41720770" sldId="316"/>
        </pc:sldMkLst>
        <pc:spChg chg="mod">
          <ac:chgData name="Gera Weiss" userId="f0aa0173-552d-4808-9782-d425e6aaf8d9" providerId="ADAL" clId="{5FFB232B-B19B-4721-B11A-46249CA4404B}" dt="2025-09-30T14:45:37.545" v="9" actId="20577"/>
          <ac:spMkLst>
            <pc:docMk/>
            <pc:sldMk cId="41720770" sldId="316"/>
            <ac:spMk id="51" creationId="{00000000-0000-0000-0000-000000000000}"/>
          </ac:spMkLst>
        </pc:spChg>
        <pc:spChg chg="mod">
          <ac:chgData name="Gera Weiss" userId="f0aa0173-552d-4808-9782-d425e6aaf8d9" providerId="ADAL" clId="{5FFB232B-B19B-4721-B11A-46249CA4404B}" dt="2025-09-30T14:44:38.191" v="3" actId="1076"/>
          <ac:spMkLst>
            <pc:docMk/>
            <pc:sldMk cId="41720770" sldId="316"/>
            <ac:spMk id="98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A182A1-A3C6-47A0-9E2C-6095F4D0C783}" type="doc">
      <dgm:prSet loTypeId="urn:microsoft.com/office/officeart/2005/8/layout/hierarchy4" loCatId="hierarchy" qsTypeId="urn:microsoft.com/office/officeart/2005/8/quickstyle/3d3" qsCatId="3D" csTypeId="urn:microsoft.com/office/officeart/2005/8/colors/colorful4" csCatId="colorful" phldr="1"/>
      <dgm:spPr/>
      <dgm:t>
        <a:bodyPr/>
        <a:lstStyle/>
        <a:p>
          <a:pPr rtl="1"/>
          <a:endParaRPr lang="he-IL"/>
        </a:p>
      </dgm:t>
    </dgm:pt>
    <dgm:pt modelId="{477B568C-13DE-4DDF-934B-2C4FB46D4EE9}">
      <dgm:prSet phldrT="[Text]"/>
      <dgm:spPr/>
      <dgm:t>
        <a:bodyPr/>
        <a:lstStyle/>
        <a:p>
          <a:pPr rtl="1"/>
          <a:r>
            <a:rPr lang="he-IL" dirty="0">
              <a:latin typeface="Gisha" panose="020B0502040204020203" pitchFamily="34" charset="-79"/>
              <a:cs typeface="Gisha" panose="020B0502040204020203" pitchFamily="34" charset="-79"/>
            </a:rPr>
            <a:t>מערכת מעברים</a:t>
          </a:r>
        </a:p>
      </dgm:t>
    </dgm:pt>
    <dgm:pt modelId="{7D28F234-4613-45C4-88D0-094885180368}" type="parTrans" cxnId="{13CB361E-71A4-4BDE-A8F6-13AC9D633BE5}">
      <dgm:prSet/>
      <dgm:spPr/>
      <dgm:t>
        <a:bodyPr/>
        <a:lstStyle/>
        <a:p>
          <a:pPr rtl="1"/>
          <a:endParaRPr lang="he-IL"/>
        </a:p>
      </dgm:t>
    </dgm:pt>
    <dgm:pt modelId="{CE27DD6A-01B0-468B-BAF2-9102D1008955}" type="sibTrans" cxnId="{13CB361E-71A4-4BDE-A8F6-13AC9D633BE5}">
      <dgm:prSet/>
      <dgm:spPr/>
      <dgm:t>
        <a:bodyPr/>
        <a:lstStyle/>
        <a:p>
          <a:pPr rtl="1"/>
          <a:endParaRPr lang="he-IL"/>
        </a:p>
      </dgm:t>
    </dgm:pt>
    <dgm:pt modelId="{08A646B8-ECA1-4B45-AEA3-97BDF1DD3B48}">
      <dgm:prSet phldrT="[Text]" custT="1"/>
      <dgm:spPr/>
      <dgm:t>
        <a:bodyPr/>
        <a:lstStyle/>
        <a:p>
          <a:pPr rtl="1"/>
          <a:r>
            <a:rPr lang="he-IL" sz="3600" dirty="0">
              <a:latin typeface="Gisha" panose="020B0502040204020203" pitchFamily="34" charset="-79"/>
              <a:cs typeface="Gisha" panose="020B0502040204020203" pitchFamily="34" charset="-79"/>
            </a:rPr>
            <a:t>גרף תוכנית</a:t>
          </a:r>
        </a:p>
      </dgm:t>
    </dgm:pt>
    <dgm:pt modelId="{973A790A-DA6A-4D05-9E1D-BE1B7420A03B}" type="parTrans" cxnId="{028A6198-4B6E-4401-BF9B-9C9CE90BE7A6}">
      <dgm:prSet/>
      <dgm:spPr/>
      <dgm:t>
        <a:bodyPr/>
        <a:lstStyle/>
        <a:p>
          <a:pPr rtl="1"/>
          <a:endParaRPr lang="he-IL"/>
        </a:p>
      </dgm:t>
    </dgm:pt>
    <dgm:pt modelId="{0A7CE3F8-30A1-48D0-8A9E-1D1B1A9795CF}" type="sibTrans" cxnId="{028A6198-4B6E-4401-BF9B-9C9CE90BE7A6}">
      <dgm:prSet/>
      <dgm:spPr/>
      <dgm:t>
        <a:bodyPr/>
        <a:lstStyle/>
        <a:p>
          <a:pPr rtl="1"/>
          <a:endParaRPr lang="he-IL"/>
        </a:p>
      </dgm:t>
    </dgm:pt>
    <dgm:pt modelId="{76E248B8-7C88-4FD8-A78E-E85EA2F22066}">
      <dgm:prSet phldrT="[Text]"/>
      <dgm:spPr/>
      <dgm:t>
        <a:bodyPr/>
        <a:lstStyle/>
        <a:p>
          <a:pPr rtl="1"/>
          <a:r>
            <a:rPr lang="he-IL" dirty="0">
              <a:latin typeface="Gisha" panose="020B0502040204020203" pitchFamily="34" charset="-79"/>
              <a:cs typeface="Gisha" panose="020B0502040204020203" pitchFamily="34" charset="-79"/>
            </a:rPr>
            <a:t>שזירת מערכות מעברים</a:t>
          </a:r>
        </a:p>
      </dgm:t>
    </dgm:pt>
    <dgm:pt modelId="{35CD8E53-AE83-45D5-9C60-EE79687B2B7C}" type="parTrans" cxnId="{E2A6A949-D258-49CB-BD2C-89273803E8F2}">
      <dgm:prSet/>
      <dgm:spPr/>
      <dgm:t>
        <a:bodyPr/>
        <a:lstStyle/>
        <a:p>
          <a:pPr rtl="1"/>
          <a:endParaRPr lang="he-IL"/>
        </a:p>
      </dgm:t>
    </dgm:pt>
    <dgm:pt modelId="{2AB678C6-0033-44F9-A82D-0AAFD45AA02D}" type="sibTrans" cxnId="{E2A6A949-D258-49CB-BD2C-89273803E8F2}">
      <dgm:prSet/>
      <dgm:spPr/>
      <dgm:t>
        <a:bodyPr/>
        <a:lstStyle/>
        <a:p>
          <a:pPr rtl="1"/>
          <a:endParaRPr lang="he-IL"/>
        </a:p>
      </dgm:t>
    </dgm:pt>
    <dgm:pt modelId="{98661429-5F47-4002-881C-E1E93D571C6B}">
      <dgm:prSet phldrT="[Text]"/>
      <dgm:spPr/>
      <dgm:t>
        <a:bodyPr/>
        <a:lstStyle/>
        <a:p>
          <a:pPr rtl="1"/>
          <a:r>
            <a:rPr lang="he-IL" dirty="0">
              <a:latin typeface="Gisha" panose="020B0502040204020203" pitchFamily="34" charset="-79"/>
              <a:cs typeface="Gisha" panose="020B0502040204020203" pitchFamily="34" charset="-79"/>
            </a:rPr>
            <a:t>שערים לוגיים</a:t>
          </a:r>
        </a:p>
      </dgm:t>
    </dgm:pt>
    <dgm:pt modelId="{CD5CA889-A1BC-48D9-82C3-2C319975050A}" type="parTrans" cxnId="{E63B6CEB-9B5D-4317-8AEE-936191AEF324}">
      <dgm:prSet/>
      <dgm:spPr/>
      <dgm:t>
        <a:bodyPr/>
        <a:lstStyle/>
        <a:p>
          <a:pPr rtl="1"/>
          <a:endParaRPr lang="he-IL"/>
        </a:p>
      </dgm:t>
    </dgm:pt>
    <dgm:pt modelId="{684CA243-2984-421A-A538-2A8266B279E3}" type="sibTrans" cxnId="{E63B6CEB-9B5D-4317-8AEE-936191AEF324}">
      <dgm:prSet/>
      <dgm:spPr/>
      <dgm:t>
        <a:bodyPr/>
        <a:lstStyle/>
        <a:p>
          <a:pPr rtl="1"/>
          <a:endParaRPr lang="he-IL"/>
        </a:p>
      </dgm:t>
    </dgm:pt>
    <dgm:pt modelId="{0095C710-FB76-4DAC-9926-B77EB2D3233A}">
      <dgm:prSet phldrT="[Text]"/>
      <dgm:spPr/>
      <dgm:t>
        <a:bodyPr/>
        <a:lstStyle/>
        <a:p>
          <a:pPr rtl="1"/>
          <a:r>
            <a:rPr lang="he-IL" dirty="0">
              <a:latin typeface="Gisha" panose="020B0502040204020203" pitchFamily="34" charset="-79"/>
              <a:cs typeface="Gisha" panose="020B0502040204020203" pitchFamily="34" charset="-79"/>
            </a:rPr>
            <a:t>שזירה בלי תקשורת</a:t>
          </a:r>
        </a:p>
      </dgm:t>
    </dgm:pt>
    <dgm:pt modelId="{68B14217-0370-4A71-8B33-95BB3A47188B}" type="parTrans" cxnId="{28359BE0-466B-457D-AFA7-57C3E01FDC62}">
      <dgm:prSet/>
      <dgm:spPr/>
      <dgm:t>
        <a:bodyPr/>
        <a:lstStyle/>
        <a:p>
          <a:pPr rtl="1"/>
          <a:endParaRPr lang="he-IL"/>
        </a:p>
      </dgm:t>
    </dgm:pt>
    <dgm:pt modelId="{F5C4791C-65A8-4050-918F-5D729002D134}" type="sibTrans" cxnId="{28359BE0-466B-457D-AFA7-57C3E01FDC62}">
      <dgm:prSet/>
      <dgm:spPr/>
      <dgm:t>
        <a:bodyPr/>
        <a:lstStyle/>
        <a:p>
          <a:pPr rtl="1"/>
          <a:endParaRPr lang="he-IL"/>
        </a:p>
      </dgm:t>
    </dgm:pt>
    <dgm:pt modelId="{3898CEE1-1F9B-4896-9296-018164AC6ECB}">
      <dgm:prSet phldrT="[Text]"/>
      <dgm:spPr/>
      <dgm:t>
        <a:bodyPr/>
        <a:lstStyle/>
        <a:p>
          <a:pPr rtl="1"/>
          <a:r>
            <a:rPr lang="he-IL" dirty="0">
              <a:latin typeface="Gisha" panose="020B0502040204020203" pitchFamily="34" charset="-79"/>
              <a:cs typeface="Gisha" panose="020B0502040204020203" pitchFamily="34" charset="-79"/>
            </a:rPr>
            <a:t>שזירה עם תקשורת </a:t>
          </a:r>
          <a:r>
            <a:rPr lang="he-IL" dirty="0" err="1">
              <a:latin typeface="Gisha" panose="020B0502040204020203" pitchFamily="34" charset="-79"/>
              <a:cs typeface="Gisha" panose="020B0502040204020203" pitchFamily="34" charset="-79"/>
            </a:rPr>
            <a:t>סנכרונית</a:t>
          </a:r>
          <a:endParaRPr lang="he-IL" dirty="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DF163F26-5245-4265-9A3B-D627659121F8}" type="parTrans" cxnId="{8B5F7DBC-65D9-44F7-8451-4C64825F4633}">
      <dgm:prSet/>
      <dgm:spPr/>
      <dgm:t>
        <a:bodyPr/>
        <a:lstStyle/>
        <a:p>
          <a:pPr rtl="1"/>
          <a:endParaRPr lang="he-IL"/>
        </a:p>
      </dgm:t>
    </dgm:pt>
    <dgm:pt modelId="{7248D1AB-176D-429C-9C23-FA9092304FA5}" type="sibTrans" cxnId="{8B5F7DBC-65D9-44F7-8451-4C64825F4633}">
      <dgm:prSet/>
      <dgm:spPr/>
      <dgm:t>
        <a:bodyPr/>
        <a:lstStyle/>
        <a:p>
          <a:pPr rtl="1"/>
          <a:endParaRPr lang="he-IL"/>
        </a:p>
      </dgm:t>
    </dgm:pt>
    <dgm:pt modelId="{D61C08D8-CAA0-4B5C-A4E7-55A9B39FD54E}">
      <dgm:prSet phldrT="[Text]"/>
      <dgm:spPr/>
      <dgm:t>
        <a:bodyPr/>
        <a:lstStyle/>
        <a:p>
          <a:pPr rtl="1"/>
          <a:r>
            <a:rPr lang="he-IL" dirty="0">
              <a:latin typeface="Gisha" panose="020B0502040204020203" pitchFamily="34" charset="-79"/>
              <a:cs typeface="Gisha" panose="020B0502040204020203" pitchFamily="34" charset="-79"/>
            </a:rPr>
            <a:t>מערכת ערוצים</a:t>
          </a:r>
        </a:p>
      </dgm:t>
    </dgm:pt>
    <dgm:pt modelId="{BF3935C1-2A2D-492B-91F9-C77293303506}" type="parTrans" cxnId="{7ECC7588-E063-4044-9091-40E3A4B9CD23}">
      <dgm:prSet/>
      <dgm:spPr/>
      <dgm:t>
        <a:bodyPr/>
        <a:lstStyle/>
        <a:p>
          <a:pPr rtl="1"/>
          <a:endParaRPr lang="he-IL"/>
        </a:p>
      </dgm:t>
    </dgm:pt>
    <dgm:pt modelId="{5FDEDD25-C038-48D6-B911-0CCA022437F8}" type="sibTrans" cxnId="{7ECC7588-E063-4044-9091-40E3A4B9CD23}">
      <dgm:prSet/>
      <dgm:spPr/>
      <dgm:t>
        <a:bodyPr/>
        <a:lstStyle/>
        <a:p>
          <a:pPr rtl="1"/>
          <a:endParaRPr lang="he-IL"/>
        </a:p>
      </dgm:t>
    </dgm:pt>
    <dgm:pt modelId="{558437BF-1E5A-49F2-AF64-D4C36E73C5DE}">
      <dgm:prSet phldrT="[Text]"/>
      <dgm:spPr/>
      <dgm:t>
        <a:bodyPr/>
        <a:lstStyle/>
        <a:p>
          <a:pPr rtl="1"/>
          <a:r>
            <a:rPr lang="en-US" err="1">
              <a:latin typeface="Gisha" panose="020B0502040204020203" pitchFamily="34" charset="-79"/>
              <a:cs typeface="Gisha" panose="020B0502040204020203" pitchFamily="34" charset="-79"/>
            </a:rPr>
            <a:t>Promela</a:t>
          </a:r>
          <a:endParaRPr lang="he-IL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1F773385-3B1C-4B1E-BF7E-837DFFA3696B}" type="parTrans" cxnId="{4442350E-422F-4557-9294-C14144906D9C}">
      <dgm:prSet/>
      <dgm:spPr/>
      <dgm:t>
        <a:bodyPr/>
        <a:lstStyle/>
        <a:p>
          <a:pPr rtl="1"/>
          <a:endParaRPr lang="he-IL"/>
        </a:p>
      </dgm:t>
    </dgm:pt>
    <dgm:pt modelId="{E08AD010-0247-4EED-8E16-5159775F423F}" type="sibTrans" cxnId="{4442350E-422F-4557-9294-C14144906D9C}">
      <dgm:prSet/>
      <dgm:spPr/>
      <dgm:t>
        <a:bodyPr/>
        <a:lstStyle/>
        <a:p>
          <a:pPr rtl="1"/>
          <a:endParaRPr lang="he-IL"/>
        </a:p>
      </dgm:t>
    </dgm:pt>
    <dgm:pt modelId="{59A7059E-3DDB-4EFA-84C2-319EE694EF4C}" type="pres">
      <dgm:prSet presAssocID="{B7A182A1-A3C6-47A0-9E2C-6095F4D0C783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B90C335-8C25-4C81-A86B-28471D771396}" type="pres">
      <dgm:prSet presAssocID="{477B568C-13DE-4DDF-934B-2C4FB46D4EE9}" presName="vertOne" presStyleCnt="0"/>
      <dgm:spPr/>
    </dgm:pt>
    <dgm:pt modelId="{F280C190-ADF4-49DE-AA86-2000C99014C6}" type="pres">
      <dgm:prSet presAssocID="{477B568C-13DE-4DDF-934B-2C4FB46D4EE9}" presName="txOne" presStyleLbl="node0" presStyleIdx="0" presStyleCnt="1" custLinFactNeighborX="11067" custLinFactNeighborY="-84967">
        <dgm:presLayoutVars>
          <dgm:chPref val="3"/>
        </dgm:presLayoutVars>
      </dgm:prSet>
      <dgm:spPr/>
    </dgm:pt>
    <dgm:pt modelId="{3BC6548F-7019-4AAC-9C83-6901C09551E0}" type="pres">
      <dgm:prSet presAssocID="{477B568C-13DE-4DDF-934B-2C4FB46D4EE9}" presName="parTransOne" presStyleCnt="0"/>
      <dgm:spPr/>
    </dgm:pt>
    <dgm:pt modelId="{B51FDFA0-FFD7-47FD-B411-424C7D2C01BD}" type="pres">
      <dgm:prSet presAssocID="{477B568C-13DE-4DDF-934B-2C4FB46D4EE9}" presName="horzOne" presStyleCnt="0"/>
      <dgm:spPr/>
    </dgm:pt>
    <dgm:pt modelId="{5070E431-FF48-439C-9004-6496717E5B99}" type="pres">
      <dgm:prSet presAssocID="{08A646B8-ECA1-4B45-AEA3-97BDF1DD3B48}" presName="vertTwo" presStyleCnt="0"/>
      <dgm:spPr/>
    </dgm:pt>
    <dgm:pt modelId="{31874F13-AD65-4F15-9046-1A3042FC0FA0}" type="pres">
      <dgm:prSet presAssocID="{08A646B8-ECA1-4B45-AEA3-97BDF1DD3B48}" presName="txTwo" presStyleLbl="node2" presStyleIdx="0" presStyleCnt="3" custLinFactNeighborX="-98" custLinFactNeighborY="13008">
        <dgm:presLayoutVars>
          <dgm:chPref val="3"/>
        </dgm:presLayoutVars>
      </dgm:prSet>
      <dgm:spPr/>
    </dgm:pt>
    <dgm:pt modelId="{A97D6C78-C1F2-4321-9715-EFA4095AEF61}" type="pres">
      <dgm:prSet presAssocID="{08A646B8-ECA1-4B45-AEA3-97BDF1DD3B48}" presName="parTransTwo" presStyleCnt="0"/>
      <dgm:spPr/>
    </dgm:pt>
    <dgm:pt modelId="{D70EFAEA-E299-4C40-A3D1-83FB2A731924}" type="pres">
      <dgm:prSet presAssocID="{08A646B8-ECA1-4B45-AEA3-97BDF1DD3B48}" presName="horzTwo" presStyleCnt="0"/>
      <dgm:spPr/>
    </dgm:pt>
    <dgm:pt modelId="{10D626BE-CD8E-410A-B57F-741FEECD83A1}" type="pres">
      <dgm:prSet presAssocID="{D61C08D8-CAA0-4B5C-A4E7-55A9B39FD54E}" presName="vertThree" presStyleCnt="0"/>
      <dgm:spPr/>
    </dgm:pt>
    <dgm:pt modelId="{F4744355-02A4-47FB-BD88-FEAE4488773D}" type="pres">
      <dgm:prSet presAssocID="{D61C08D8-CAA0-4B5C-A4E7-55A9B39FD54E}" presName="txThree" presStyleLbl="node3" presStyleIdx="0" presStyleCnt="3" custLinFactNeighborX="-301" custLinFactNeighborY="13008">
        <dgm:presLayoutVars>
          <dgm:chPref val="3"/>
        </dgm:presLayoutVars>
      </dgm:prSet>
      <dgm:spPr/>
    </dgm:pt>
    <dgm:pt modelId="{356D4CE3-E906-4033-95E9-EE49C132DBD6}" type="pres">
      <dgm:prSet presAssocID="{D61C08D8-CAA0-4B5C-A4E7-55A9B39FD54E}" presName="parTransThree" presStyleCnt="0"/>
      <dgm:spPr/>
    </dgm:pt>
    <dgm:pt modelId="{4833FDC8-B6F7-42DC-8543-2EAF15D30DEC}" type="pres">
      <dgm:prSet presAssocID="{D61C08D8-CAA0-4B5C-A4E7-55A9B39FD54E}" presName="horzThree" presStyleCnt="0"/>
      <dgm:spPr/>
    </dgm:pt>
    <dgm:pt modelId="{0D9888EC-EA49-4DDB-8A0A-8022A86829B8}" type="pres">
      <dgm:prSet presAssocID="{558437BF-1E5A-49F2-AF64-D4C36E73C5DE}" presName="vertFour" presStyleCnt="0">
        <dgm:presLayoutVars>
          <dgm:chPref val="3"/>
        </dgm:presLayoutVars>
      </dgm:prSet>
      <dgm:spPr/>
    </dgm:pt>
    <dgm:pt modelId="{57C751FD-5DB4-4D46-B433-137C2A7C7C09}" type="pres">
      <dgm:prSet presAssocID="{558437BF-1E5A-49F2-AF64-D4C36E73C5DE}" presName="txFour" presStyleLbl="node4" presStyleIdx="0" presStyleCnt="1" custLinFactNeighborX="-301" custLinFactNeighborY="8">
        <dgm:presLayoutVars>
          <dgm:chPref val="3"/>
        </dgm:presLayoutVars>
      </dgm:prSet>
      <dgm:spPr/>
    </dgm:pt>
    <dgm:pt modelId="{4649C796-1AE4-460A-8C1F-5ABAD82D88C2}" type="pres">
      <dgm:prSet presAssocID="{558437BF-1E5A-49F2-AF64-D4C36E73C5DE}" presName="horzFour" presStyleCnt="0"/>
      <dgm:spPr/>
    </dgm:pt>
    <dgm:pt modelId="{9947B5A7-D903-4D99-84C2-8CE282D8A1B5}" type="pres">
      <dgm:prSet presAssocID="{5FDEDD25-C038-48D6-B911-0CCA022437F8}" presName="sibSpaceThree" presStyleCnt="0"/>
      <dgm:spPr/>
    </dgm:pt>
    <dgm:pt modelId="{0CF4250E-F4D6-4280-8C39-C278A1D108C4}" type="pres">
      <dgm:prSet presAssocID="{3898CEE1-1F9B-4896-9296-018164AC6ECB}" presName="vertThree" presStyleCnt="0"/>
      <dgm:spPr/>
    </dgm:pt>
    <dgm:pt modelId="{15231159-1D6C-40EA-864A-188125995791}" type="pres">
      <dgm:prSet presAssocID="{3898CEE1-1F9B-4896-9296-018164AC6ECB}" presName="txThree" presStyleLbl="node3" presStyleIdx="1" presStyleCnt="3" custLinFactNeighborX="-301" custLinFactNeighborY="8">
        <dgm:presLayoutVars>
          <dgm:chPref val="3"/>
        </dgm:presLayoutVars>
      </dgm:prSet>
      <dgm:spPr/>
    </dgm:pt>
    <dgm:pt modelId="{3EDC1A75-5612-4022-8B85-87FF07065153}" type="pres">
      <dgm:prSet presAssocID="{3898CEE1-1F9B-4896-9296-018164AC6ECB}" presName="horzThree" presStyleCnt="0"/>
      <dgm:spPr/>
    </dgm:pt>
    <dgm:pt modelId="{F86054EB-4912-4C01-A864-48D9B65752A9}" type="pres">
      <dgm:prSet presAssocID="{7248D1AB-176D-429C-9C23-FA9092304FA5}" presName="sibSpaceThree" presStyleCnt="0"/>
      <dgm:spPr/>
    </dgm:pt>
    <dgm:pt modelId="{E97C4F44-E23C-4D1D-8718-EE47D404FEA6}" type="pres">
      <dgm:prSet presAssocID="{0095C710-FB76-4DAC-9926-B77EB2D3233A}" presName="vertThree" presStyleCnt="0"/>
      <dgm:spPr/>
    </dgm:pt>
    <dgm:pt modelId="{E188B4AC-ABE3-42D6-BDF6-D1441283E422}" type="pres">
      <dgm:prSet presAssocID="{0095C710-FB76-4DAC-9926-B77EB2D3233A}" presName="txThree" presStyleLbl="node3" presStyleIdx="2" presStyleCnt="3" custLinFactNeighborX="-301" custLinFactNeighborY="8">
        <dgm:presLayoutVars>
          <dgm:chPref val="3"/>
        </dgm:presLayoutVars>
      </dgm:prSet>
      <dgm:spPr/>
    </dgm:pt>
    <dgm:pt modelId="{C547B607-529C-4704-A635-6FCA017CAB1E}" type="pres">
      <dgm:prSet presAssocID="{0095C710-FB76-4DAC-9926-B77EB2D3233A}" presName="horzThree" presStyleCnt="0"/>
      <dgm:spPr/>
    </dgm:pt>
    <dgm:pt modelId="{3F7414BB-FBD5-45CC-99EA-0D0DE041ADE5}" type="pres">
      <dgm:prSet presAssocID="{0A7CE3F8-30A1-48D0-8A9E-1D1B1A9795CF}" presName="sibSpaceTwo" presStyleCnt="0"/>
      <dgm:spPr/>
    </dgm:pt>
    <dgm:pt modelId="{FF701866-1280-47E6-97D0-19E022CA7B36}" type="pres">
      <dgm:prSet presAssocID="{76E248B8-7C88-4FD8-A78E-E85EA2F22066}" presName="vertTwo" presStyleCnt="0"/>
      <dgm:spPr/>
    </dgm:pt>
    <dgm:pt modelId="{C7765378-1848-41EE-AC07-B41E5EF37DC7}" type="pres">
      <dgm:prSet presAssocID="{76E248B8-7C88-4FD8-A78E-E85EA2F22066}" presName="txTwo" presStyleLbl="node2" presStyleIdx="1" presStyleCnt="3" custLinFactNeighborX="-301" custLinFactNeighborY="8">
        <dgm:presLayoutVars>
          <dgm:chPref val="3"/>
        </dgm:presLayoutVars>
      </dgm:prSet>
      <dgm:spPr/>
    </dgm:pt>
    <dgm:pt modelId="{2D43C007-0B8B-4DF4-8851-A0CCA66E42FF}" type="pres">
      <dgm:prSet presAssocID="{76E248B8-7C88-4FD8-A78E-E85EA2F22066}" presName="horzTwo" presStyleCnt="0"/>
      <dgm:spPr/>
    </dgm:pt>
    <dgm:pt modelId="{70C538BA-38EA-4966-8539-EE8BDCC628ED}" type="pres">
      <dgm:prSet presAssocID="{2AB678C6-0033-44F9-A82D-0AAFD45AA02D}" presName="sibSpaceTwo" presStyleCnt="0"/>
      <dgm:spPr/>
    </dgm:pt>
    <dgm:pt modelId="{BAA9D056-61CB-4FB2-B0E9-A932CDE7A34B}" type="pres">
      <dgm:prSet presAssocID="{98661429-5F47-4002-881C-E1E93D571C6B}" presName="vertTwo" presStyleCnt="0"/>
      <dgm:spPr/>
    </dgm:pt>
    <dgm:pt modelId="{14C493AF-743D-43E2-B0F2-DB2B7E3EA283}" type="pres">
      <dgm:prSet presAssocID="{98661429-5F47-4002-881C-E1E93D571C6B}" presName="txTwo" presStyleLbl="node2" presStyleIdx="2" presStyleCnt="3" custLinFactNeighborX="-301" custLinFactNeighborY="8">
        <dgm:presLayoutVars>
          <dgm:chPref val="3"/>
        </dgm:presLayoutVars>
      </dgm:prSet>
      <dgm:spPr/>
    </dgm:pt>
    <dgm:pt modelId="{2E092864-1BEB-4365-BEA3-479D7C561B4F}" type="pres">
      <dgm:prSet presAssocID="{98661429-5F47-4002-881C-E1E93D571C6B}" presName="horzTwo" presStyleCnt="0"/>
      <dgm:spPr/>
    </dgm:pt>
  </dgm:ptLst>
  <dgm:cxnLst>
    <dgm:cxn modelId="{4442350E-422F-4557-9294-C14144906D9C}" srcId="{D61C08D8-CAA0-4B5C-A4E7-55A9B39FD54E}" destId="{558437BF-1E5A-49F2-AF64-D4C36E73C5DE}" srcOrd="0" destOrd="0" parTransId="{1F773385-3B1C-4B1E-BF7E-837DFFA3696B}" sibTransId="{E08AD010-0247-4EED-8E16-5159775F423F}"/>
    <dgm:cxn modelId="{BCFF0C15-BE6A-471B-B634-DD41971F6776}" type="presOf" srcId="{98661429-5F47-4002-881C-E1E93D571C6B}" destId="{14C493AF-743D-43E2-B0F2-DB2B7E3EA283}" srcOrd="0" destOrd="0" presId="urn:microsoft.com/office/officeart/2005/8/layout/hierarchy4"/>
    <dgm:cxn modelId="{92C0B716-0E4B-40C7-8F6A-60B977B5F766}" type="presOf" srcId="{D61C08D8-CAA0-4B5C-A4E7-55A9B39FD54E}" destId="{F4744355-02A4-47FB-BD88-FEAE4488773D}" srcOrd="0" destOrd="0" presId="urn:microsoft.com/office/officeart/2005/8/layout/hierarchy4"/>
    <dgm:cxn modelId="{13CB361E-71A4-4BDE-A8F6-13AC9D633BE5}" srcId="{B7A182A1-A3C6-47A0-9E2C-6095F4D0C783}" destId="{477B568C-13DE-4DDF-934B-2C4FB46D4EE9}" srcOrd="0" destOrd="0" parTransId="{7D28F234-4613-45C4-88D0-094885180368}" sibTransId="{CE27DD6A-01B0-468B-BAF2-9102D1008955}"/>
    <dgm:cxn modelId="{7E2E7866-A7C3-44AC-81C7-A665D9CD56DC}" type="presOf" srcId="{3898CEE1-1F9B-4896-9296-018164AC6ECB}" destId="{15231159-1D6C-40EA-864A-188125995791}" srcOrd="0" destOrd="0" presId="urn:microsoft.com/office/officeart/2005/8/layout/hierarchy4"/>
    <dgm:cxn modelId="{E2A6A949-D258-49CB-BD2C-89273803E8F2}" srcId="{477B568C-13DE-4DDF-934B-2C4FB46D4EE9}" destId="{76E248B8-7C88-4FD8-A78E-E85EA2F22066}" srcOrd="1" destOrd="0" parTransId="{35CD8E53-AE83-45D5-9C60-EE79687B2B7C}" sibTransId="{2AB678C6-0033-44F9-A82D-0AAFD45AA02D}"/>
    <dgm:cxn modelId="{577B3250-CA02-495F-BB7D-CC4EBB541B79}" type="presOf" srcId="{76E248B8-7C88-4FD8-A78E-E85EA2F22066}" destId="{C7765378-1848-41EE-AC07-B41E5EF37DC7}" srcOrd="0" destOrd="0" presId="urn:microsoft.com/office/officeart/2005/8/layout/hierarchy4"/>
    <dgm:cxn modelId="{36FCEF76-AF26-4F7A-9ECB-987346D2BDD6}" type="presOf" srcId="{0095C710-FB76-4DAC-9926-B77EB2D3233A}" destId="{E188B4AC-ABE3-42D6-BDF6-D1441283E422}" srcOrd="0" destOrd="0" presId="urn:microsoft.com/office/officeart/2005/8/layout/hierarchy4"/>
    <dgm:cxn modelId="{7542C757-3C1B-41F0-B3B7-1829E2984373}" type="presOf" srcId="{477B568C-13DE-4DDF-934B-2C4FB46D4EE9}" destId="{F280C190-ADF4-49DE-AA86-2000C99014C6}" srcOrd="0" destOrd="0" presId="urn:microsoft.com/office/officeart/2005/8/layout/hierarchy4"/>
    <dgm:cxn modelId="{C0C33A85-C3FF-4821-ADA1-A0121306225C}" type="presOf" srcId="{558437BF-1E5A-49F2-AF64-D4C36E73C5DE}" destId="{57C751FD-5DB4-4D46-B433-137C2A7C7C09}" srcOrd="0" destOrd="0" presId="urn:microsoft.com/office/officeart/2005/8/layout/hierarchy4"/>
    <dgm:cxn modelId="{7ECC7588-E063-4044-9091-40E3A4B9CD23}" srcId="{08A646B8-ECA1-4B45-AEA3-97BDF1DD3B48}" destId="{D61C08D8-CAA0-4B5C-A4E7-55A9B39FD54E}" srcOrd="0" destOrd="0" parTransId="{BF3935C1-2A2D-492B-91F9-C77293303506}" sibTransId="{5FDEDD25-C038-48D6-B911-0CCA022437F8}"/>
    <dgm:cxn modelId="{028A6198-4B6E-4401-BF9B-9C9CE90BE7A6}" srcId="{477B568C-13DE-4DDF-934B-2C4FB46D4EE9}" destId="{08A646B8-ECA1-4B45-AEA3-97BDF1DD3B48}" srcOrd="0" destOrd="0" parTransId="{973A790A-DA6A-4D05-9E1D-BE1B7420A03B}" sibTransId="{0A7CE3F8-30A1-48D0-8A9E-1D1B1A9795CF}"/>
    <dgm:cxn modelId="{8B5F7DBC-65D9-44F7-8451-4C64825F4633}" srcId="{08A646B8-ECA1-4B45-AEA3-97BDF1DD3B48}" destId="{3898CEE1-1F9B-4896-9296-018164AC6ECB}" srcOrd="1" destOrd="0" parTransId="{DF163F26-5245-4265-9A3B-D627659121F8}" sibTransId="{7248D1AB-176D-429C-9C23-FA9092304FA5}"/>
    <dgm:cxn modelId="{B5B399DF-74D7-487B-AAD5-03AC64D6E437}" type="presOf" srcId="{08A646B8-ECA1-4B45-AEA3-97BDF1DD3B48}" destId="{31874F13-AD65-4F15-9046-1A3042FC0FA0}" srcOrd="0" destOrd="0" presId="urn:microsoft.com/office/officeart/2005/8/layout/hierarchy4"/>
    <dgm:cxn modelId="{28359BE0-466B-457D-AFA7-57C3E01FDC62}" srcId="{08A646B8-ECA1-4B45-AEA3-97BDF1DD3B48}" destId="{0095C710-FB76-4DAC-9926-B77EB2D3233A}" srcOrd="2" destOrd="0" parTransId="{68B14217-0370-4A71-8B33-95BB3A47188B}" sibTransId="{F5C4791C-65A8-4050-918F-5D729002D134}"/>
    <dgm:cxn modelId="{E63B6CEB-9B5D-4317-8AEE-936191AEF324}" srcId="{477B568C-13DE-4DDF-934B-2C4FB46D4EE9}" destId="{98661429-5F47-4002-881C-E1E93D571C6B}" srcOrd="2" destOrd="0" parTransId="{CD5CA889-A1BC-48D9-82C3-2C319975050A}" sibTransId="{684CA243-2984-421A-A538-2A8266B279E3}"/>
    <dgm:cxn modelId="{4A872EFC-3AA7-47C8-8A6F-8F6C5C4FB461}" type="presOf" srcId="{B7A182A1-A3C6-47A0-9E2C-6095F4D0C783}" destId="{59A7059E-3DDB-4EFA-84C2-319EE694EF4C}" srcOrd="0" destOrd="0" presId="urn:microsoft.com/office/officeart/2005/8/layout/hierarchy4"/>
    <dgm:cxn modelId="{71405E72-FDF9-4C23-A3A7-63FD43D25818}" type="presParOf" srcId="{59A7059E-3DDB-4EFA-84C2-319EE694EF4C}" destId="{7B90C335-8C25-4C81-A86B-28471D771396}" srcOrd="0" destOrd="0" presId="urn:microsoft.com/office/officeart/2005/8/layout/hierarchy4"/>
    <dgm:cxn modelId="{DB19A610-1113-4FB7-9CD0-75484DF4C5E1}" type="presParOf" srcId="{7B90C335-8C25-4C81-A86B-28471D771396}" destId="{F280C190-ADF4-49DE-AA86-2000C99014C6}" srcOrd="0" destOrd="0" presId="urn:microsoft.com/office/officeart/2005/8/layout/hierarchy4"/>
    <dgm:cxn modelId="{547B31CD-C825-4C86-810A-C666947FDFDE}" type="presParOf" srcId="{7B90C335-8C25-4C81-A86B-28471D771396}" destId="{3BC6548F-7019-4AAC-9C83-6901C09551E0}" srcOrd="1" destOrd="0" presId="urn:microsoft.com/office/officeart/2005/8/layout/hierarchy4"/>
    <dgm:cxn modelId="{931B4FC7-CDDE-4C27-B836-7FFE7F304E89}" type="presParOf" srcId="{7B90C335-8C25-4C81-A86B-28471D771396}" destId="{B51FDFA0-FFD7-47FD-B411-424C7D2C01BD}" srcOrd="2" destOrd="0" presId="urn:microsoft.com/office/officeart/2005/8/layout/hierarchy4"/>
    <dgm:cxn modelId="{A52C9F6D-39EA-4FB8-B12E-96E67753358E}" type="presParOf" srcId="{B51FDFA0-FFD7-47FD-B411-424C7D2C01BD}" destId="{5070E431-FF48-439C-9004-6496717E5B99}" srcOrd="0" destOrd="0" presId="urn:microsoft.com/office/officeart/2005/8/layout/hierarchy4"/>
    <dgm:cxn modelId="{C2B8390A-83D7-40C3-B23C-E4C0D11D7C6C}" type="presParOf" srcId="{5070E431-FF48-439C-9004-6496717E5B99}" destId="{31874F13-AD65-4F15-9046-1A3042FC0FA0}" srcOrd="0" destOrd="0" presId="urn:microsoft.com/office/officeart/2005/8/layout/hierarchy4"/>
    <dgm:cxn modelId="{3BFE0095-96C6-493E-B3CC-E426F0155C50}" type="presParOf" srcId="{5070E431-FF48-439C-9004-6496717E5B99}" destId="{A97D6C78-C1F2-4321-9715-EFA4095AEF61}" srcOrd="1" destOrd="0" presId="urn:microsoft.com/office/officeart/2005/8/layout/hierarchy4"/>
    <dgm:cxn modelId="{B2299BC2-1952-4456-8D93-0A1AFC9FC9D8}" type="presParOf" srcId="{5070E431-FF48-439C-9004-6496717E5B99}" destId="{D70EFAEA-E299-4C40-A3D1-83FB2A731924}" srcOrd="2" destOrd="0" presId="urn:microsoft.com/office/officeart/2005/8/layout/hierarchy4"/>
    <dgm:cxn modelId="{48217579-6FC1-4656-BB3C-F608C99C7F63}" type="presParOf" srcId="{D70EFAEA-E299-4C40-A3D1-83FB2A731924}" destId="{10D626BE-CD8E-410A-B57F-741FEECD83A1}" srcOrd="0" destOrd="0" presId="urn:microsoft.com/office/officeart/2005/8/layout/hierarchy4"/>
    <dgm:cxn modelId="{66DED393-5049-401B-A146-ADF7BA267256}" type="presParOf" srcId="{10D626BE-CD8E-410A-B57F-741FEECD83A1}" destId="{F4744355-02A4-47FB-BD88-FEAE4488773D}" srcOrd="0" destOrd="0" presId="urn:microsoft.com/office/officeart/2005/8/layout/hierarchy4"/>
    <dgm:cxn modelId="{36C8A6BA-F98A-4492-B9B3-566B89B22ABC}" type="presParOf" srcId="{10D626BE-CD8E-410A-B57F-741FEECD83A1}" destId="{356D4CE3-E906-4033-95E9-EE49C132DBD6}" srcOrd="1" destOrd="0" presId="urn:microsoft.com/office/officeart/2005/8/layout/hierarchy4"/>
    <dgm:cxn modelId="{104F1B0B-79A4-4194-A80F-F3160916DD2D}" type="presParOf" srcId="{10D626BE-CD8E-410A-B57F-741FEECD83A1}" destId="{4833FDC8-B6F7-42DC-8543-2EAF15D30DEC}" srcOrd="2" destOrd="0" presId="urn:microsoft.com/office/officeart/2005/8/layout/hierarchy4"/>
    <dgm:cxn modelId="{434D1EBD-D51A-442A-B6A2-677736E5C6C8}" type="presParOf" srcId="{4833FDC8-B6F7-42DC-8543-2EAF15D30DEC}" destId="{0D9888EC-EA49-4DDB-8A0A-8022A86829B8}" srcOrd="0" destOrd="0" presId="urn:microsoft.com/office/officeart/2005/8/layout/hierarchy4"/>
    <dgm:cxn modelId="{F25B94B0-103F-489B-B199-2F4E41E92A3E}" type="presParOf" srcId="{0D9888EC-EA49-4DDB-8A0A-8022A86829B8}" destId="{57C751FD-5DB4-4D46-B433-137C2A7C7C09}" srcOrd="0" destOrd="0" presId="urn:microsoft.com/office/officeart/2005/8/layout/hierarchy4"/>
    <dgm:cxn modelId="{B09A284A-FD17-491F-A173-2EA58272B36A}" type="presParOf" srcId="{0D9888EC-EA49-4DDB-8A0A-8022A86829B8}" destId="{4649C796-1AE4-460A-8C1F-5ABAD82D88C2}" srcOrd="1" destOrd="0" presId="urn:microsoft.com/office/officeart/2005/8/layout/hierarchy4"/>
    <dgm:cxn modelId="{EADC0A3A-6854-4C6F-A6D5-65B8997FC4C8}" type="presParOf" srcId="{D70EFAEA-E299-4C40-A3D1-83FB2A731924}" destId="{9947B5A7-D903-4D99-84C2-8CE282D8A1B5}" srcOrd="1" destOrd="0" presId="urn:microsoft.com/office/officeart/2005/8/layout/hierarchy4"/>
    <dgm:cxn modelId="{65340507-159A-411E-8B68-1C65BB66F971}" type="presParOf" srcId="{D70EFAEA-E299-4C40-A3D1-83FB2A731924}" destId="{0CF4250E-F4D6-4280-8C39-C278A1D108C4}" srcOrd="2" destOrd="0" presId="urn:microsoft.com/office/officeart/2005/8/layout/hierarchy4"/>
    <dgm:cxn modelId="{2B78D023-2CA5-4653-B81F-0AEDC4E8BCA7}" type="presParOf" srcId="{0CF4250E-F4D6-4280-8C39-C278A1D108C4}" destId="{15231159-1D6C-40EA-864A-188125995791}" srcOrd="0" destOrd="0" presId="urn:microsoft.com/office/officeart/2005/8/layout/hierarchy4"/>
    <dgm:cxn modelId="{F5CDD7CC-42F0-4E03-9B79-3A3D2CA6BB9C}" type="presParOf" srcId="{0CF4250E-F4D6-4280-8C39-C278A1D108C4}" destId="{3EDC1A75-5612-4022-8B85-87FF07065153}" srcOrd="1" destOrd="0" presId="urn:microsoft.com/office/officeart/2005/8/layout/hierarchy4"/>
    <dgm:cxn modelId="{F0C36F82-1F47-4BED-A45A-7DCCDD89892F}" type="presParOf" srcId="{D70EFAEA-E299-4C40-A3D1-83FB2A731924}" destId="{F86054EB-4912-4C01-A864-48D9B65752A9}" srcOrd="3" destOrd="0" presId="urn:microsoft.com/office/officeart/2005/8/layout/hierarchy4"/>
    <dgm:cxn modelId="{5C35C9C7-093D-4714-92BB-1B94C6DFFD7E}" type="presParOf" srcId="{D70EFAEA-E299-4C40-A3D1-83FB2A731924}" destId="{E97C4F44-E23C-4D1D-8718-EE47D404FEA6}" srcOrd="4" destOrd="0" presId="urn:microsoft.com/office/officeart/2005/8/layout/hierarchy4"/>
    <dgm:cxn modelId="{925318B5-0EFE-4371-963B-446FC7F65873}" type="presParOf" srcId="{E97C4F44-E23C-4D1D-8718-EE47D404FEA6}" destId="{E188B4AC-ABE3-42D6-BDF6-D1441283E422}" srcOrd="0" destOrd="0" presId="urn:microsoft.com/office/officeart/2005/8/layout/hierarchy4"/>
    <dgm:cxn modelId="{5BF93202-D847-4136-9619-947879E185C4}" type="presParOf" srcId="{E97C4F44-E23C-4D1D-8718-EE47D404FEA6}" destId="{C547B607-529C-4704-A635-6FCA017CAB1E}" srcOrd="1" destOrd="0" presId="urn:microsoft.com/office/officeart/2005/8/layout/hierarchy4"/>
    <dgm:cxn modelId="{03ECEABA-49BC-4F33-A19C-91B0DB1584BC}" type="presParOf" srcId="{B51FDFA0-FFD7-47FD-B411-424C7D2C01BD}" destId="{3F7414BB-FBD5-45CC-99EA-0D0DE041ADE5}" srcOrd="1" destOrd="0" presId="urn:microsoft.com/office/officeart/2005/8/layout/hierarchy4"/>
    <dgm:cxn modelId="{27A412D7-AE29-43D0-9E87-9020A9C9B277}" type="presParOf" srcId="{B51FDFA0-FFD7-47FD-B411-424C7D2C01BD}" destId="{FF701866-1280-47E6-97D0-19E022CA7B36}" srcOrd="2" destOrd="0" presId="urn:microsoft.com/office/officeart/2005/8/layout/hierarchy4"/>
    <dgm:cxn modelId="{12864FD9-E905-47F5-9CDA-48B7AB974433}" type="presParOf" srcId="{FF701866-1280-47E6-97D0-19E022CA7B36}" destId="{C7765378-1848-41EE-AC07-B41E5EF37DC7}" srcOrd="0" destOrd="0" presId="urn:microsoft.com/office/officeart/2005/8/layout/hierarchy4"/>
    <dgm:cxn modelId="{806006DE-C162-4830-80C7-20A79F41A931}" type="presParOf" srcId="{FF701866-1280-47E6-97D0-19E022CA7B36}" destId="{2D43C007-0B8B-4DF4-8851-A0CCA66E42FF}" srcOrd="1" destOrd="0" presId="urn:microsoft.com/office/officeart/2005/8/layout/hierarchy4"/>
    <dgm:cxn modelId="{6A693057-18EA-461A-B3EC-605CD44802B9}" type="presParOf" srcId="{B51FDFA0-FFD7-47FD-B411-424C7D2C01BD}" destId="{70C538BA-38EA-4966-8539-EE8BDCC628ED}" srcOrd="3" destOrd="0" presId="urn:microsoft.com/office/officeart/2005/8/layout/hierarchy4"/>
    <dgm:cxn modelId="{C5CA3E91-4D24-48C3-9596-462FB1A49AFA}" type="presParOf" srcId="{B51FDFA0-FFD7-47FD-B411-424C7D2C01BD}" destId="{BAA9D056-61CB-4FB2-B0E9-A932CDE7A34B}" srcOrd="4" destOrd="0" presId="urn:microsoft.com/office/officeart/2005/8/layout/hierarchy4"/>
    <dgm:cxn modelId="{32EBE98C-D7DE-450F-A6BE-DCD41100DC0E}" type="presParOf" srcId="{BAA9D056-61CB-4FB2-B0E9-A932CDE7A34B}" destId="{14C493AF-743D-43E2-B0F2-DB2B7E3EA283}" srcOrd="0" destOrd="0" presId="urn:microsoft.com/office/officeart/2005/8/layout/hierarchy4"/>
    <dgm:cxn modelId="{D14460FB-D4C6-4FF8-9F8E-5E5501A13DDA}" type="presParOf" srcId="{BAA9D056-61CB-4FB2-B0E9-A932CDE7A34B}" destId="{2E092864-1BEB-4365-BEA3-479D7C561B4F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80C190-ADF4-49DE-AA86-2000C99014C6}">
      <dsp:nvSpPr>
        <dsp:cNvPr id="0" name=""/>
        <dsp:cNvSpPr/>
      </dsp:nvSpPr>
      <dsp:spPr>
        <a:xfrm>
          <a:off x="7855" y="0"/>
          <a:ext cx="6850144" cy="109396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4900" kern="1200" dirty="0">
              <a:latin typeface="Gisha" panose="020B0502040204020203" pitchFamily="34" charset="-79"/>
              <a:cs typeface="Gisha" panose="020B0502040204020203" pitchFamily="34" charset="-79"/>
            </a:rPr>
            <a:t>מערכת מעברים</a:t>
          </a:r>
        </a:p>
      </dsp:txBody>
      <dsp:txXfrm>
        <a:off x="39896" y="32041"/>
        <a:ext cx="6786062" cy="1029879"/>
      </dsp:txXfrm>
    </dsp:sp>
    <dsp:sp modelId="{31874F13-AD65-4F15-9046-1A3042FC0FA0}">
      <dsp:nvSpPr>
        <dsp:cNvPr id="0" name=""/>
        <dsp:cNvSpPr/>
      </dsp:nvSpPr>
      <dsp:spPr>
        <a:xfrm>
          <a:off x="0" y="1196703"/>
          <a:ext cx="4022438" cy="109396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600" kern="1200" dirty="0">
              <a:latin typeface="Gisha" panose="020B0502040204020203" pitchFamily="34" charset="-79"/>
              <a:cs typeface="Gisha" panose="020B0502040204020203" pitchFamily="34" charset="-79"/>
            </a:rPr>
            <a:t>גרף תוכנית</a:t>
          </a:r>
        </a:p>
      </dsp:txBody>
      <dsp:txXfrm>
        <a:off x="32041" y="1228744"/>
        <a:ext cx="3958356" cy="1029879"/>
      </dsp:txXfrm>
    </dsp:sp>
    <dsp:sp modelId="{F4744355-02A4-47FB-BD88-FEAE4488773D}">
      <dsp:nvSpPr>
        <dsp:cNvPr id="0" name=""/>
        <dsp:cNvSpPr/>
      </dsp:nvSpPr>
      <dsp:spPr>
        <a:xfrm>
          <a:off x="2" y="2381050"/>
          <a:ext cx="1304292" cy="109396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100" kern="1200" dirty="0">
              <a:latin typeface="Gisha" panose="020B0502040204020203" pitchFamily="34" charset="-79"/>
              <a:cs typeface="Gisha" panose="020B0502040204020203" pitchFamily="34" charset="-79"/>
            </a:rPr>
            <a:t>מערכת ערוצים</a:t>
          </a:r>
        </a:p>
      </dsp:txBody>
      <dsp:txXfrm>
        <a:off x="32043" y="2413091"/>
        <a:ext cx="1240210" cy="1029879"/>
      </dsp:txXfrm>
    </dsp:sp>
    <dsp:sp modelId="{57C751FD-5DB4-4D46-B433-137C2A7C7C09}">
      <dsp:nvSpPr>
        <dsp:cNvPr id="0" name=""/>
        <dsp:cNvSpPr/>
      </dsp:nvSpPr>
      <dsp:spPr>
        <a:xfrm>
          <a:off x="2" y="3553728"/>
          <a:ext cx="1304292" cy="10939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err="1">
              <a:latin typeface="Gisha" panose="020B0502040204020203" pitchFamily="34" charset="-79"/>
              <a:cs typeface="Gisha" panose="020B0502040204020203" pitchFamily="34" charset="-79"/>
            </a:rPr>
            <a:t>Promela</a:t>
          </a:r>
          <a:endParaRPr lang="he-IL" sz="21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32043" y="3585769"/>
        <a:ext cx="1240210" cy="1029879"/>
      </dsp:txXfrm>
    </dsp:sp>
    <dsp:sp modelId="{15231159-1D6C-40EA-864A-188125995791}">
      <dsp:nvSpPr>
        <dsp:cNvPr id="0" name=""/>
        <dsp:cNvSpPr/>
      </dsp:nvSpPr>
      <dsp:spPr>
        <a:xfrm>
          <a:off x="1359074" y="2369380"/>
          <a:ext cx="1304292" cy="109396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100" kern="1200" dirty="0">
              <a:latin typeface="Gisha" panose="020B0502040204020203" pitchFamily="34" charset="-79"/>
              <a:cs typeface="Gisha" panose="020B0502040204020203" pitchFamily="34" charset="-79"/>
            </a:rPr>
            <a:t>שזירה עם תקשורת </a:t>
          </a:r>
          <a:r>
            <a:rPr lang="he-IL" sz="2100" kern="1200" dirty="0" err="1">
              <a:latin typeface="Gisha" panose="020B0502040204020203" pitchFamily="34" charset="-79"/>
              <a:cs typeface="Gisha" panose="020B0502040204020203" pitchFamily="34" charset="-79"/>
            </a:rPr>
            <a:t>סנכרונית</a:t>
          </a:r>
          <a:endParaRPr lang="he-IL" sz="2100" kern="1200" dirty="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1391115" y="2401421"/>
        <a:ext cx="1240210" cy="1029879"/>
      </dsp:txXfrm>
    </dsp:sp>
    <dsp:sp modelId="{E188B4AC-ABE3-42D6-BDF6-D1441283E422}">
      <dsp:nvSpPr>
        <dsp:cNvPr id="0" name=""/>
        <dsp:cNvSpPr/>
      </dsp:nvSpPr>
      <dsp:spPr>
        <a:xfrm>
          <a:off x="2718147" y="2369380"/>
          <a:ext cx="1304292" cy="109396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100" kern="1200" dirty="0">
              <a:latin typeface="Gisha" panose="020B0502040204020203" pitchFamily="34" charset="-79"/>
              <a:cs typeface="Gisha" panose="020B0502040204020203" pitchFamily="34" charset="-79"/>
            </a:rPr>
            <a:t>שזירה בלי תקשורת</a:t>
          </a:r>
        </a:p>
      </dsp:txBody>
      <dsp:txXfrm>
        <a:off x="2750188" y="2401421"/>
        <a:ext cx="1240210" cy="1029879"/>
      </dsp:txXfrm>
    </dsp:sp>
    <dsp:sp modelId="{C7765378-1848-41EE-AC07-B41E5EF37DC7}">
      <dsp:nvSpPr>
        <dsp:cNvPr id="0" name=""/>
        <dsp:cNvSpPr/>
      </dsp:nvSpPr>
      <dsp:spPr>
        <a:xfrm>
          <a:off x="4132000" y="1185033"/>
          <a:ext cx="1304292" cy="109396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100" kern="1200" dirty="0">
              <a:latin typeface="Gisha" panose="020B0502040204020203" pitchFamily="34" charset="-79"/>
              <a:cs typeface="Gisha" panose="020B0502040204020203" pitchFamily="34" charset="-79"/>
            </a:rPr>
            <a:t>שזירת מערכות מעברים</a:t>
          </a:r>
        </a:p>
      </dsp:txBody>
      <dsp:txXfrm>
        <a:off x="4164041" y="1217074"/>
        <a:ext cx="1240210" cy="1029879"/>
      </dsp:txXfrm>
    </dsp:sp>
    <dsp:sp modelId="{14C493AF-743D-43E2-B0F2-DB2B7E3EA283}">
      <dsp:nvSpPr>
        <dsp:cNvPr id="0" name=""/>
        <dsp:cNvSpPr/>
      </dsp:nvSpPr>
      <dsp:spPr>
        <a:xfrm>
          <a:off x="5545853" y="1185033"/>
          <a:ext cx="1304292" cy="109396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100" kern="1200" dirty="0">
              <a:latin typeface="Gisha" panose="020B0502040204020203" pitchFamily="34" charset="-79"/>
              <a:cs typeface="Gisha" panose="020B0502040204020203" pitchFamily="34" charset="-79"/>
            </a:rPr>
            <a:t>שערים לוגיים</a:t>
          </a:r>
        </a:p>
      </dsp:txBody>
      <dsp:txXfrm>
        <a:off x="5577894" y="1217074"/>
        <a:ext cx="1240210" cy="10298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46B1D-4663-49B6-B326-245D7D5A3682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1F6944-2FF9-4248-8A94-1C46CD394F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55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989392" y="-499216"/>
            <a:ext cx="2476500" cy="476250"/>
          </a:xfrm>
        </p:spPr>
        <p:txBody>
          <a:bodyPr/>
          <a:lstStyle>
            <a:lvl1pPr algn="ctr">
              <a:defRPr sz="1100"/>
            </a:lvl1pPr>
          </a:lstStyle>
          <a:p>
            <a:r>
              <a:rPr lang="he-IL"/>
              <a:t>עדכון אחרון </a:t>
            </a:r>
            <a:fld id="{7B086AAE-F14E-4B30-87F9-1FD42B9BCCB9}" type="datetime8">
              <a:rPr lang="he-IL" smtClean="0"/>
              <a:pPr/>
              <a:t>30 ספטמבר 25</a:t>
            </a:fld>
            <a:endParaRPr lang="he-IL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43200" y="5791200"/>
            <a:ext cx="39624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76200"/>
            <a:ext cx="7772400" cy="1143000"/>
          </a:xfrm>
        </p:spPr>
        <p:txBody>
          <a:bodyPr/>
          <a:lstStyle>
            <a:lvl1pPr algn="ctr" rtl="1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A7F926B5-663A-4127-A287-7B83208B40AD}" type="datetime8">
              <a:rPr lang="he-IL" smtClean="0"/>
              <a:pPr/>
              <a:t>30 ספטמבר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9" name="Picture 2" descr="סרט מודעות צהוב – ויקיפדיה">
            <a:extLst>
              <a:ext uri="{FF2B5EF4-FFF2-40B4-BE49-F238E27FC236}">
                <a16:creationId xmlns:a16="http://schemas.microsoft.com/office/drawing/2014/main" id="{13FD9FA2-66F3-A91B-70A3-2512E610DB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834" y="95250"/>
            <a:ext cx="493766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2DB6B-1EA1-4A4B-B47A-2783F935A600}" type="datetime8">
              <a:rPr lang="he-IL" smtClean="0"/>
              <a:pPr/>
              <a:t>30 ספטמבר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960C7-BACF-420D-A557-A385D6297D29}" type="datetime8">
              <a:rPr lang="he-IL" smtClean="0"/>
              <a:pPr/>
              <a:t>30 ספטמבר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9218" name="Picture 2" descr="http://bgu.ac.il/NR/rdonlyres/4E908188-6AC7-4C07-9237-368D40E2EEFB/41075/BGUsig1H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65950" y="-136525"/>
            <a:ext cx="2406650" cy="1203325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B3A8-D963-425B-825B-E4B738A1D92A}" type="datetime8">
              <a:rPr lang="he-IL" smtClean="0"/>
              <a:pPr/>
              <a:t>30 ספטמבר 25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A5639-DD31-47F9-A956-C8B80FFDA535}" type="datetime8">
              <a:rPr lang="he-IL" smtClean="0"/>
              <a:pPr/>
              <a:t>30 ספטמבר 25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FFA75-80ED-4127-A1CE-377B00428A30}" type="datetime8">
              <a:rPr lang="he-IL" smtClean="0"/>
              <a:pPr/>
              <a:t>30 ספטמבר 25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53C9F-829D-4682-9136-E24C2FE7D8B1}" type="datetime8">
              <a:rPr lang="he-IL" smtClean="0"/>
              <a:pPr/>
              <a:t>30 ספטמבר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7CAF2-89CF-4D7F-8273-32FC35BA221F}" type="datetime8">
              <a:rPr lang="he-IL" smtClean="0"/>
              <a:pPr/>
              <a:t>30 ספטמבר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E686A-5BC9-4572-9309-2F412007C7F4}" type="datetime8">
              <a:rPr lang="he-IL" smtClean="0"/>
              <a:pPr/>
              <a:t>30 ספטמבר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EA3F7-2EBC-40FD-8DA6-2876EEB17265}" type="datetime8">
              <a:rPr lang="he-IL" smtClean="0"/>
              <a:pPr/>
              <a:t>30 ספטמבר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00393D4-FEE5-4B2C-B85E-16899D94FADB}" type="datetime8">
              <a:rPr lang="he-IL" smtClean="0"/>
              <a:pPr/>
              <a:t>30 ספטמבר 25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he-IL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5.jpe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26" Type="http://schemas.openxmlformats.org/officeDocument/2006/relationships/image" Target="../media/image38.png"/><Relationship Id="rId3" Type="http://schemas.openxmlformats.org/officeDocument/2006/relationships/image" Target="../media/image15.png"/><Relationship Id="rId21" Type="http://schemas.openxmlformats.org/officeDocument/2006/relationships/image" Target="../media/image33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5" Type="http://schemas.openxmlformats.org/officeDocument/2006/relationships/image" Target="../media/image37.pn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29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24" Type="http://schemas.openxmlformats.org/officeDocument/2006/relationships/image" Target="../media/image36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23" Type="http://schemas.openxmlformats.org/officeDocument/2006/relationships/image" Target="../media/image35.png"/><Relationship Id="rId28" Type="http://schemas.openxmlformats.org/officeDocument/2006/relationships/image" Target="../media/image40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31" Type="http://schemas.openxmlformats.org/officeDocument/2006/relationships/image" Target="../media/image13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Relationship Id="rId27" Type="http://schemas.openxmlformats.org/officeDocument/2006/relationships/image" Target="../media/image39.png"/><Relationship Id="rId30" Type="http://schemas.openxmlformats.org/officeDocument/2006/relationships/image" Target="../media/image4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18" Type="http://schemas.openxmlformats.org/officeDocument/2006/relationships/image" Target="../media/image60.png"/><Relationship Id="rId26" Type="http://schemas.openxmlformats.org/officeDocument/2006/relationships/image" Target="../media/image56.png"/><Relationship Id="rId3" Type="http://schemas.openxmlformats.org/officeDocument/2006/relationships/image" Target="../media/image45.png"/><Relationship Id="rId21" Type="http://schemas.openxmlformats.org/officeDocument/2006/relationships/image" Target="../media/image63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5" Type="http://schemas.openxmlformats.org/officeDocument/2006/relationships/image" Target="../media/image67.png"/><Relationship Id="rId2" Type="http://schemas.openxmlformats.org/officeDocument/2006/relationships/image" Target="../media/image44.png"/><Relationship Id="rId16" Type="http://schemas.openxmlformats.org/officeDocument/2006/relationships/image" Target="../media/image58.pn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24" Type="http://schemas.openxmlformats.org/officeDocument/2006/relationships/image" Target="../media/image66.png"/><Relationship Id="rId5" Type="http://schemas.openxmlformats.org/officeDocument/2006/relationships/image" Target="../media/image47.png"/><Relationship Id="rId15" Type="http://schemas.openxmlformats.org/officeDocument/2006/relationships/image" Target="../media/image57.png"/><Relationship Id="rId23" Type="http://schemas.openxmlformats.org/officeDocument/2006/relationships/image" Target="../media/image65.png"/><Relationship Id="rId10" Type="http://schemas.openxmlformats.org/officeDocument/2006/relationships/image" Target="../media/image52.png"/><Relationship Id="rId19" Type="http://schemas.openxmlformats.org/officeDocument/2006/relationships/image" Target="../media/image61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4" Type="http://schemas.openxmlformats.org/officeDocument/2006/relationships/image" Target="../media/image43.png"/><Relationship Id="rId22" Type="http://schemas.openxmlformats.org/officeDocument/2006/relationships/image" Target="../media/image6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gif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5.png"/><Relationship Id="rId18" Type="http://schemas.openxmlformats.org/officeDocument/2006/relationships/image" Target="../media/image11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12" Type="http://schemas.openxmlformats.org/officeDocument/2006/relationships/image" Target="../media/image104.png"/><Relationship Id="rId17" Type="http://schemas.openxmlformats.org/officeDocument/2006/relationships/image" Target="../media/image109.png"/><Relationship Id="rId2" Type="http://schemas.openxmlformats.org/officeDocument/2006/relationships/image" Target="../media/image94.png"/><Relationship Id="rId16" Type="http://schemas.openxmlformats.org/officeDocument/2006/relationships/image" Target="../media/image108.png"/><Relationship Id="rId20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5" Type="http://schemas.openxmlformats.org/officeDocument/2006/relationships/image" Target="../media/image97.png"/><Relationship Id="rId15" Type="http://schemas.openxmlformats.org/officeDocument/2006/relationships/image" Target="../media/image107.png"/><Relationship Id="rId10" Type="http://schemas.openxmlformats.org/officeDocument/2006/relationships/image" Target="../media/image102.png"/><Relationship Id="rId19" Type="http://schemas.openxmlformats.org/officeDocument/2006/relationships/image" Target="../media/image111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10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microsoft.com/office/2007/relationships/hdphoto" Target="../media/hdphoto1.wdp"/><Relationship Id="rId7" Type="http://schemas.openxmlformats.org/officeDocument/2006/relationships/image" Target="../media/image117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3.png"/><Relationship Id="rId7" Type="http://schemas.openxmlformats.org/officeDocument/2006/relationships/image" Target="../media/image12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10" Type="http://schemas.openxmlformats.org/officeDocument/2006/relationships/image" Target="../media/image120.png"/><Relationship Id="rId4" Type="http://schemas.openxmlformats.org/officeDocument/2006/relationships/image" Target="../media/image121.png"/><Relationship Id="rId9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13" Type="http://schemas.microsoft.com/office/2007/relationships/hdphoto" Target="../media/hdphoto1.wdp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12" Type="http://schemas.openxmlformats.org/officeDocument/2006/relationships/image" Target="../media/image12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png"/><Relationship Id="rId11" Type="http://schemas.openxmlformats.org/officeDocument/2006/relationships/image" Target="../media/image138.png"/><Relationship Id="rId5" Type="http://schemas.openxmlformats.org/officeDocument/2006/relationships/image" Target="../media/image132.png"/><Relationship Id="rId10" Type="http://schemas.openxmlformats.org/officeDocument/2006/relationships/image" Target="../media/image137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3" Type="http://schemas.openxmlformats.org/officeDocument/2006/relationships/image" Target="../media/image142.png"/><Relationship Id="rId7" Type="http://schemas.openxmlformats.org/officeDocument/2006/relationships/image" Target="../media/image146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png"/><Relationship Id="rId11" Type="http://schemas.microsoft.com/office/2007/relationships/hdphoto" Target="../media/hdphoto1.wdp"/><Relationship Id="rId5" Type="http://schemas.openxmlformats.org/officeDocument/2006/relationships/image" Target="../media/image144.png"/><Relationship Id="rId10" Type="http://schemas.openxmlformats.org/officeDocument/2006/relationships/image" Target="../media/image120.png"/><Relationship Id="rId4" Type="http://schemas.openxmlformats.org/officeDocument/2006/relationships/image" Target="../media/image143.png"/><Relationship Id="rId9" Type="http://schemas.openxmlformats.org/officeDocument/2006/relationships/image" Target="../media/image1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2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jpe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rtl="1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גרא וייס</a:t>
            </a:r>
          </a:p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המחלקה למדעי המחשב</a:t>
            </a:r>
          </a:p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אוניברסיטת בן-גוריון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מערכות ערוצים (תחביר)</a:t>
            </a:r>
          </a:p>
        </p:txBody>
      </p:sp>
      <p:pic>
        <p:nvPicPr>
          <p:cNvPr id="43012" name="Picture 4" descr="http://bgu.ac.il/NR/rdonlyres/4E908188-6AC7-4C07-9237-368D40E2EEFB/41072/BGU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24250" y="4581525"/>
            <a:ext cx="1885950" cy="2428875"/>
          </a:xfrm>
          <a:prstGeom prst="rect">
            <a:avLst/>
          </a:prstGeom>
          <a:noFill/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0646-3111-4D68-A160-C7E5A6B7FF5E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ספטמבר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660215-D875-290D-B606-83E235A1230C}"/>
              </a:ext>
            </a:extLst>
          </p:cNvPr>
          <p:cNvSpPr/>
          <p:nvPr/>
        </p:nvSpPr>
        <p:spPr>
          <a:xfrm>
            <a:off x="7989771" y="-55265"/>
            <a:ext cx="10454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548</a:t>
            </a:r>
            <a:endParaRPr lang="en-US" sz="5400" b="1" cap="none" spc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8" name="Picture 2" descr="סרט מודעות צהוב – ויקיפדיה">
            <a:extLst>
              <a:ext uri="{FF2B5EF4-FFF2-40B4-BE49-F238E27FC236}">
                <a16:creationId xmlns:a16="http://schemas.microsoft.com/office/drawing/2014/main" id="{13FD9FA2-66F3-A91B-70A3-2512E610D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2060" y="252041"/>
            <a:ext cx="493766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47">
        <p159:morph option="byObject"/>
      </p:transition>
    </mc:Choice>
    <mc:Fallback xmlns="">
      <p:transition spd="slow" advTm="1047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103926" y="1557209"/>
            <a:ext cx="7162800" cy="4493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103926" y="2780324"/>
            <a:ext cx="7162800" cy="4493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412626" y="4038600"/>
            <a:ext cx="6435974" cy="24305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לחיצת יד (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handshaking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066800"/>
                <a:ext cx="8534400" cy="4525963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200"/>
                  </a:spcBef>
                  <a:buNone/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עבור שתי </a:t>
                </a:r>
                <a:r>
                  <a:rPr lang="he-IL" sz="20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מערכות מעברים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spcBef>
                    <a:spcPts val="1800"/>
                  </a:spcBef>
                  <a:spcAft>
                    <a:spcPts val="1800"/>
                  </a:spcAft>
                  <a:buNone/>
                </a:pPr>
                <a:r>
                  <a:rPr lang="he-IL" sz="20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𝑇𝑆</m:t>
                    </m:r>
                    <m:r>
                      <a:rPr lang="en-US" sz="2000" i="1" baseline="-25000" dirty="0" err="1" smtClean="0">
                        <a:solidFill>
                          <a:srgbClr val="FF0000"/>
                        </a:solidFill>
                        <a:latin typeface="Cambria Math"/>
                      </a:rPr>
                      <m:t>𝑖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=</m:t>
                    </m:r>
                    <m:d>
                      <m:dPr>
                        <m:begChr m:val="〈"/>
                        <m:endChr m:val="〉"/>
                        <m:ctrlP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𝑆</m:t>
                        </m:r>
                        <m:r>
                          <a:rPr lang="en-US" sz="2000" i="1" baseline="-25000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20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en-US" sz="2000" i="1" dirty="0" err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𝐴𝑐𝑡</m:t>
                        </m:r>
                        <m:r>
                          <a:rPr lang="en-US" sz="2000" i="1" baseline="-25000" dirty="0" err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20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00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en-US" sz="2000" i="1" dirty="0" err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𝐴𝑃</m:t>
                        </m:r>
                        <m:r>
                          <a:rPr lang="en-US" sz="2000" i="1" baseline="-25000" dirty="0" err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20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00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 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rgbClr val="FF0000"/>
                        </a:solidFill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for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rgbClr val="FF0000"/>
                        </a:solidFill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 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i="1" dirty="0" err="1" smtClean="0">
                        <a:solidFill>
                          <a:srgbClr val="FF0000"/>
                        </a:solidFill>
                        <a:latin typeface="Cambria Math"/>
                      </a:rPr>
                      <m:t>𝑖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1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</m:oMath>
                </a14:m>
                <a:endParaRPr lang="en-US" sz="2000" dirty="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200"/>
                  </a:spcBef>
                  <a:spcAft>
                    <a:spcPts val="1800"/>
                  </a:spcAft>
                  <a:buNone/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ו-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𝐴𝑐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𝐴𝑐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נגדיר מערכת מצבים ע"י שזירה:</a:t>
                </a:r>
              </a:p>
              <a:p>
                <a:pPr algn="l" rtl="0">
                  <a:spcBef>
                    <a:spcPts val="240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0517C3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he-IL" sz="20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he-IL" sz="20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he-IL" sz="20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sz="20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|||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he-IL" sz="2000" b="0" i="1" smtClean="0">
                          <a:solidFill>
                            <a:srgbClr val="0517C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rgbClr val="0517C3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he-IL" sz="20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he-IL" sz="20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he-IL" sz="2000" b="0" i="1" smtClean="0">
                          <a:solidFill>
                            <a:srgbClr val="0517C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0517C3"/>
                          </a:solidFill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517C3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517C3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solidFill>
                            <a:srgbClr val="0517C3"/>
                          </a:solidFill>
                          <a:latin typeface="Cambria Math" panose="02040503050406030204" pitchFamily="18" charset="0"/>
                        </a:rPr>
                        <m:t>𝐴𝑐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517C3"/>
                          </a:solidFill>
                          <a:latin typeface="Cambria Math" panose="02040503050406030204" pitchFamily="18" charset="0"/>
                        </a:rPr>
                        <m:t>∪</m:t>
                      </m:r>
                      <m:r>
                        <a:rPr lang="en-US" sz="2000" b="0" i="1" smtClean="0">
                          <a:solidFill>
                            <a:srgbClr val="0517C3"/>
                          </a:solidFill>
                          <a:latin typeface="Cambria Math" panose="02040503050406030204" pitchFamily="18" charset="0"/>
                        </a:rPr>
                        <m:t>𝐴𝑐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517C3"/>
                          </a:solidFill>
                          <a:latin typeface="Cambria Math" panose="02040503050406030204" pitchFamily="18" charset="0"/>
                        </a:rPr>
                        <m:t>,→,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517C3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517C3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solidFill>
                            <a:srgbClr val="0517C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517C3"/>
                          </a:solidFill>
                          <a:latin typeface="Cambria Math" panose="02040503050406030204" pitchFamily="18" charset="0"/>
                        </a:rPr>
                        <m:t>∪</m:t>
                      </m:r>
                      <m:r>
                        <a:rPr lang="en-US" sz="2000" b="0" i="1" smtClean="0">
                          <a:solidFill>
                            <a:srgbClr val="0517C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517C3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solidFill>
                            <a:srgbClr val="0517C3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000" b="0" i="1" smtClean="0">
                          <a:solidFill>
                            <a:srgbClr val="0517C3"/>
                          </a:solidFill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he-IL" sz="2000" dirty="0">
                  <a:solidFill>
                    <a:srgbClr val="0517C3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200"/>
                  </a:spcBef>
                  <a:buNone/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באשר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〈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〉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he-IL" sz="2000" i="1" dirty="0" smtClean="0"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he-IL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 ויחס המעברים  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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מוגדר ע"י כללי </a:t>
                </a:r>
                <a:r>
                  <a:rPr lang="he-IL" sz="2000" dirty="0" err="1">
                    <a:latin typeface="Gisha" panose="020B0502040204020203" pitchFamily="34" charset="-79"/>
                    <a:cs typeface="Gisha" panose="020B0502040204020203" pitchFamily="34" charset="-79"/>
                  </a:rPr>
                  <a:t>ההסק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lvl="1">
                  <a:buNone/>
                </a:pPr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066800"/>
                <a:ext cx="8534400" cy="4525963"/>
              </a:xfrm>
              <a:blipFill>
                <a:blip r:embed="rId2"/>
                <a:stretch>
                  <a:fillRect t="-539" r="-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665259" y="4410737"/>
                <a:ext cx="19376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>
                    <a:solidFill>
                      <a:srgbClr val="0517C3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solidFill>
                      <a:srgbClr val="0517C3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שזירה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עבור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latin typeface="Cambria Math" panose="02040503050406030204" pitchFamily="18" charset="0"/>
                        <a:sym typeface="Symbol"/>
                      </a:rPr>
                      <m:t>𝛼</m:t>
                    </m:r>
                    <m:r>
                      <a:rPr lang="he-IL" b="0" i="1" dirty="0" smtClean="0">
                        <a:latin typeface="Cambria Math" panose="02040503050406030204" pitchFamily="18" charset="0"/>
                        <a:sym typeface="Symbol"/>
                      </a:rPr>
                      <m:t>∉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sym typeface="Symbol"/>
                      </a:rPr>
                      <m:t>𝐻</m:t>
                    </m:r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5259" y="4410737"/>
                <a:ext cx="1937646" cy="369332"/>
              </a:xfrm>
              <a:prstGeom prst="rect">
                <a:avLst/>
              </a:prstGeom>
              <a:blipFill>
                <a:blip r:embed="rId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295400" y="5856878"/>
                <a:ext cx="225114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he-IL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לחיצת יד 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עבור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5856878"/>
                <a:ext cx="2251143" cy="369332"/>
              </a:xfrm>
              <a:prstGeom prst="rect">
                <a:avLst/>
              </a:prstGeom>
              <a:blipFill>
                <a:blip r:embed="rId4"/>
                <a:stretch>
                  <a:fillRect t="-10000" r="-216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175E9-E89A-439D-BF40-A4AE980A290F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ספטמבר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19" name="Picture 2" descr="http://www.ahclinic.com/Portals/0/SKIN/HandShaking.jpg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914400"/>
            <a:ext cx="2371725" cy="1573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725928" y="4169926"/>
                <a:ext cx="2071913" cy="85927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517C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517C3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517C3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i="1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  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𝛼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   </m:t>
                                  </m:r>
                                </m:e>
                              </m:groupCh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i="1" smtClean="0">
                                  <a:solidFill>
                                    <a:srgbClr val="0517C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rgbClr val="0517C3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rgbClr val="0517C3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517C3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0517C3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〈"/>
                              <m:endChr m:val="〉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517C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517C3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517C3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/>
                            </a:rPr>
                            <m:t>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  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   </m:t>
                              </m:r>
                            </m:e>
                          </m:groupChr>
                          <m:r>
                            <a:rPr lang="en-US" b="0" i="1" smtClean="0">
                              <a:latin typeface="Cambria Math"/>
                            </a:rPr>
                            <m:t> </m:t>
                          </m:r>
                          <m:d>
                            <m:dPr>
                              <m:begChr m:val="〈"/>
                              <m:endChr m:val="〉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solidFill>
                                        <a:srgbClr val="0517C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solidFill>
                                        <a:srgbClr val="0517C3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517C3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solidFill>
                                        <a:srgbClr val="0517C3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5928" y="4169926"/>
                <a:ext cx="2071913" cy="8592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778174" y="4165606"/>
                <a:ext cx="2020618" cy="859594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i="1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  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𝛼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   </m:t>
                                  </m:r>
                                </m:e>
                              </m:groupCh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〈"/>
                              <m:endChr m:val="〉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/>
                            </a:rPr>
                            <m:t>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  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   </m:t>
                              </m:r>
                            </m:e>
                          </m:groupChr>
                          <m:r>
                            <a:rPr lang="en-US" b="0" i="1" smtClean="0">
                              <a:latin typeface="Cambria Math"/>
                            </a:rPr>
                            <m:t> </m:t>
                          </m:r>
                          <m:d>
                            <m:dPr>
                              <m:begChr m:val="〈"/>
                              <m:endChr m:val="〉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8174" y="4165606"/>
                <a:ext cx="2020618" cy="8595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4495800" y="5609911"/>
                <a:ext cx="2714333" cy="85927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517C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517C3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517C3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i="1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  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𝛼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   </m:t>
                                  </m:r>
                                </m:e>
                              </m:groupCh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i="1" smtClean="0">
                                  <a:solidFill>
                                    <a:srgbClr val="0517C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rgbClr val="0517C3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rgbClr val="0517C3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517C3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0517C3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          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i="1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  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𝛼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   </m:t>
                                  </m:r>
                                </m:e>
                              </m:groupCh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〈"/>
                              <m:endChr m:val="〉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517C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517C3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517C3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/>
                            </a:rPr>
                            <m:t>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  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   </m:t>
                              </m:r>
                            </m:e>
                          </m:groupChr>
                          <m:r>
                            <a:rPr lang="en-US" b="0" i="1" smtClean="0">
                              <a:latin typeface="Cambria Math"/>
                            </a:rPr>
                            <m:t> </m:t>
                          </m:r>
                          <m:d>
                            <m:dPr>
                              <m:begChr m:val="〈"/>
                              <m:endChr m:val="〉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solidFill>
                                        <a:srgbClr val="0517C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solidFill>
                                        <a:srgbClr val="0517C3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517C3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solidFill>
                                        <a:srgbClr val="0517C3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latin typeface="Cambria Math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</m:oMath>
                  </m:oMathPara>
                </a14:m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5609911"/>
                <a:ext cx="2714333" cy="85927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cartoon of a person shaking hands&#10;&#10;Description automatically generated">
            <a:extLst>
              <a:ext uri="{FF2B5EF4-FFF2-40B4-BE49-F238E27FC236}">
                <a16:creationId xmlns:a16="http://schemas.microsoft.com/office/drawing/2014/main" id="{43550C2A-79E9-872D-C275-398EDD8EA6E5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6" t="6280" r="4264" b="52652"/>
          <a:stretch/>
        </p:blipFill>
        <p:spPr>
          <a:xfrm>
            <a:off x="2035051" y="6163013"/>
            <a:ext cx="1838325" cy="709529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2209EEB-6E19-A9D1-DE6A-523E9900B102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90323" y="4715222"/>
            <a:ext cx="1841152" cy="78035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532010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584" y="-230821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לחיצת יד בין תהליכים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ספטמבר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896899" y="1948585"/>
                <a:ext cx="468000" cy="396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>
                  <a:solidFill>
                    <a:schemeClr val="dk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899" y="1948585"/>
                <a:ext cx="468000" cy="39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896899" y="2733089"/>
                <a:ext cx="468000" cy="396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i="1">
                  <a:solidFill>
                    <a:schemeClr val="dk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899" y="2733089"/>
                <a:ext cx="468000" cy="39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>
            <a:off x="1130899" y="2344585"/>
            <a:ext cx="0" cy="388504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1128808" y="1782186"/>
            <a:ext cx="4182" cy="166399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896899" y="3517593"/>
                <a:ext cx="468000" cy="396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i="1">
                  <a:solidFill>
                    <a:schemeClr val="dk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899" y="3517593"/>
                <a:ext cx="468000" cy="396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/>
          <p:nvPr/>
        </p:nvCxnSpPr>
        <p:spPr>
          <a:xfrm>
            <a:off x="1130899" y="3129089"/>
            <a:ext cx="0" cy="388504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128808" y="3096493"/>
                <a:ext cx="358393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808" y="3096493"/>
                <a:ext cx="358393" cy="369332"/>
              </a:xfrm>
              <a:prstGeom prst="rect">
                <a:avLst/>
              </a:prstGeom>
              <a:blipFill>
                <a:blip r:embed="rId5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896899" y="4314745"/>
                <a:ext cx="468000" cy="396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600" i="1">
                  <a:solidFill>
                    <a:schemeClr val="dk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899" y="4314745"/>
                <a:ext cx="468000" cy="396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/>
          <p:nvPr/>
        </p:nvCxnSpPr>
        <p:spPr>
          <a:xfrm>
            <a:off x="1130899" y="3913593"/>
            <a:ext cx="0" cy="401152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1128807" y="2348385"/>
                <a:ext cx="358393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807" y="2348385"/>
                <a:ext cx="358393" cy="369332"/>
              </a:xfrm>
              <a:prstGeom prst="rect">
                <a:avLst/>
              </a:prstGeom>
              <a:blipFill>
                <a:blip r:embed="rId7"/>
                <a:stretch>
                  <a:fillRect r="-6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128806" y="3916600"/>
                <a:ext cx="358393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806" y="3916600"/>
                <a:ext cx="358393" cy="369332"/>
              </a:xfrm>
              <a:prstGeom prst="rect">
                <a:avLst/>
              </a:prstGeom>
              <a:blipFill>
                <a:blip r:embed="rId8"/>
                <a:stretch>
                  <a:fillRect r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3219698" y="1948585"/>
                <a:ext cx="468000" cy="396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>
                  <a:solidFill>
                    <a:schemeClr val="dk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9698" y="1948585"/>
                <a:ext cx="468000" cy="39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3219698" y="2733089"/>
                <a:ext cx="468000" cy="396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i="1">
                  <a:solidFill>
                    <a:schemeClr val="dk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9698" y="2733089"/>
                <a:ext cx="468000" cy="39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/>
          <p:cNvCxnSpPr/>
          <p:nvPr/>
        </p:nvCxnSpPr>
        <p:spPr>
          <a:xfrm>
            <a:off x="3453698" y="2344585"/>
            <a:ext cx="0" cy="388504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451607" y="1782186"/>
            <a:ext cx="4182" cy="166399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3219698" y="3517593"/>
                <a:ext cx="468000" cy="396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i="1">
                  <a:solidFill>
                    <a:schemeClr val="dk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9698" y="3517593"/>
                <a:ext cx="468000" cy="396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/>
          <p:cNvCxnSpPr/>
          <p:nvPr/>
        </p:nvCxnSpPr>
        <p:spPr>
          <a:xfrm>
            <a:off x="3453698" y="3129089"/>
            <a:ext cx="0" cy="388504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3451607" y="3096493"/>
                <a:ext cx="358393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1607" y="3096493"/>
                <a:ext cx="358393" cy="369332"/>
              </a:xfrm>
              <a:prstGeom prst="rect">
                <a:avLst/>
              </a:prstGeom>
              <a:blipFill>
                <a:blip r:embed="rId5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3219698" y="4314745"/>
                <a:ext cx="468000" cy="396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600" i="1">
                  <a:solidFill>
                    <a:schemeClr val="dk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9698" y="4314745"/>
                <a:ext cx="468000" cy="396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/>
          <p:cNvCxnSpPr/>
          <p:nvPr/>
        </p:nvCxnSpPr>
        <p:spPr>
          <a:xfrm>
            <a:off x="3453698" y="3913593"/>
            <a:ext cx="0" cy="401152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3451606" y="2348385"/>
                <a:ext cx="358393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1606" y="2348385"/>
                <a:ext cx="358393" cy="369332"/>
              </a:xfrm>
              <a:prstGeom prst="rect">
                <a:avLst/>
              </a:prstGeom>
              <a:blipFill>
                <a:blip r:embed="rId9"/>
                <a:stretch>
                  <a:fillRect l="-5085" r="-3390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3451605" y="3916600"/>
                <a:ext cx="358393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1605" y="3916600"/>
                <a:ext cx="358393" cy="369332"/>
              </a:xfrm>
              <a:prstGeom prst="rect">
                <a:avLst/>
              </a:prstGeom>
              <a:blipFill>
                <a:blip r:embed="rId10"/>
                <a:stretch>
                  <a:fillRect l="-5085" r="-5085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6063301" y="1387811"/>
                <a:ext cx="805500" cy="396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 sz="1600">
                  <a:solidFill>
                    <a:schemeClr val="dk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3301" y="1387811"/>
                <a:ext cx="805500" cy="396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/>
          <p:cNvCxnSpPr/>
          <p:nvPr/>
        </p:nvCxnSpPr>
        <p:spPr>
          <a:xfrm>
            <a:off x="6418384" y="1221411"/>
            <a:ext cx="4182" cy="166399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58" name="Group 57"/>
          <p:cNvGrpSpPr/>
          <p:nvPr/>
        </p:nvGrpSpPr>
        <p:grpSpPr>
          <a:xfrm>
            <a:off x="5257801" y="2116166"/>
            <a:ext cx="2416500" cy="403311"/>
            <a:chOff x="5976300" y="2494944"/>
            <a:chExt cx="2416500" cy="4033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Rectangle 50"/>
                <p:cNvSpPr/>
                <p:nvPr/>
              </p:nvSpPr>
              <p:spPr>
                <a:xfrm>
                  <a:off x="5976300" y="2494944"/>
                  <a:ext cx="805500" cy="396000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〈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〉</m:t>
                        </m:r>
                      </m:oMath>
                    </m:oMathPara>
                  </a14:m>
                  <a:endParaRPr lang="en-US" sz="1600">
                    <a:solidFill>
                      <a:schemeClr val="dk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51" name="Rectangle 5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6300" y="2494944"/>
                  <a:ext cx="805500" cy="39600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Rectangle 51"/>
                <p:cNvSpPr/>
                <p:nvPr/>
              </p:nvSpPr>
              <p:spPr>
                <a:xfrm>
                  <a:off x="7587300" y="2502255"/>
                  <a:ext cx="805500" cy="396000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〈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〉</m:t>
                        </m:r>
                      </m:oMath>
                    </m:oMathPara>
                  </a14:m>
                  <a:endParaRPr lang="en-US" sz="1600">
                    <a:solidFill>
                      <a:schemeClr val="dk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52" name="Rectangle 5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7300" y="2502255"/>
                  <a:ext cx="805500" cy="39600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/>
              <p:cNvSpPr/>
              <p:nvPr/>
            </p:nvSpPr>
            <p:spPr>
              <a:xfrm>
                <a:off x="6063301" y="2851832"/>
                <a:ext cx="805500" cy="396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 sz="1600">
                  <a:solidFill>
                    <a:schemeClr val="dk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3" name="Rectangle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3301" y="2851832"/>
                <a:ext cx="805500" cy="3960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/>
              <p:cNvSpPr/>
              <p:nvPr/>
            </p:nvSpPr>
            <p:spPr>
              <a:xfrm>
                <a:off x="6063301" y="3580187"/>
                <a:ext cx="805500" cy="396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 sz="1600">
                  <a:solidFill>
                    <a:schemeClr val="dk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4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3301" y="3580187"/>
                <a:ext cx="805500" cy="3960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9" name="Group 58"/>
          <p:cNvGrpSpPr/>
          <p:nvPr/>
        </p:nvGrpSpPr>
        <p:grpSpPr>
          <a:xfrm>
            <a:off x="5257801" y="4308542"/>
            <a:ext cx="2416500" cy="449503"/>
            <a:chOff x="5976300" y="4651835"/>
            <a:chExt cx="2416500" cy="4495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54"/>
                <p:cNvSpPr/>
                <p:nvPr/>
              </p:nvSpPr>
              <p:spPr>
                <a:xfrm>
                  <a:off x="5976300" y="4705338"/>
                  <a:ext cx="805500" cy="396000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〈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〉</m:t>
                        </m:r>
                      </m:oMath>
                    </m:oMathPara>
                  </a14:m>
                  <a:endParaRPr lang="en-US" sz="1600">
                    <a:solidFill>
                      <a:schemeClr val="dk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55" name="Rectangle 5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6300" y="4705338"/>
                  <a:ext cx="805500" cy="39600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Rectangle 55"/>
                <p:cNvSpPr/>
                <p:nvPr/>
              </p:nvSpPr>
              <p:spPr>
                <a:xfrm>
                  <a:off x="7587300" y="4651835"/>
                  <a:ext cx="805500" cy="396000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〈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〉</m:t>
                        </m:r>
                      </m:oMath>
                    </m:oMathPara>
                  </a14:m>
                  <a:endParaRPr lang="en-US" sz="1600">
                    <a:solidFill>
                      <a:schemeClr val="dk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56" name="Rectangle 5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7300" y="4651835"/>
                  <a:ext cx="805500" cy="39600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/>
              <p:cNvSpPr/>
              <p:nvPr/>
            </p:nvSpPr>
            <p:spPr>
              <a:xfrm>
                <a:off x="6063301" y="5090400"/>
                <a:ext cx="805500" cy="396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 sz="1600">
                  <a:solidFill>
                    <a:schemeClr val="dk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7" name="Rectangle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3301" y="5090400"/>
                <a:ext cx="805500" cy="3960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Elbow Connector 60"/>
          <p:cNvCxnSpPr>
            <a:stCxn id="40" idx="1"/>
            <a:endCxn id="51" idx="0"/>
          </p:cNvCxnSpPr>
          <p:nvPr/>
        </p:nvCxnSpPr>
        <p:spPr>
          <a:xfrm rot="10800000" flipV="1">
            <a:off x="5660551" y="1585810"/>
            <a:ext cx="402750" cy="530355"/>
          </a:xfrm>
          <a:prstGeom prst="bentConnector2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5257801" y="1576146"/>
                <a:ext cx="358393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1" y="1576146"/>
                <a:ext cx="358393" cy="369332"/>
              </a:xfrm>
              <a:prstGeom prst="rect">
                <a:avLst/>
              </a:prstGeom>
              <a:blipFill>
                <a:blip r:embed="rId19"/>
                <a:stretch>
                  <a:fillRect r="-6897"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Elbow Connector 63"/>
          <p:cNvCxnSpPr>
            <a:stCxn id="40" idx="3"/>
            <a:endCxn id="52" idx="0"/>
          </p:cNvCxnSpPr>
          <p:nvPr/>
        </p:nvCxnSpPr>
        <p:spPr>
          <a:xfrm>
            <a:off x="6868801" y="1585811"/>
            <a:ext cx="402750" cy="537666"/>
          </a:xfrm>
          <a:prstGeom prst="bentConnector2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7215093" y="1576146"/>
                <a:ext cx="358393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5093" y="1576146"/>
                <a:ext cx="358393" cy="369332"/>
              </a:xfrm>
              <a:prstGeom prst="rect">
                <a:avLst/>
              </a:prstGeom>
              <a:blipFill>
                <a:blip r:embed="rId20"/>
                <a:stretch>
                  <a:fillRect l="-5172" r="-3448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Elbow Connector 66"/>
          <p:cNvCxnSpPr>
            <a:stCxn id="51" idx="2"/>
            <a:endCxn id="53" idx="1"/>
          </p:cNvCxnSpPr>
          <p:nvPr/>
        </p:nvCxnSpPr>
        <p:spPr>
          <a:xfrm rot="16200000" flipH="1">
            <a:off x="5593093" y="2579624"/>
            <a:ext cx="537666" cy="402750"/>
          </a:xfrm>
          <a:prstGeom prst="bentConnector2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Elbow Connector 68"/>
          <p:cNvCxnSpPr>
            <a:stCxn id="52" idx="2"/>
            <a:endCxn id="53" idx="3"/>
          </p:cNvCxnSpPr>
          <p:nvPr/>
        </p:nvCxnSpPr>
        <p:spPr>
          <a:xfrm rot="5400000">
            <a:off x="6804999" y="2583279"/>
            <a:ext cx="530355" cy="402750"/>
          </a:xfrm>
          <a:prstGeom prst="bentConnector2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7215092" y="2648677"/>
                <a:ext cx="358393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5092" y="2648677"/>
                <a:ext cx="358393" cy="369332"/>
              </a:xfrm>
              <a:prstGeom prst="rect">
                <a:avLst/>
              </a:prstGeom>
              <a:blipFill>
                <a:blip r:embed="rId21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257800" y="2648677"/>
                <a:ext cx="358393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2648677"/>
                <a:ext cx="358393" cy="369332"/>
              </a:xfrm>
              <a:prstGeom prst="rect">
                <a:avLst/>
              </a:prstGeom>
              <a:blipFill>
                <a:blip r:embed="rId22"/>
                <a:stretch>
                  <a:fillRect l="-5172" r="-3448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Straight Arrow Connector 72"/>
          <p:cNvCxnSpPr>
            <a:stCxn id="53" idx="2"/>
            <a:endCxn id="54" idx="0"/>
          </p:cNvCxnSpPr>
          <p:nvPr/>
        </p:nvCxnSpPr>
        <p:spPr>
          <a:xfrm>
            <a:off x="6466051" y="3247832"/>
            <a:ext cx="0" cy="332355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6623522" y="3202592"/>
                <a:ext cx="358393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522" y="3202592"/>
                <a:ext cx="358393" cy="369332"/>
              </a:xfrm>
              <a:prstGeom prst="rect">
                <a:avLst/>
              </a:prstGeom>
              <a:blipFill>
                <a:blip r:embed="rId23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Elbow Connector 74"/>
          <p:cNvCxnSpPr>
            <a:stCxn id="54" idx="3"/>
            <a:endCxn id="56" idx="0"/>
          </p:cNvCxnSpPr>
          <p:nvPr/>
        </p:nvCxnSpPr>
        <p:spPr>
          <a:xfrm>
            <a:off x="6868801" y="3778187"/>
            <a:ext cx="402750" cy="530355"/>
          </a:xfrm>
          <a:prstGeom prst="bentConnector2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7293729" y="3765140"/>
                <a:ext cx="358393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3729" y="3765140"/>
                <a:ext cx="358393" cy="369332"/>
              </a:xfrm>
              <a:prstGeom prst="rect">
                <a:avLst/>
              </a:prstGeom>
              <a:blipFill>
                <a:blip r:embed="rId24"/>
                <a:stretch>
                  <a:fillRect l="-5085" r="-5085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Elbow Connector 80"/>
          <p:cNvCxnSpPr>
            <a:stCxn id="54" idx="1"/>
            <a:endCxn id="55" idx="0"/>
          </p:cNvCxnSpPr>
          <p:nvPr/>
        </p:nvCxnSpPr>
        <p:spPr>
          <a:xfrm rot="10800000" flipV="1">
            <a:off x="5660551" y="3778187"/>
            <a:ext cx="402750" cy="583858"/>
          </a:xfrm>
          <a:prstGeom prst="bentConnector2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5257800" y="3810158"/>
                <a:ext cx="358393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3810158"/>
                <a:ext cx="358393" cy="369332"/>
              </a:xfrm>
              <a:prstGeom prst="rect">
                <a:avLst/>
              </a:prstGeom>
              <a:blipFill>
                <a:blip r:embed="rId25"/>
                <a:stretch>
                  <a:fillRect r="-8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Elbow Connector 83"/>
          <p:cNvCxnSpPr>
            <a:stCxn id="56" idx="2"/>
            <a:endCxn id="57" idx="3"/>
          </p:cNvCxnSpPr>
          <p:nvPr/>
        </p:nvCxnSpPr>
        <p:spPr>
          <a:xfrm rot="5400000">
            <a:off x="6778247" y="4795096"/>
            <a:ext cx="583858" cy="402750"/>
          </a:xfrm>
          <a:prstGeom prst="bentConnector2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Elbow Connector 85"/>
          <p:cNvCxnSpPr>
            <a:stCxn id="55" idx="2"/>
            <a:endCxn id="57" idx="1"/>
          </p:cNvCxnSpPr>
          <p:nvPr/>
        </p:nvCxnSpPr>
        <p:spPr>
          <a:xfrm rot="16200000" flipH="1">
            <a:off x="5596749" y="4821847"/>
            <a:ext cx="530355" cy="402750"/>
          </a:xfrm>
          <a:prstGeom prst="bentConnector2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7290355" y="4919068"/>
                <a:ext cx="358393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0355" y="4919068"/>
                <a:ext cx="358393" cy="369332"/>
              </a:xfrm>
              <a:prstGeom prst="rect">
                <a:avLst/>
              </a:prstGeom>
              <a:blipFill>
                <a:blip r:embed="rId26"/>
                <a:stretch>
                  <a:fillRect r="-6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5279980" y="4997125"/>
                <a:ext cx="358393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980" y="4997125"/>
                <a:ext cx="358393" cy="369332"/>
              </a:xfrm>
              <a:prstGeom prst="rect">
                <a:avLst/>
              </a:prstGeom>
              <a:blipFill>
                <a:blip r:embed="rId27"/>
                <a:stretch>
                  <a:fillRect l="-5085" r="-5085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1849456" y="2551452"/>
                <a:ext cx="1145634" cy="835806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he-IL" sz="4400" b="0" i="0" smtClean="0">
                              <a:latin typeface="Cambria Math" panose="02040503050406030204" pitchFamily="18" charset="0"/>
                            </a:rPr>
                            <m:t>|||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sz="4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sub>
                      </m:sSub>
                    </m:oMath>
                  </m:oMathPara>
                </a14:m>
                <a:endParaRPr lang="he-IL" sz="1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456" y="2551452"/>
                <a:ext cx="1145634" cy="835806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4119884" y="2811963"/>
                <a:ext cx="327334" cy="707886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he-IL" sz="4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9884" y="2811963"/>
                <a:ext cx="327334" cy="707886"/>
              </a:xfrm>
              <a:prstGeom prst="rect">
                <a:avLst/>
              </a:prstGeom>
              <a:blipFill>
                <a:blip r:embed="rId29"/>
                <a:stretch>
                  <a:fillRect r="-3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228600" y="5691912"/>
                <a:ext cx="8382000" cy="95410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:r>
                  <a:rPr lang="he-IL" sz="2800" b="0">
                    <a:latin typeface="Gisha" panose="020B0502040204020203" pitchFamily="34" charset="-79"/>
                    <a:cs typeface="Gisha" panose="020B0502040204020203" pitchFamily="34" charset="-79"/>
                  </a:rPr>
                  <a:t>הסימון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he-IL" sz="2800" b="0" i="0" dirty="0" smtClean="0">
                            <a:latin typeface="modstmary10"/>
                          </a:rPr>
                          <m:t>|||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אומר שמערכות המעברים</a:t>
                </a:r>
              </a:p>
              <a:p>
                <a:pPr algn="ctr"/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מבצעות את הפעולות ב-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ביחד</a:t>
                </a: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5691912"/>
                <a:ext cx="8382000" cy="954107"/>
              </a:xfrm>
              <a:prstGeom prst="rect">
                <a:avLst/>
              </a:prstGeom>
              <a:blipFill>
                <a:blip r:embed="rId30"/>
                <a:stretch>
                  <a:fillRect t="-7051" b="-17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1"/>
          <a:srcRect t="1532" r="50010" b="50041"/>
          <a:stretch/>
        </p:blipFill>
        <p:spPr>
          <a:xfrm>
            <a:off x="7896179" y="1727476"/>
            <a:ext cx="937621" cy="908312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/>
        </p:nvPicPr>
        <p:blipFill rotWithShape="1">
          <a:blip r:embed="rId31"/>
          <a:srcRect l="-667" t="50443" r="50677" b="1130"/>
          <a:stretch/>
        </p:blipFill>
        <p:spPr>
          <a:xfrm>
            <a:off x="7738890" y="3011669"/>
            <a:ext cx="937621" cy="908312"/>
          </a:xfrm>
          <a:prstGeom prst="rect">
            <a:avLst/>
          </a:prstGeom>
        </p:spPr>
      </p:pic>
      <p:pic>
        <p:nvPicPr>
          <p:cNvPr id="72" name="Picture 71"/>
          <p:cNvPicPr>
            <a:picLocks noChangeAspect="1"/>
          </p:cNvPicPr>
          <p:nvPr/>
        </p:nvPicPr>
        <p:blipFill rotWithShape="1">
          <a:blip r:embed="rId31"/>
          <a:srcRect l="51363" t="50561" r="-1353" b="1012"/>
          <a:stretch/>
        </p:blipFill>
        <p:spPr>
          <a:xfrm>
            <a:off x="7874000" y="4342357"/>
            <a:ext cx="937621" cy="9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859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304800"/>
            <a:ext cx="7772400" cy="1143000"/>
          </a:xfrm>
        </p:spPr>
        <p:txBody>
          <a:bodyPr/>
          <a:lstStyle/>
          <a:p>
            <a:pPr rtl="0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חסימה הדדית באמצעות בורר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A7F926B5-663A-4127-A287-7B83208B40AD}" type="datetime8">
              <a:rPr lang="he-IL" smtClean="0"/>
              <a:pPr algn="l" rtl="0"/>
              <a:t>30 ספטמבר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21A1DA9-A2DD-4375-8887-E40ACC834D3F}" type="slidenum">
              <a:rPr lang="he-IL" smtClean="0"/>
              <a:pPr rtl="0"/>
              <a:t>4</a:t>
            </a:fld>
            <a:endParaRPr lang="he-IL"/>
          </a:p>
        </p:txBody>
      </p:sp>
      <p:cxnSp>
        <p:nvCxnSpPr>
          <p:cNvPr id="67" name="Straight Arrow Connector 66"/>
          <p:cNvCxnSpPr>
            <a:endCxn id="50" idx="0"/>
          </p:cNvCxnSpPr>
          <p:nvPr/>
        </p:nvCxnSpPr>
        <p:spPr>
          <a:xfrm flipH="1">
            <a:off x="5720749" y="4626504"/>
            <a:ext cx="8921" cy="284517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9" name="Group 78"/>
          <p:cNvGrpSpPr/>
          <p:nvPr/>
        </p:nvGrpSpPr>
        <p:grpSpPr>
          <a:xfrm>
            <a:off x="3667674" y="914400"/>
            <a:ext cx="5290383" cy="2717073"/>
            <a:chOff x="476748" y="1219200"/>
            <a:chExt cx="5290383" cy="27170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3252807" y="2206823"/>
                  <a:ext cx="785793" cy="307777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400" b="0" i="0" dirty="0" smtClean="0">
                            <a:latin typeface="Cambria Math"/>
                          </a:rPr>
                          <m:t>release</m:t>
                        </m:r>
                      </m:oMath>
                    </m:oMathPara>
                  </a14:m>
                  <a:endParaRPr lang="he-IL" sz="1400"/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2807" y="2206823"/>
                  <a:ext cx="785793" cy="30777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4214391" y="1928029"/>
                  <a:ext cx="819455" cy="307777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400" b="0" i="0" dirty="0" smtClean="0">
                            <a:latin typeface="Cambria Math"/>
                          </a:rPr>
                          <m:t>request</m:t>
                        </m:r>
                      </m:oMath>
                    </m:oMathPara>
                  </a14:m>
                  <a:endParaRPr lang="he-IL" sz="1400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4391" y="1928029"/>
                  <a:ext cx="819455" cy="307777"/>
                </a:xfrm>
                <a:prstGeom prst="rect">
                  <a:avLst/>
                </a:prstGeom>
                <a:blipFill>
                  <a:blip r:embed="rId3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3277989" y="2790870"/>
                  <a:ext cx="819455" cy="307777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400" b="0" i="0" dirty="0" smtClean="0">
                            <a:latin typeface="Cambria Math"/>
                          </a:rPr>
                          <m:t>request</m:t>
                        </m:r>
                      </m:oMath>
                    </m:oMathPara>
                  </a14:m>
                  <a:endParaRPr lang="he-IL" sz="140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7989" y="2790870"/>
                  <a:ext cx="819455" cy="307777"/>
                </a:xfrm>
                <a:prstGeom prst="rect">
                  <a:avLst/>
                </a:prstGeom>
                <a:blipFill>
                  <a:blip r:embed="rId4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4231221" y="3172785"/>
                  <a:ext cx="785793" cy="307777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400" b="0" i="0" dirty="0" smtClean="0">
                            <a:latin typeface="Cambria Math"/>
                          </a:rPr>
                          <m:t>release</m:t>
                        </m:r>
                      </m:oMath>
                    </m:oMathPara>
                  </a14:m>
                  <a:endParaRPr lang="he-IL" sz="140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1221" y="3172785"/>
                  <a:ext cx="785793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2543627" y="3070345"/>
                  <a:ext cx="819455" cy="307777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400" b="0" i="0" dirty="0" smtClean="0">
                            <a:latin typeface="Cambria Math"/>
                          </a:rPr>
                          <m:t>request</m:t>
                        </m:r>
                      </m:oMath>
                    </m:oMathPara>
                  </a14:m>
                  <a:endParaRPr lang="he-IL" sz="140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3627" y="3070345"/>
                  <a:ext cx="819455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1396615" y="3070346"/>
                  <a:ext cx="785793" cy="307777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400" b="0" i="0" dirty="0" smtClean="0">
                            <a:latin typeface="Cambria Math"/>
                          </a:rPr>
                          <m:t>release</m:t>
                        </m:r>
                      </m:oMath>
                    </m:oMathPara>
                  </a14:m>
                  <a:endParaRPr lang="he-IL" sz="1400"/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6615" y="3070346"/>
                  <a:ext cx="785793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2473451" y="2054423"/>
                  <a:ext cx="785793" cy="307777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400" b="0" i="0" dirty="0" smtClean="0">
                            <a:latin typeface="Cambria Math"/>
                          </a:rPr>
                          <m:t>release</m:t>
                        </m:r>
                      </m:oMath>
                    </m:oMathPara>
                  </a14:m>
                  <a:endParaRPr lang="he-IL" sz="140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3451" y="2054423"/>
                  <a:ext cx="785793" cy="30777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1354244" y="1981200"/>
                  <a:ext cx="819455" cy="307777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400" b="0" i="0" dirty="0" smtClean="0">
                            <a:latin typeface="Cambria Math"/>
                          </a:rPr>
                          <m:t>request</m:t>
                        </m:r>
                      </m:oMath>
                    </m:oMathPara>
                  </a14:m>
                  <a:endParaRPr lang="he-IL" sz="140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4244" y="1981200"/>
                  <a:ext cx="819455" cy="307777"/>
                </a:xfrm>
                <a:prstGeom prst="rect">
                  <a:avLst/>
                </a:prstGeom>
                <a:blipFill>
                  <a:blip r:embed="rId3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693902" y="2489048"/>
                  <a:ext cx="1669687" cy="455711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/>
                          </a:rPr>
                          <m:t>𝑐𝑟𝑖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/>
                          </a:rPr>
                          <m:t>, </m:t>
                        </m:r>
                        <m:r>
                          <a:rPr lang="en-US" sz="1600" b="0" i="1" smtClean="0">
                            <a:latin typeface="Cambria Math"/>
                          </a:rPr>
                          <m:t>𝑛𝑜𝑛𝑐𝑟𝑖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/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902" y="2489048"/>
                  <a:ext cx="1669687" cy="45571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/>
                <p:cNvSpPr/>
                <p:nvPr/>
              </p:nvSpPr>
              <p:spPr>
                <a:xfrm>
                  <a:off x="2173699" y="1449289"/>
                  <a:ext cx="1771345" cy="455711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/>
                          </a:rPr>
                          <m:t>𝑛𝑜𝑛𝑐𝑟𝑖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/>
                          </a:rPr>
                          <m:t>, </m:t>
                        </m:r>
                        <m:r>
                          <a:rPr lang="en-US" sz="1600" b="0" i="1" smtClean="0">
                            <a:latin typeface="Cambria Math"/>
                          </a:rPr>
                          <m:t>𝑛𝑜𝑛𝑐𝑟𝑖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8" name="Rectangle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3699" y="1449289"/>
                  <a:ext cx="1771345" cy="45571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/>
                <p:cNvSpPr/>
                <p:nvPr/>
              </p:nvSpPr>
              <p:spPr>
                <a:xfrm>
                  <a:off x="4097444" y="2489048"/>
                  <a:ext cx="1669687" cy="455711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/>
                          </a:rPr>
                          <m:t>𝑛𝑜𝑛𝑐𝑟𝑖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/>
                          </a:rPr>
                          <m:t>, </m:t>
                        </m:r>
                        <m:r>
                          <a:rPr lang="en-US" sz="1600" b="0" i="1" smtClean="0">
                            <a:latin typeface="Cambria Math"/>
                          </a:rPr>
                          <m:t>𝑐𝑟𝑖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9" name="Rectangle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7444" y="2489048"/>
                  <a:ext cx="1669687" cy="45571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/>
                <p:cNvSpPr/>
                <p:nvPr/>
              </p:nvSpPr>
              <p:spPr>
                <a:xfrm>
                  <a:off x="2326578" y="3480562"/>
                  <a:ext cx="1669687" cy="455711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/>
                          </a:rPr>
                          <m:t>𝑐𝑟𝑖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/>
                          </a:rPr>
                          <m:t>, </m:t>
                        </m:r>
                        <m:r>
                          <a:rPr lang="en-US" sz="1600" b="0" i="1" smtClean="0">
                            <a:latin typeface="Cambria Math"/>
                          </a:rPr>
                          <m:t>𝑐𝑟𝑖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/>
                </a:p>
              </p:txBody>
            </p:sp>
          </mc:Choice>
          <mc:Fallback xmlns="">
            <p:sp>
              <p:nvSpPr>
                <p:cNvPr id="20" name="Rectangle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6578" y="3480562"/>
                  <a:ext cx="1669687" cy="45571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/>
            <p:cNvCxnSpPr/>
            <p:nvPr/>
          </p:nvCxnSpPr>
          <p:spPr>
            <a:xfrm>
              <a:off x="2363589" y="2944759"/>
              <a:ext cx="286055" cy="535803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H="1" flipV="1">
              <a:off x="2057400" y="2944759"/>
              <a:ext cx="269179" cy="535804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 flipV="1">
              <a:off x="3996265" y="2944759"/>
              <a:ext cx="365881" cy="558952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H="1">
              <a:off x="3733800" y="2944759"/>
              <a:ext cx="357700" cy="535803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8" idx="3"/>
            </p:cNvCxnSpPr>
            <p:nvPr/>
          </p:nvCxnSpPr>
          <p:spPr>
            <a:xfrm>
              <a:off x="3945044" y="1677145"/>
              <a:ext cx="550756" cy="801622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flipH="1" flipV="1">
              <a:off x="3703320" y="1905000"/>
              <a:ext cx="388179" cy="573767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flipH="1">
              <a:off x="1905000" y="1905000"/>
              <a:ext cx="268700" cy="584048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flipV="1">
              <a:off x="2363589" y="1905000"/>
              <a:ext cx="286055" cy="584048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endCxn id="18" idx="0"/>
            </p:cNvCxnSpPr>
            <p:nvPr/>
          </p:nvCxnSpPr>
          <p:spPr>
            <a:xfrm>
              <a:off x="3057373" y="1219200"/>
              <a:ext cx="1999" cy="230089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/>
                <p:cNvSpPr txBox="1"/>
                <p:nvPr/>
              </p:nvSpPr>
              <p:spPr>
                <a:xfrm>
                  <a:off x="476748" y="1340874"/>
                  <a:ext cx="961482" cy="3733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 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he-IL" b="0" i="0" smtClean="0">
                                    <a:latin typeface="Cambria Math" panose="02040503050406030204" pitchFamily="18" charset="0"/>
                                  </a:rPr>
                                  <m:t>|||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∅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748" y="1340874"/>
                  <a:ext cx="961482" cy="373307"/>
                </a:xfrm>
                <a:prstGeom prst="rect">
                  <a:avLst/>
                </a:prstGeom>
                <a:blipFill>
                  <a:blip r:embed="rId12"/>
                  <a:stretch>
                    <a:fillRect b="-163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3" name="Group 92"/>
          <p:cNvGrpSpPr/>
          <p:nvPr/>
        </p:nvGrpSpPr>
        <p:grpSpPr>
          <a:xfrm>
            <a:off x="2465256" y="4206286"/>
            <a:ext cx="6510986" cy="2325218"/>
            <a:chOff x="1752600" y="4151782"/>
            <a:chExt cx="6510986" cy="23252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Rectangle 49"/>
                <p:cNvSpPr/>
                <p:nvPr/>
              </p:nvSpPr>
              <p:spPr>
                <a:xfrm>
                  <a:off x="3703320" y="4856517"/>
                  <a:ext cx="2609546" cy="455711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/>
                          </a:rPr>
                          <m:t>𝑛𝑜𝑛𝑐𝑟𝑖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/>
                          </a:rPr>
                          <m:t>, </m:t>
                        </m:r>
                        <m:r>
                          <a:rPr lang="en-US" sz="1600" b="0" i="1" smtClean="0">
                            <a:latin typeface="Cambria Math"/>
                          </a:rPr>
                          <m:t>𝑛𝑜𝑛𝑐𝑟𝑖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/>
                          </a:rPr>
                          <m:t>𝑢𝑛𝑙𝑜𝑐𝑘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50" name="Rectangle 4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3320" y="4856517"/>
                  <a:ext cx="2609546" cy="45571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Rectangle 50"/>
                <p:cNvSpPr/>
                <p:nvPr/>
              </p:nvSpPr>
              <p:spPr>
                <a:xfrm>
                  <a:off x="5654040" y="6021289"/>
                  <a:ext cx="2609546" cy="455711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/>
                          </a:rPr>
                          <m:t>𝑛𝑜𝑛𝑐𝑟𝑖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/>
                          </a:rPr>
                          <m:t>, </m:t>
                        </m:r>
                        <m:r>
                          <a:rPr lang="en-US" sz="1600" b="0" i="1" smtClean="0">
                            <a:latin typeface="Cambria Math"/>
                          </a:rPr>
                          <m:t>𝑐𝑟𝑖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/>
                          </a:rPr>
                          <m:t>, </m:t>
                        </m:r>
                        <m:r>
                          <a:rPr lang="en-US" sz="1600" b="0" i="1" smtClean="0">
                            <a:latin typeface="Cambria Math"/>
                          </a:rPr>
                          <m:t>𝑙𝑜𝑐𝑘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51" name="Rectangle 5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4040" y="6021289"/>
                  <a:ext cx="2609546" cy="45571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Rectangle 51"/>
                <p:cNvSpPr/>
                <p:nvPr/>
              </p:nvSpPr>
              <p:spPr>
                <a:xfrm>
                  <a:off x="1752600" y="6021289"/>
                  <a:ext cx="2609546" cy="455711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/>
                          </a:rPr>
                          <m:t>𝑐𝑟𝑖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/>
                          </a:rPr>
                          <m:t>, </m:t>
                        </m:r>
                        <m:r>
                          <a:rPr lang="en-US" sz="1600" b="0" i="1" smtClean="0">
                            <a:latin typeface="Cambria Math"/>
                          </a:rPr>
                          <m:t>𝑛𝑜𝑛𝑐𝑟𝑖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/>
                          </a:rPr>
                          <m:t>, </m:t>
                        </m:r>
                        <m:r>
                          <a:rPr lang="en-US" sz="1600" b="0" i="1" smtClean="0">
                            <a:latin typeface="Cambria Math"/>
                          </a:rPr>
                          <m:t>𝑙𝑜𝑐𝑘</m:t>
                        </m:r>
                      </m:oMath>
                    </m:oMathPara>
                  </a14:m>
                  <a:endParaRPr lang="en-US" sz="1600"/>
                </a:p>
              </p:txBody>
            </p:sp>
          </mc:Choice>
          <mc:Fallback xmlns="">
            <p:sp>
              <p:nvSpPr>
                <p:cNvPr id="52" name="Rectangle 5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2600" y="6021289"/>
                  <a:ext cx="2609546" cy="45571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Elbow Connector 53"/>
            <p:cNvCxnSpPr>
              <a:stCxn id="51" idx="1"/>
              <a:endCxn id="50" idx="2"/>
            </p:cNvCxnSpPr>
            <p:nvPr/>
          </p:nvCxnSpPr>
          <p:spPr>
            <a:xfrm rot="10800000">
              <a:off x="5186040" y="5312229"/>
              <a:ext cx="468000" cy="936917"/>
            </a:xfrm>
            <a:prstGeom prst="bentConnector2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Elbow Connector 55"/>
            <p:cNvCxnSpPr>
              <a:stCxn id="52" idx="3"/>
              <a:endCxn id="50" idx="2"/>
            </p:cNvCxnSpPr>
            <p:nvPr/>
          </p:nvCxnSpPr>
          <p:spPr>
            <a:xfrm flipV="1">
              <a:off x="4362146" y="5312228"/>
              <a:ext cx="504000" cy="936917"/>
            </a:xfrm>
            <a:prstGeom prst="bentConnector2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Elbow Connector 57"/>
            <p:cNvCxnSpPr>
              <a:stCxn id="50" idx="3"/>
              <a:endCxn id="51" idx="0"/>
            </p:cNvCxnSpPr>
            <p:nvPr/>
          </p:nvCxnSpPr>
          <p:spPr>
            <a:xfrm>
              <a:off x="6312866" y="5084373"/>
              <a:ext cx="645947" cy="936916"/>
            </a:xfrm>
            <a:prstGeom prst="bentConnector2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Elbow Connector 59"/>
            <p:cNvCxnSpPr>
              <a:stCxn id="50" idx="1"/>
              <a:endCxn id="52" idx="0"/>
            </p:cNvCxnSpPr>
            <p:nvPr/>
          </p:nvCxnSpPr>
          <p:spPr>
            <a:xfrm rot="10800000" flipV="1">
              <a:off x="3057374" y="5084373"/>
              <a:ext cx="645947" cy="936916"/>
            </a:xfrm>
            <a:prstGeom prst="bentConnector2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/>
                <p:cNvSpPr txBox="1"/>
                <p:nvPr/>
              </p:nvSpPr>
              <p:spPr>
                <a:xfrm>
                  <a:off x="4091499" y="5609379"/>
                  <a:ext cx="785793" cy="307777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400" b="0" i="0" dirty="0" smtClean="0">
                            <a:latin typeface="Cambria Math"/>
                          </a:rPr>
                          <m:t>release</m:t>
                        </m:r>
                      </m:oMath>
                    </m:oMathPara>
                  </a14:m>
                  <a:endParaRPr lang="he-IL" sz="1400"/>
                </a:p>
              </p:txBody>
            </p:sp>
          </mc:Choice>
          <mc:Fallback xmlns="">
            <p:sp>
              <p:nvSpPr>
                <p:cNvPr id="64" name="TextBox 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1499" y="5609379"/>
                  <a:ext cx="785793" cy="30777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/>
                <p:cNvSpPr txBox="1"/>
                <p:nvPr/>
              </p:nvSpPr>
              <p:spPr>
                <a:xfrm>
                  <a:off x="5186039" y="5596376"/>
                  <a:ext cx="785793" cy="307777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400" b="0" i="0" dirty="0" smtClean="0">
                            <a:latin typeface="Cambria Math"/>
                          </a:rPr>
                          <m:t>release</m:t>
                        </m:r>
                      </m:oMath>
                    </m:oMathPara>
                  </a14:m>
                  <a:endParaRPr lang="he-IL" sz="1400"/>
                </a:p>
              </p:txBody>
            </p:sp>
          </mc:Choice>
          <mc:Fallback xmlns="">
            <p:sp>
              <p:nvSpPr>
                <p:cNvPr id="68" name="TextBox 6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6039" y="5596376"/>
                  <a:ext cx="785793" cy="30777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/>
                <p:cNvSpPr txBox="1"/>
                <p:nvPr/>
              </p:nvSpPr>
              <p:spPr>
                <a:xfrm>
                  <a:off x="2243785" y="5321998"/>
                  <a:ext cx="819455" cy="307777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400" b="0" i="0" dirty="0" smtClean="0">
                            <a:latin typeface="Cambria Math"/>
                          </a:rPr>
                          <m:t>request</m:t>
                        </m:r>
                      </m:oMath>
                    </m:oMathPara>
                  </a14:m>
                  <a:endParaRPr lang="he-IL" sz="1400"/>
                </a:p>
              </p:txBody>
            </p:sp>
          </mc:Choice>
          <mc:Fallback xmlns="">
            <p:sp>
              <p:nvSpPr>
                <p:cNvPr id="69" name="TextBox 6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3785" y="5321998"/>
                  <a:ext cx="819455" cy="307777"/>
                </a:xfrm>
                <a:prstGeom prst="rect">
                  <a:avLst/>
                </a:prstGeom>
                <a:blipFill>
                  <a:blip r:embed="rId3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/>
                <p:cNvSpPr txBox="1"/>
                <p:nvPr/>
              </p:nvSpPr>
              <p:spPr>
                <a:xfrm>
                  <a:off x="6949440" y="5321998"/>
                  <a:ext cx="819455" cy="307777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400" b="0" i="0" dirty="0" smtClean="0">
                            <a:latin typeface="Cambria Math"/>
                          </a:rPr>
                          <m:t>request</m:t>
                        </m:r>
                      </m:oMath>
                    </m:oMathPara>
                  </a14:m>
                  <a:endParaRPr lang="he-IL" sz="1400"/>
                </a:p>
              </p:txBody>
            </p:sp>
          </mc:Choice>
          <mc:Fallback xmlns="">
            <p:sp>
              <p:nvSpPr>
                <p:cNvPr id="70" name="TextBox 6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9440" y="5321998"/>
                  <a:ext cx="819455" cy="307777"/>
                </a:xfrm>
                <a:prstGeom prst="rect">
                  <a:avLst/>
                </a:prstGeom>
                <a:blipFill>
                  <a:blip r:embed="rId3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/>
                <p:cNvSpPr txBox="1"/>
                <p:nvPr/>
              </p:nvSpPr>
              <p:spPr>
                <a:xfrm>
                  <a:off x="4462295" y="4151782"/>
                  <a:ext cx="2320700" cy="3733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 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he-IL" b="0" i="0" smtClean="0">
                                <a:latin typeface="Cambria Math" panose="02040503050406030204" pitchFamily="18" charset="0"/>
                              </a:rPr>
                              <m:t>|||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∅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/>
                              </a:rPr>
                              <m:t> </m:t>
                            </m:r>
                            <m:r>
                              <a:rPr lang="en-US" b="0" i="1" dirty="0" smtClean="0"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/>
                          </a:rPr>
                          <m:t>)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he-IL" b="0" i="0" smtClean="0">
                                <a:latin typeface="Cambria Math" panose="02040503050406030204" pitchFamily="18" charset="0"/>
                              </a:rPr>
                              <m:t>|||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/>
                          </a:rPr>
                          <m:t>𝐴𝑟𝑏𝑖𝑡𝑒𝑟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2295" y="4151782"/>
                  <a:ext cx="2320700" cy="373307"/>
                </a:xfrm>
                <a:prstGeom prst="rect">
                  <a:avLst/>
                </a:prstGeom>
                <a:blipFill>
                  <a:blip r:embed="rId17"/>
                  <a:stretch>
                    <a:fillRect l="-787" r="-1575" b="-163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/>
                <p:cNvSpPr txBox="1"/>
                <p:nvPr/>
              </p:nvSpPr>
              <p:spPr>
                <a:xfrm>
                  <a:off x="5756259" y="4481256"/>
                  <a:ext cx="228479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={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𝑟𝑒𝑞𝑢𝑒𝑠𝑡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𝑟𝑒𝑙𝑒𝑎𝑠𝑒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en-US" sz="1600"/>
                </a:p>
              </p:txBody>
            </p:sp>
          </mc:Choice>
          <mc:Fallback xmlns="">
            <p:sp>
              <p:nvSpPr>
                <p:cNvPr id="99" name="TextBox 9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6259" y="4481256"/>
                  <a:ext cx="2284793" cy="338554"/>
                </a:xfrm>
                <a:prstGeom prst="rect">
                  <a:avLst/>
                </a:prstGeom>
                <a:blipFill>
                  <a:blip r:embed="rId18"/>
                  <a:stretch>
                    <a:fillRect b="-89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8" name="Group 77"/>
          <p:cNvGrpSpPr/>
          <p:nvPr/>
        </p:nvGrpSpPr>
        <p:grpSpPr>
          <a:xfrm>
            <a:off x="188119" y="904399"/>
            <a:ext cx="2928799" cy="2111214"/>
            <a:chOff x="6019639" y="1327426"/>
            <a:chExt cx="2928799" cy="21112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 33"/>
                <p:cNvSpPr/>
                <p:nvPr/>
              </p:nvSpPr>
              <p:spPr>
                <a:xfrm>
                  <a:off x="7009042" y="1928029"/>
                  <a:ext cx="983887" cy="455711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/>
                          </a:rPr>
                          <m:t>𝑢𝑛𝑙𝑜𝑐𝑘</m:t>
                        </m:r>
                      </m:oMath>
                    </m:oMathPara>
                  </a14:m>
                  <a:endParaRPr lang="en-US" sz="1600"/>
                </a:p>
              </p:txBody>
            </p:sp>
          </mc:Choice>
          <mc:Fallback xmlns="">
            <p:sp>
              <p:nvSpPr>
                <p:cNvPr id="34" name="Rectangle 3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9042" y="1928029"/>
                  <a:ext cx="983887" cy="455711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/>
                <p:cNvSpPr/>
                <p:nvPr/>
              </p:nvSpPr>
              <p:spPr>
                <a:xfrm>
                  <a:off x="7009042" y="2982929"/>
                  <a:ext cx="983887" cy="455711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/>
                          </a:rPr>
                          <m:t>𝑙𝑜𝑐𝑘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5" name="Rectangle 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9042" y="2982929"/>
                  <a:ext cx="983887" cy="455711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Elbow Connector 26"/>
            <p:cNvCxnSpPr>
              <a:stCxn id="34" idx="3"/>
              <a:endCxn id="35" idx="3"/>
            </p:cNvCxnSpPr>
            <p:nvPr/>
          </p:nvCxnSpPr>
          <p:spPr>
            <a:xfrm>
              <a:off x="7992929" y="2155885"/>
              <a:ext cx="12700" cy="1054900"/>
            </a:xfrm>
            <a:prstGeom prst="bentConnector3">
              <a:avLst>
                <a:gd name="adj1" fmla="val 1800000"/>
              </a:avLst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Elbow Connector 36"/>
            <p:cNvCxnSpPr>
              <a:stCxn id="35" idx="1"/>
              <a:endCxn id="34" idx="1"/>
            </p:cNvCxnSpPr>
            <p:nvPr/>
          </p:nvCxnSpPr>
          <p:spPr>
            <a:xfrm rot="10800000">
              <a:off x="7009042" y="2155885"/>
              <a:ext cx="12700" cy="1054900"/>
            </a:xfrm>
            <a:prstGeom prst="bentConnector3">
              <a:avLst>
                <a:gd name="adj1" fmla="val 1800000"/>
              </a:avLst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endCxn id="34" idx="0"/>
            </p:cNvCxnSpPr>
            <p:nvPr/>
          </p:nvCxnSpPr>
          <p:spPr>
            <a:xfrm>
              <a:off x="7500986" y="1696758"/>
              <a:ext cx="0" cy="231271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/>
                <p:cNvSpPr txBox="1"/>
                <p:nvPr/>
              </p:nvSpPr>
              <p:spPr>
                <a:xfrm>
                  <a:off x="8128983" y="2623533"/>
                  <a:ext cx="819455" cy="307777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400" b="0" i="0" dirty="0" smtClean="0">
                            <a:latin typeface="Cambria Math"/>
                          </a:rPr>
                          <m:t>request</m:t>
                        </m:r>
                      </m:oMath>
                    </m:oMathPara>
                  </a14:m>
                  <a:endParaRPr lang="he-IL" sz="1400" dirty="0"/>
                </a:p>
              </p:txBody>
            </p:sp>
          </mc:Choice>
          <mc:Fallback xmlns="">
            <p:sp>
              <p:nvSpPr>
                <p:cNvPr id="46" name="TextBox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8983" y="2623533"/>
                  <a:ext cx="819455" cy="307777"/>
                </a:xfrm>
                <a:prstGeom prst="rect">
                  <a:avLst/>
                </a:prstGeom>
                <a:blipFill>
                  <a:blip r:embed="rId3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/>
                <p:cNvSpPr txBox="1"/>
                <p:nvPr/>
              </p:nvSpPr>
              <p:spPr>
                <a:xfrm>
                  <a:off x="6057716" y="2164842"/>
                  <a:ext cx="785793" cy="307777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400" b="0" i="0" dirty="0" smtClean="0">
                            <a:latin typeface="Cambria Math"/>
                          </a:rPr>
                          <m:t>release</m:t>
                        </m:r>
                      </m:oMath>
                    </m:oMathPara>
                  </a14:m>
                  <a:endParaRPr lang="he-IL" sz="1400"/>
                </a:p>
              </p:txBody>
            </p:sp>
          </mc:Choice>
          <mc:Fallback xmlns="">
            <p:sp>
              <p:nvSpPr>
                <p:cNvPr id="47" name="TextBox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57716" y="2164842"/>
                  <a:ext cx="785793" cy="307777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/>
                <p:cNvSpPr/>
                <p:nvPr/>
              </p:nvSpPr>
              <p:spPr>
                <a:xfrm>
                  <a:off x="6019639" y="1327426"/>
                  <a:ext cx="100886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/>
                          </a:rPr>
                          <m:t>𝐴𝑟𝑏𝑖𝑡𝑒𝑟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7" name="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9639" y="1327426"/>
                  <a:ext cx="1008866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 82"/>
              <p:cNvSpPr/>
              <p:nvPr/>
            </p:nvSpPr>
            <p:spPr>
              <a:xfrm>
                <a:off x="573591" y="4249326"/>
                <a:ext cx="983887" cy="455711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𝑛𝑜𝑛𝑐𝑟𝑖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83" name="Rectangle 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91" y="4249326"/>
                <a:ext cx="983887" cy="45571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 83"/>
              <p:cNvSpPr/>
              <p:nvPr/>
            </p:nvSpPr>
            <p:spPr>
              <a:xfrm>
                <a:off x="2243277" y="4252401"/>
                <a:ext cx="983887" cy="455711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𝑐𝑟𝑖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4" name="Rectangle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3277" y="4252401"/>
                <a:ext cx="983887" cy="455711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Elbow Connector 84"/>
          <p:cNvCxnSpPr>
            <a:stCxn id="83" idx="0"/>
            <a:endCxn id="84" idx="0"/>
          </p:cNvCxnSpPr>
          <p:nvPr/>
        </p:nvCxnSpPr>
        <p:spPr>
          <a:xfrm rot="16200000" flipH="1">
            <a:off x="1898840" y="3416020"/>
            <a:ext cx="3075" cy="1669686"/>
          </a:xfrm>
          <a:prstGeom prst="bentConnector3">
            <a:avLst>
              <a:gd name="adj1" fmla="val -7434146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Elbow Connector 87"/>
          <p:cNvCxnSpPr>
            <a:stCxn id="84" idx="2"/>
            <a:endCxn id="83" idx="2"/>
          </p:cNvCxnSpPr>
          <p:nvPr/>
        </p:nvCxnSpPr>
        <p:spPr>
          <a:xfrm rot="5400000" flipH="1">
            <a:off x="1898840" y="3871732"/>
            <a:ext cx="3075" cy="1669686"/>
          </a:xfrm>
          <a:prstGeom prst="bentConnector3">
            <a:avLst>
              <a:gd name="adj1" fmla="val -7434146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1575065" y="3714536"/>
                <a:ext cx="819455" cy="307777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 b="0" i="0" dirty="0" smtClean="0">
                          <a:latin typeface="Cambria Math"/>
                        </a:rPr>
                        <m:t>request</m:t>
                      </m:r>
                    </m:oMath>
                  </m:oMathPara>
                </a14:m>
                <a:endParaRPr lang="he-IL" sz="1400" dirty="0"/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065" y="3714536"/>
                <a:ext cx="819455" cy="307777"/>
              </a:xfrm>
              <a:prstGeom prst="rect">
                <a:avLst/>
              </a:prstGeom>
              <a:blipFill>
                <a:blip r:embed="rId25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Straight Arrow Connector 94"/>
          <p:cNvCxnSpPr>
            <a:endCxn id="83" idx="1"/>
          </p:cNvCxnSpPr>
          <p:nvPr/>
        </p:nvCxnSpPr>
        <p:spPr>
          <a:xfrm flipV="1">
            <a:off x="304800" y="4477182"/>
            <a:ext cx="268791" cy="3407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1478008" y="4940035"/>
                <a:ext cx="785793" cy="307777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 b="0" i="0" dirty="0" smtClean="0">
                          <a:latin typeface="Cambria Math"/>
                        </a:rPr>
                        <m:t>release</m:t>
                      </m:r>
                    </m:oMath>
                  </m:oMathPara>
                </a14:m>
                <a:endParaRPr lang="he-IL" sz="1400" dirty="0"/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8008" y="4940035"/>
                <a:ext cx="785793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" name="TextBox 97"/>
              <p:cNvSpPr txBox="1"/>
              <p:nvPr/>
            </p:nvSpPr>
            <p:spPr>
              <a:xfrm>
                <a:off x="232041" y="3581400"/>
                <a:ext cx="4605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8" name="TextBox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041" y="3581400"/>
                <a:ext cx="460511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20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304800"/>
            <a:ext cx="7772400" cy="1143000"/>
          </a:xfrm>
        </p:spPr>
        <p:txBody>
          <a:bodyPr/>
          <a:lstStyle/>
          <a:p>
            <a:pPr rtl="0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חוקי משחק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A7F926B5-663A-4127-A287-7B83208B40AD}" type="datetime8">
              <a:rPr lang="he-IL" smtClean="0"/>
              <a:pPr algn="l" rtl="0"/>
              <a:t>30 ספטמבר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21A1DA9-A2DD-4375-8887-E40ACC834D3F}" type="slidenum">
              <a:rPr lang="he-IL" smtClean="0"/>
              <a:pPr rtl="0"/>
              <a:t>5</a:t>
            </a:fld>
            <a:endParaRPr lang="he-IL"/>
          </a:p>
        </p:txBody>
      </p: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FFD20397-7A43-1177-C1CA-3F86E47B7A3D}"/>
              </a:ext>
            </a:extLst>
          </p:cNvPr>
          <p:cNvGrpSpPr/>
          <p:nvPr/>
        </p:nvGrpSpPr>
        <p:grpSpPr>
          <a:xfrm>
            <a:off x="5943600" y="2590800"/>
            <a:ext cx="2770685" cy="1514995"/>
            <a:chOff x="4127202" y="3262791"/>
            <a:chExt cx="2770685" cy="1514995"/>
          </a:xfrm>
          <a:effectLst>
            <a:innerShdw blurRad="63500" dist="50800" dir="18900000">
              <a:prstClr val="black">
                <a:alpha val="50000"/>
              </a:prstClr>
            </a:innerShdw>
          </a:effectLst>
        </p:grpSpPr>
        <p:grpSp>
          <p:nvGrpSpPr>
            <p:cNvPr id="47" name="Graphic 7">
              <a:extLst>
                <a:ext uri="{FF2B5EF4-FFF2-40B4-BE49-F238E27FC236}">
                  <a16:creationId xmlns:a16="http://schemas.microsoft.com/office/drawing/2014/main" id="{BF08EE81-FE27-2BD7-6EFF-646B80B17E7A}"/>
                </a:ext>
              </a:extLst>
            </p:cNvPr>
            <p:cNvGrpSpPr/>
            <p:nvPr/>
          </p:nvGrpSpPr>
          <p:grpSpPr>
            <a:xfrm>
              <a:off x="4475586" y="4390551"/>
              <a:ext cx="896696" cy="387235"/>
              <a:chOff x="4206600" y="4328820"/>
              <a:chExt cx="896696" cy="387235"/>
            </a:xfrm>
          </p:grpSpPr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25739F5B-6C5B-BD8E-8B8D-3515F487E325}"/>
                  </a:ext>
                </a:extLst>
              </p:cNvPr>
              <p:cNvSpPr/>
              <p:nvPr/>
            </p:nvSpPr>
            <p:spPr>
              <a:xfrm>
                <a:off x="4206600" y="4328820"/>
                <a:ext cx="896696" cy="387235"/>
              </a:xfrm>
              <a:custGeom>
                <a:avLst/>
                <a:gdLst>
                  <a:gd name="connsiteX0" fmla="*/ 896700 w 896696"/>
                  <a:gd name="connsiteY0" fmla="*/ 596 h 387235"/>
                  <a:gd name="connsiteX1" fmla="*/ 4 w 896696"/>
                  <a:gd name="connsiteY1" fmla="*/ 596 h 387235"/>
                  <a:gd name="connsiteX2" fmla="*/ 4 w 896696"/>
                  <a:gd name="connsiteY2" fmla="*/ 387831 h 387235"/>
                  <a:gd name="connsiteX3" fmla="*/ 896700 w 896696"/>
                  <a:gd name="connsiteY3" fmla="*/ 387831 h 387235"/>
                  <a:gd name="connsiteX4" fmla="*/ 896700 w 896696"/>
                  <a:gd name="connsiteY4" fmla="*/ 596 h 387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696" h="387235">
                    <a:moveTo>
                      <a:pt x="896700" y="596"/>
                    </a:moveTo>
                    <a:lnTo>
                      <a:pt x="4" y="596"/>
                    </a:lnTo>
                    <a:lnTo>
                      <a:pt x="4" y="387831"/>
                    </a:lnTo>
                    <a:lnTo>
                      <a:pt x="896700" y="387831"/>
                    </a:lnTo>
                    <a:lnTo>
                      <a:pt x="896700" y="596"/>
                    </a:lnTo>
                    <a:close/>
                  </a:path>
                </a:pathLst>
              </a:custGeom>
              <a:solidFill>
                <a:srgbClr val="FFFFCC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880AD25-31F1-0D83-3AE6-541757A35C79}"/>
                  </a:ext>
                </a:extLst>
              </p:cNvPr>
              <p:cNvSpPr txBox="1"/>
              <p:nvPr/>
            </p:nvSpPr>
            <p:spPr>
              <a:xfrm>
                <a:off x="4422536" y="4315072"/>
                <a:ext cx="464820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Sq. 6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225DC4D-D27F-0239-A48A-243CE7BEE3EC}"/>
                  </a:ext>
                </a:extLst>
              </p:cNvPr>
              <p:cNvSpPr txBox="1"/>
              <p:nvPr/>
            </p:nvSpPr>
            <p:spPr>
              <a:xfrm>
                <a:off x="4201683" y="4472958"/>
                <a:ext cx="906526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is not marked</a:t>
                </a:r>
              </a:p>
            </p:txBody>
          </p:sp>
        </p:grpSp>
        <p:grpSp>
          <p:nvGrpSpPr>
            <p:cNvPr id="51" name="Graphic 7">
              <a:extLst>
                <a:ext uri="{FF2B5EF4-FFF2-40B4-BE49-F238E27FC236}">
                  <a16:creationId xmlns:a16="http://schemas.microsoft.com/office/drawing/2014/main" id="{F22B72FC-884F-6539-E8F9-787D427C045F}"/>
                </a:ext>
              </a:extLst>
            </p:cNvPr>
            <p:cNvGrpSpPr/>
            <p:nvPr/>
          </p:nvGrpSpPr>
          <p:grpSpPr>
            <a:xfrm>
              <a:off x="6196496" y="4390551"/>
              <a:ext cx="701391" cy="387235"/>
              <a:chOff x="5927510" y="4328820"/>
              <a:chExt cx="701391" cy="387235"/>
            </a:xfrm>
          </p:grpSpPr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7BC8362D-223C-7F9A-069B-074BB80CA175}"/>
                  </a:ext>
                </a:extLst>
              </p:cNvPr>
              <p:cNvSpPr/>
              <p:nvPr/>
            </p:nvSpPr>
            <p:spPr>
              <a:xfrm>
                <a:off x="5927510" y="4328820"/>
                <a:ext cx="701391" cy="387235"/>
              </a:xfrm>
              <a:custGeom>
                <a:avLst/>
                <a:gdLst>
                  <a:gd name="connsiteX0" fmla="*/ 701396 w 701391"/>
                  <a:gd name="connsiteY0" fmla="*/ 596 h 387235"/>
                  <a:gd name="connsiteX1" fmla="*/ 4 w 701391"/>
                  <a:gd name="connsiteY1" fmla="*/ 596 h 387235"/>
                  <a:gd name="connsiteX2" fmla="*/ 4 w 701391"/>
                  <a:gd name="connsiteY2" fmla="*/ 387831 h 387235"/>
                  <a:gd name="connsiteX3" fmla="*/ 701396 w 701391"/>
                  <a:gd name="connsiteY3" fmla="*/ 387831 h 387235"/>
                  <a:gd name="connsiteX4" fmla="*/ 701396 w 701391"/>
                  <a:gd name="connsiteY4" fmla="*/ 596 h 387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1391" h="387235">
                    <a:moveTo>
                      <a:pt x="701396" y="596"/>
                    </a:moveTo>
                    <a:lnTo>
                      <a:pt x="4" y="596"/>
                    </a:lnTo>
                    <a:lnTo>
                      <a:pt x="4" y="387831"/>
                    </a:lnTo>
                    <a:lnTo>
                      <a:pt x="701396" y="387831"/>
                    </a:lnTo>
                    <a:lnTo>
                      <a:pt x="701396" y="596"/>
                    </a:lnTo>
                    <a:close/>
                  </a:path>
                </a:pathLst>
              </a:custGeom>
              <a:solidFill>
                <a:srgbClr val="FFFFCC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417BB62-F268-03C1-DC0E-D5D9230A5CCC}"/>
                  </a:ext>
                </a:extLst>
              </p:cNvPr>
              <p:cNvSpPr txBox="1"/>
              <p:nvPr/>
            </p:nvSpPr>
            <p:spPr>
              <a:xfrm>
                <a:off x="6045796" y="4315072"/>
                <a:ext cx="464820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Sq. 6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B1A015C-08A4-CE86-A531-A359E1AC1FF4}"/>
                  </a:ext>
                </a:extLst>
              </p:cNvPr>
              <p:cNvSpPr txBox="1"/>
              <p:nvPr/>
            </p:nvSpPr>
            <p:spPr>
              <a:xfrm>
                <a:off x="5928321" y="4472958"/>
                <a:ext cx="699770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is marked</a:t>
                </a:r>
              </a:p>
            </p:txBody>
          </p:sp>
        </p:grpSp>
        <p:grpSp>
          <p:nvGrpSpPr>
            <p:cNvPr id="55" name="Graphic 7">
              <a:extLst>
                <a:ext uri="{FF2B5EF4-FFF2-40B4-BE49-F238E27FC236}">
                  <a16:creationId xmlns:a16="http://schemas.microsoft.com/office/drawing/2014/main" id="{F46F77C3-4985-7BEC-ECA0-9BEC0E4584C5}"/>
                </a:ext>
              </a:extLst>
            </p:cNvPr>
            <p:cNvGrpSpPr/>
            <p:nvPr/>
          </p:nvGrpSpPr>
          <p:grpSpPr>
            <a:xfrm>
              <a:off x="5376098" y="4422523"/>
              <a:ext cx="821667" cy="194538"/>
              <a:chOff x="5107112" y="4360792"/>
              <a:chExt cx="821667" cy="194538"/>
            </a:xfrm>
          </p:grpSpPr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D7DFDCF0-BF2F-E07C-91C8-37781EED3F95}"/>
                  </a:ext>
                </a:extLst>
              </p:cNvPr>
              <p:cNvSpPr/>
              <p:nvPr/>
            </p:nvSpPr>
            <p:spPr>
              <a:xfrm>
                <a:off x="5107112" y="4522437"/>
                <a:ext cx="724980" cy="9398"/>
              </a:xfrm>
              <a:custGeom>
                <a:avLst/>
                <a:gdLst>
                  <a:gd name="connsiteX0" fmla="*/ 4 w 724980"/>
                  <a:gd name="connsiteY0" fmla="*/ 596 h 9398"/>
                  <a:gd name="connsiteX1" fmla="*/ 724985 w 724980"/>
                  <a:gd name="connsiteY1" fmla="*/ 596 h 9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24980" h="9398">
                    <a:moveTo>
                      <a:pt x="4" y="596"/>
                    </a:moveTo>
                    <a:cubicBezTo>
                      <a:pt x="226364" y="596"/>
                      <a:pt x="499470" y="596"/>
                      <a:pt x="724985" y="596"/>
                    </a:cubicBezTo>
                  </a:path>
                </a:pathLst>
              </a:custGeom>
              <a:noFill/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0DA7DF70-C21D-C556-6A7B-53910174A246}"/>
                  </a:ext>
                </a:extLst>
              </p:cNvPr>
              <p:cNvSpPr/>
              <p:nvPr/>
            </p:nvSpPr>
            <p:spPr>
              <a:xfrm>
                <a:off x="5834799" y="4489544"/>
                <a:ext cx="93980" cy="65786"/>
              </a:xfrm>
              <a:custGeom>
                <a:avLst/>
                <a:gdLst>
                  <a:gd name="connsiteX0" fmla="*/ 4 w 93980"/>
                  <a:gd name="connsiteY0" fmla="*/ 596 h 65786"/>
                  <a:gd name="connsiteX1" fmla="*/ 93984 w 93980"/>
                  <a:gd name="connsiteY1" fmla="*/ 33489 h 65786"/>
                  <a:gd name="connsiteX2" fmla="*/ 4 w 93980"/>
                  <a:gd name="connsiteY2" fmla="*/ 66382 h 65786"/>
                  <a:gd name="connsiteX3" fmla="*/ 4 w 93980"/>
                  <a:gd name="connsiteY3" fmla="*/ 596 h 65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980" h="65786">
                    <a:moveTo>
                      <a:pt x="4" y="596"/>
                    </a:moveTo>
                    <a:lnTo>
                      <a:pt x="93984" y="33489"/>
                    </a:lnTo>
                    <a:lnTo>
                      <a:pt x="4" y="66382"/>
                    </a:lnTo>
                    <a:lnTo>
                      <a:pt x="4" y="596"/>
                    </a:lnTo>
                    <a:close/>
                  </a:path>
                </a:pathLst>
              </a:custGeom>
              <a:solidFill>
                <a:srgbClr val="000000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862F7E0-FDB2-FD3D-4FC7-F90DFDD8514D}"/>
                  </a:ext>
                </a:extLst>
              </p:cNvPr>
              <p:cNvSpPr txBox="1"/>
              <p:nvPr/>
            </p:nvSpPr>
            <p:spPr>
              <a:xfrm>
                <a:off x="5246835" y="4315072"/>
                <a:ext cx="540004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X6,O6</a:t>
                </a:r>
              </a:p>
            </p:txBody>
          </p:sp>
        </p:grpSp>
        <p:grpSp>
          <p:nvGrpSpPr>
            <p:cNvPr id="59" name="Graphic 7">
              <a:extLst>
                <a:ext uri="{FF2B5EF4-FFF2-40B4-BE49-F238E27FC236}">
                  <a16:creationId xmlns:a16="http://schemas.microsoft.com/office/drawing/2014/main" id="{A42EA930-0845-60D9-CE34-1E5A273F6E38}"/>
                </a:ext>
              </a:extLst>
            </p:cNvPr>
            <p:cNvGrpSpPr/>
            <p:nvPr/>
          </p:nvGrpSpPr>
          <p:grpSpPr>
            <a:xfrm>
              <a:off x="4475586" y="3826671"/>
              <a:ext cx="896696" cy="387235"/>
              <a:chOff x="4206600" y="3764940"/>
              <a:chExt cx="896696" cy="387235"/>
            </a:xfrm>
          </p:grpSpPr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FE2708DF-DEBD-5492-64E4-A241E74FE764}"/>
                  </a:ext>
                </a:extLst>
              </p:cNvPr>
              <p:cNvSpPr/>
              <p:nvPr/>
            </p:nvSpPr>
            <p:spPr>
              <a:xfrm>
                <a:off x="4206600" y="3764940"/>
                <a:ext cx="896696" cy="387235"/>
              </a:xfrm>
              <a:custGeom>
                <a:avLst/>
                <a:gdLst>
                  <a:gd name="connsiteX0" fmla="*/ 896700 w 896696"/>
                  <a:gd name="connsiteY0" fmla="*/ 596 h 387235"/>
                  <a:gd name="connsiteX1" fmla="*/ 4 w 896696"/>
                  <a:gd name="connsiteY1" fmla="*/ 596 h 387235"/>
                  <a:gd name="connsiteX2" fmla="*/ 4 w 896696"/>
                  <a:gd name="connsiteY2" fmla="*/ 387831 h 387235"/>
                  <a:gd name="connsiteX3" fmla="*/ 896700 w 896696"/>
                  <a:gd name="connsiteY3" fmla="*/ 387831 h 387235"/>
                  <a:gd name="connsiteX4" fmla="*/ 896700 w 896696"/>
                  <a:gd name="connsiteY4" fmla="*/ 596 h 387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696" h="387235">
                    <a:moveTo>
                      <a:pt x="896700" y="596"/>
                    </a:moveTo>
                    <a:lnTo>
                      <a:pt x="4" y="596"/>
                    </a:lnTo>
                    <a:lnTo>
                      <a:pt x="4" y="387831"/>
                    </a:lnTo>
                    <a:lnTo>
                      <a:pt x="896700" y="387831"/>
                    </a:lnTo>
                    <a:lnTo>
                      <a:pt x="896700" y="596"/>
                    </a:lnTo>
                    <a:close/>
                  </a:path>
                </a:pathLst>
              </a:custGeom>
              <a:solidFill>
                <a:srgbClr val="FFFFCC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657B663-302C-FDCB-492A-2F11D81D521B}"/>
                  </a:ext>
                </a:extLst>
              </p:cNvPr>
              <p:cNvSpPr txBox="1"/>
              <p:nvPr/>
            </p:nvSpPr>
            <p:spPr>
              <a:xfrm>
                <a:off x="4422536" y="3751192"/>
                <a:ext cx="464820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Sq. 5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DA888AE-42E2-11C4-D229-D3D192408722}"/>
                  </a:ext>
                </a:extLst>
              </p:cNvPr>
              <p:cNvSpPr txBox="1"/>
              <p:nvPr/>
            </p:nvSpPr>
            <p:spPr>
              <a:xfrm>
                <a:off x="4201683" y="3909078"/>
                <a:ext cx="906526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is not marked</a:t>
                </a:r>
              </a:p>
            </p:txBody>
          </p:sp>
        </p:grpSp>
        <p:grpSp>
          <p:nvGrpSpPr>
            <p:cNvPr id="63" name="Graphic 7">
              <a:extLst>
                <a:ext uri="{FF2B5EF4-FFF2-40B4-BE49-F238E27FC236}">
                  <a16:creationId xmlns:a16="http://schemas.microsoft.com/office/drawing/2014/main" id="{CDB5D189-32D7-E625-D6B7-D63AFD66CE9B}"/>
                </a:ext>
              </a:extLst>
            </p:cNvPr>
            <p:cNvGrpSpPr/>
            <p:nvPr/>
          </p:nvGrpSpPr>
          <p:grpSpPr>
            <a:xfrm>
              <a:off x="6196496" y="3826671"/>
              <a:ext cx="701391" cy="387235"/>
              <a:chOff x="5927510" y="3764940"/>
              <a:chExt cx="701391" cy="387235"/>
            </a:xfrm>
          </p:grpSpPr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B23529DC-62F2-0386-ACB4-A047039DE9B7}"/>
                  </a:ext>
                </a:extLst>
              </p:cNvPr>
              <p:cNvSpPr/>
              <p:nvPr/>
            </p:nvSpPr>
            <p:spPr>
              <a:xfrm>
                <a:off x="5927510" y="3764940"/>
                <a:ext cx="701391" cy="387235"/>
              </a:xfrm>
              <a:custGeom>
                <a:avLst/>
                <a:gdLst>
                  <a:gd name="connsiteX0" fmla="*/ 701396 w 701391"/>
                  <a:gd name="connsiteY0" fmla="*/ 596 h 387235"/>
                  <a:gd name="connsiteX1" fmla="*/ 4 w 701391"/>
                  <a:gd name="connsiteY1" fmla="*/ 596 h 387235"/>
                  <a:gd name="connsiteX2" fmla="*/ 4 w 701391"/>
                  <a:gd name="connsiteY2" fmla="*/ 387831 h 387235"/>
                  <a:gd name="connsiteX3" fmla="*/ 701396 w 701391"/>
                  <a:gd name="connsiteY3" fmla="*/ 387831 h 387235"/>
                  <a:gd name="connsiteX4" fmla="*/ 701396 w 701391"/>
                  <a:gd name="connsiteY4" fmla="*/ 596 h 387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1391" h="387235">
                    <a:moveTo>
                      <a:pt x="701396" y="596"/>
                    </a:moveTo>
                    <a:lnTo>
                      <a:pt x="4" y="596"/>
                    </a:lnTo>
                    <a:lnTo>
                      <a:pt x="4" y="387831"/>
                    </a:lnTo>
                    <a:lnTo>
                      <a:pt x="701396" y="387831"/>
                    </a:lnTo>
                    <a:lnTo>
                      <a:pt x="701396" y="596"/>
                    </a:lnTo>
                    <a:close/>
                  </a:path>
                </a:pathLst>
              </a:custGeom>
              <a:solidFill>
                <a:srgbClr val="FFFFCC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082239A3-57E1-66B1-5502-183F06BE6758}"/>
                  </a:ext>
                </a:extLst>
              </p:cNvPr>
              <p:cNvSpPr txBox="1"/>
              <p:nvPr/>
            </p:nvSpPr>
            <p:spPr>
              <a:xfrm>
                <a:off x="6045796" y="3751192"/>
                <a:ext cx="464820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Sq. 5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41051961-E0D7-4CC8-910F-A3AFAA8C608A}"/>
                  </a:ext>
                </a:extLst>
              </p:cNvPr>
              <p:cNvSpPr txBox="1"/>
              <p:nvPr/>
            </p:nvSpPr>
            <p:spPr>
              <a:xfrm>
                <a:off x="5928321" y="3909078"/>
                <a:ext cx="699770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is marked</a:t>
                </a:r>
              </a:p>
            </p:txBody>
          </p:sp>
        </p:grpSp>
        <p:grpSp>
          <p:nvGrpSpPr>
            <p:cNvPr id="67" name="Graphic 7">
              <a:extLst>
                <a:ext uri="{FF2B5EF4-FFF2-40B4-BE49-F238E27FC236}">
                  <a16:creationId xmlns:a16="http://schemas.microsoft.com/office/drawing/2014/main" id="{DFB1E415-9887-2B7D-A490-587D9791A3C4}"/>
                </a:ext>
              </a:extLst>
            </p:cNvPr>
            <p:cNvGrpSpPr/>
            <p:nvPr/>
          </p:nvGrpSpPr>
          <p:grpSpPr>
            <a:xfrm>
              <a:off x="5376098" y="3858643"/>
              <a:ext cx="821667" cy="194538"/>
              <a:chOff x="5107112" y="3796912"/>
              <a:chExt cx="821667" cy="194538"/>
            </a:xfrm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D4D1B651-1AFC-2CC8-9371-6E04196493BB}"/>
                  </a:ext>
                </a:extLst>
              </p:cNvPr>
              <p:cNvSpPr/>
              <p:nvPr/>
            </p:nvSpPr>
            <p:spPr>
              <a:xfrm>
                <a:off x="5107112" y="3958558"/>
                <a:ext cx="724980" cy="9398"/>
              </a:xfrm>
              <a:custGeom>
                <a:avLst/>
                <a:gdLst>
                  <a:gd name="connsiteX0" fmla="*/ 4 w 724980"/>
                  <a:gd name="connsiteY0" fmla="*/ 596 h 9398"/>
                  <a:gd name="connsiteX1" fmla="*/ 724985 w 724980"/>
                  <a:gd name="connsiteY1" fmla="*/ 596 h 9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24980" h="9398">
                    <a:moveTo>
                      <a:pt x="4" y="596"/>
                    </a:moveTo>
                    <a:cubicBezTo>
                      <a:pt x="226364" y="596"/>
                      <a:pt x="499470" y="596"/>
                      <a:pt x="724985" y="596"/>
                    </a:cubicBezTo>
                  </a:path>
                </a:pathLst>
              </a:custGeom>
              <a:noFill/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65DE8770-1A2D-C791-2B9F-AFFF471D1586}"/>
                  </a:ext>
                </a:extLst>
              </p:cNvPr>
              <p:cNvSpPr/>
              <p:nvPr/>
            </p:nvSpPr>
            <p:spPr>
              <a:xfrm>
                <a:off x="5834799" y="3925665"/>
                <a:ext cx="93980" cy="65786"/>
              </a:xfrm>
              <a:custGeom>
                <a:avLst/>
                <a:gdLst>
                  <a:gd name="connsiteX0" fmla="*/ 4 w 93980"/>
                  <a:gd name="connsiteY0" fmla="*/ 596 h 65786"/>
                  <a:gd name="connsiteX1" fmla="*/ 93984 w 93980"/>
                  <a:gd name="connsiteY1" fmla="*/ 33489 h 65786"/>
                  <a:gd name="connsiteX2" fmla="*/ 4 w 93980"/>
                  <a:gd name="connsiteY2" fmla="*/ 66382 h 65786"/>
                  <a:gd name="connsiteX3" fmla="*/ 4 w 93980"/>
                  <a:gd name="connsiteY3" fmla="*/ 596 h 65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980" h="65786">
                    <a:moveTo>
                      <a:pt x="4" y="596"/>
                    </a:moveTo>
                    <a:lnTo>
                      <a:pt x="93984" y="33489"/>
                    </a:lnTo>
                    <a:lnTo>
                      <a:pt x="4" y="66382"/>
                    </a:lnTo>
                    <a:lnTo>
                      <a:pt x="4" y="596"/>
                    </a:lnTo>
                    <a:close/>
                  </a:path>
                </a:pathLst>
              </a:custGeom>
              <a:solidFill>
                <a:srgbClr val="000000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536D438-DCA6-88A1-D234-4A3E80A94E9C}"/>
                  </a:ext>
                </a:extLst>
              </p:cNvPr>
              <p:cNvSpPr txBox="1"/>
              <p:nvPr/>
            </p:nvSpPr>
            <p:spPr>
              <a:xfrm>
                <a:off x="5246835" y="3751192"/>
                <a:ext cx="540004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X5,O5</a:t>
                </a:r>
              </a:p>
            </p:txBody>
          </p:sp>
        </p:grpSp>
        <p:grpSp>
          <p:nvGrpSpPr>
            <p:cNvPr id="71" name="Graphic 7">
              <a:extLst>
                <a:ext uri="{FF2B5EF4-FFF2-40B4-BE49-F238E27FC236}">
                  <a16:creationId xmlns:a16="http://schemas.microsoft.com/office/drawing/2014/main" id="{501A3A66-D430-6640-C41D-0ED8BEA7A553}"/>
                </a:ext>
              </a:extLst>
            </p:cNvPr>
            <p:cNvGrpSpPr/>
            <p:nvPr/>
          </p:nvGrpSpPr>
          <p:grpSpPr>
            <a:xfrm>
              <a:off x="4475586" y="3262791"/>
              <a:ext cx="896696" cy="387235"/>
              <a:chOff x="4206600" y="3201060"/>
              <a:chExt cx="896696" cy="387235"/>
            </a:xfrm>
          </p:grpSpPr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43EBA726-4E9C-35B5-6C54-6494C9475749}"/>
                  </a:ext>
                </a:extLst>
              </p:cNvPr>
              <p:cNvSpPr/>
              <p:nvPr/>
            </p:nvSpPr>
            <p:spPr>
              <a:xfrm>
                <a:off x="4206600" y="3201060"/>
                <a:ext cx="896696" cy="387235"/>
              </a:xfrm>
              <a:custGeom>
                <a:avLst/>
                <a:gdLst>
                  <a:gd name="connsiteX0" fmla="*/ 896700 w 896696"/>
                  <a:gd name="connsiteY0" fmla="*/ 596 h 387235"/>
                  <a:gd name="connsiteX1" fmla="*/ 4 w 896696"/>
                  <a:gd name="connsiteY1" fmla="*/ 596 h 387235"/>
                  <a:gd name="connsiteX2" fmla="*/ 4 w 896696"/>
                  <a:gd name="connsiteY2" fmla="*/ 387831 h 387235"/>
                  <a:gd name="connsiteX3" fmla="*/ 896700 w 896696"/>
                  <a:gd name="connsiteY3" fmla="*/ 387831 h 387235"/>
                  <a:gd name="connsiteX4" fmla="*/ 896700 w 896696"/>
                  <a:gd name="connsiteY4" fmla="*/ 596 h 387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696" h="387235">
                    <a:moveTo>
                      <a:pt x="896700" y="596"/>
                    </a:moveTo>
                    <a:lnTo>
                      <a:pt x="4" y="596"/>
                    </a:lnTo>
                    <a:lnTo>
                      <a:pt x="4" y="387831"/>
                    </a:lnTo>
                    <a:lnTo>
                      <a:pt x="896700" y="387831"/>
                    </a:lnTo>
                    <a:lnTo>
                      <a:pt x="896700" y="596"/>
                    </a:lnTo>
                    <a:close/>
                  </a:path>
                </a:pathLst>
              </a:custGeom>
              <a:solidFill>
                <a:srgbClr val="FFFFCC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AFD9F930-4F69-338A-9E34-D64EC6622DC2}"/>
                  </a:ext>
                </a:extLst>
              </p:cNvPr>
              <p:cNvSpPr txBox="1"/>
              <p:nvPr/>
            </p:nvSpPr>
            <p:spPr>
              <a:xfrm>
                <a:off x="4422536" y="3187312"/>
                <a:ext cx="464820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Sq. 4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478B82C3-059B-7F3D-6F83-CA1174E2DE88}"/>
                  </a:ext>
                </a:extLst>
              </p:cNvPr>
              <p:cNvSpPr txBox="1"/>
              <p:nvPr/>
            </p:nvSpPr>
            <p:spPr>
              <a:xfrm>
                <a:off x="4201683" y="3345198"/>
                <a:ext cx="906526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is not marked</a:t>
                </a:r>
              </a:p>
            </p:txBody>
          </p:sp>
        </p:grpSp>
        <p:grpSp>
          <p:nvGrpSpPr>
            <p:cNvPr id="75" name="Graphic 7">
              <a:extLst>
                <a:ext uri="{FF2B5EF4-FFF2-40B4-BE49-F238E27FC236}">
                  <a16:creationId xmlns:a16="http://schemas.microsoft.com/office/drawing/2014/main" id="{10EA1001-D7B2-336A-0493-EA133B85E436}"/>
                </a:ext>
              </a:extLst>
            </p:cNvPr>
            <p:cNvGrpSpPr/>
            <p:nvPr/>
          </p:nvGrpSpPr>
          <p:grpSpPr>
            <a:xfrm>
              <a:off x="6196496" y="3262791"/>
              <a:ext cx="701391" cy="387235"/>
              <a:chOff x="5927510" y="3201060"/>
              <a:chExt cx="701391" cy="387235"/>
            </a:xfrm>
          </p:grpSpPr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27A2B027-3151-E9A4-2BA8-0BB2FFCBD5D1}"/>
                  </a:ext>
                </a:extLst>
              </p:cNvPr>
              <p:cNvSpPr/>
              <p:nvPr/>
            </p:nvSpPr>
            <p:spPr>
              <a:xfrm>
                <a:off x="5927510" y="3201060"/>
                <a:ext cx="701391" cy="387235"/>
              </a:xfrm>
              <a:custGeom>
                <a:avLst/>
                <a:gdLst>
                  <a:gd name="connsiteX0" fmla="*/ 701396 w 701391"/>
                  <a:gd name="connsiteY0" fmla="*/ 596 h 387235"/>
                  <a:gd name="connsiteX1" fmla="*/ 4 w 701391"/>
                  <a:gd name="connsiteY1" fmla="*/ 596 h 387235"/>
                  <a:gd name="connsiteX2" fmla="*/ 4 w 701391"/>
                  <a:gd name="connsiteY2" fmla="*/ 387831 h 387235"/>
                  <a:gd name="connsiteX3" fmla="*/ 701396 w 701391"/>
                  <a:gd name="connsiteY3" fmla="*/ 387831 h 387235"/>
                  <a:gd name="connsiteX4" fmla="*/ 701396 w 701391"/>
                  <a:gd name="connsiteY4" fmla="*/ 596 h 387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1391" h="387235">
                    <a:moveTo>
                      <a:pt x="701396" y="596"/>
                    </a:moveTo>
                    <a:lnTo>
                      <a:pt x="4" y="596"/>
                    </a:lnTo>
                    <a:lnTo>
                      <a:pt x="4" y="387831"/>
                    </a:lnTo>
                    <a:lnTo>
                      <a:pt x="701396" y="387831"/>
                    </a:lnTo>
                    <a:lnTo>
                      <a:pt x="701396" y="596"/>
                    </a:lnTo>
                    <a:close/>
                  </a:path>
                </a:pathLst>
              </a:custGeom>
              <a:solidFill>
                <a:srgbClr val="FFFFCC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EAF298E-DE75-62F3-8607-0E60CBFB546E}"/>
                  </a:ext>
                </a:extLst>
              </p:cNvPr>
              <p:cNvSpPr txBox="1"/>
              <p:nvPr/>
            </p:nvSpPr>
            <p:spPr>
              <a:xfrm>
                <a:off x="6045796" y="3187312"/>
                <a:ext cx="464820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Sq. 4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1EA95279-14C7-2474-5409-5E5E79068FEF}"/>
                  </a:ext>
                </a:extLst>
              </p:cNvPr>
              <p:cNvSpPr txBox="1"/>
              <p:nvPr/>
            </p:nvSpPr>
            <p:spPr>
              <a:xfrm>
                <a:off x="5928321" y="3345198"/>
                <a:ext cx="699770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is marked</a:t>
                </a:r>
              </a:p>
            </p:txBody>
          </p:sp>
        </p:grpSp>
        <p:grpSp>
          <p:nvGrpSpPr>
            <p:cNvPr id="79" name="Graphic 7">
              <a:extLst>
                <a:ext uri="{FF2B5EF4-FFF2-40B4-BE49-F238E27FC236}">
                  <a16:creationId xmlns:a16="http://schemas.microsoft.com/office/drawing/2014/main" id="{537C33C8-BC9A-F7AC-47E7-C896F34AD0F2}"/>
                </a:ext>
              </a:extLst>
            </p:cNvPr>
            <p:cNvGrpSpPr/>
            <p:nvPr/>
          </p:nvGrpSpPr>
          <p:grpSpPr>
            <a:xfrm>
              <a:off x="5376098" y="3294763"/>
              <a:ext cx="821667" cy="194538"/>
              <a:chOff x="5107112" y="3233032"/>
              <a:chExt cx="821667" cy="194538"/>
            </a:xfrm>
          </p:grpSpPr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F89217CD-0E98-641C-84D2-5A6E94E723BA}"/>
                  </a:ext>
                </a:extLst>
              </p:cNvPr>
              <p:cNvSpPr/>
              <p:nvPr/>
            </p:nvSpPr>
            <p:spPr>
              <a:xfrm>
                <a:off x="5107112" y="3394678"/>
                <a:ext cx="724980" cy="9398"/>
              </a:xfrm>
              <a:custGeom>
                <a:avLst/>
                <a:gdLst>
                  <a:gd name="connsiteX0" fmla="*/ 4 w 724980"/>
                  <a:gd name="connsiteY0" fmla="*/ 596 h 9398"/>
                  <a:gd name="connsiteX1" fmla="*/ 724985 w 724980"/>
                  <a:gd name="connsiteY1" fmla="*/ 596 h 9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24980" h="9398">
                    <a:moveTo>
                      <a:pt x="4" y="596"/>
                    </a:moveTo>
                    <a:cubicBezTo>
                      <a:pt x="226364" y="596"/>
                      <a:pt x="499470" y="596"/>
                      <a:pt x="724985" y="596"/>
                    </a:cubicBezTo>
                  </a:path>
                </a:pathLst>
              </a:custGeom>
              <a:noFill/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0C0E9DDB-539B-9420-49E9-DD7E248ACC4F}"/>
                  </a:ext>
                </a:extLst>
              </p:cNvPr>
              <p:cNvSpPr/>
              <p:nvPr/>
            </p:nvSpPr>
            <p:spPr>
              <a:xfrm>
                <a:off x="5834799" y="3361785"/>
                <a:ext cx="93980" cy="65786"/>
              </a:xfrm>
              <a:custGeom>
                <a:avLst/>
                <a:gdLst>
                  <a:gd name="connsiteX0" fmla="*/ 4 w 93980"/>
                  <a:gd name="connsiteY0" fmla="*/ 596 h 65786"/>
                  <a:gd name="connsiteX1" fmla="*/ 93984 w 93980"/>
                  <a:gd name="connsiteY1" fmla="*/ 33489 h 65786"/>
                  <a:gd name="connsiteX2" fmla="*/ 4 w 93980"/>
                  <a:gd name="connsiteY2" fmla="*/ 66382 h 65786"/>
                  <a:gd name="connsiteX3" fmla="*/ 4 w 93980"/>
                  <a:gd name="connsiteY3" fmla="*/ 596 h 65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980" h="65786">
                    <a:moveTo>
                      <a:pt x="4" y="596"/>
                    </a:moveTo>
                    <a:lnTo>
                      <a:pt x="93984" y="33489"/>
                    </a:lnTo>
                    <a:lnTo>
                      <a:pt x="4" y="66382"/>
                    </a:lnTo>
                    <a:lnTo>
                      <a:pt x="4" y="596"/>
                    </a:lnTo>
                    <a:close/>
                  </a:path>
                </a:pathLst>
              </a:custGeom>
              <a:solidFill>
                <a:srgbClr val="000000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6F5C237F-F6DD-DE34-A64E-764C2CB3064F}"/>
                  </a:ext>
                </a:extLst>
              </p:cNvPr>
              <p:cNvSpPr txBox="1"/>
              <p:nvPr/>
            </p:nvSpPr>
            <p:spPr>
              <a:xfrm>
                <a:off x="5246835" y="3187312"/>
                <a:ext cx="540004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X4,O4</a:t>
                </a:r>
              </a:p>
            </p:txBody>
          </p:sp>
        </p:grpSp>
        <p:grpSp>
          <p:nvGrpSpPr>
            <p:cNvPr id="128" name="Graphic 7">
              <a:extLst>
                <a:ext uri="{FF2B5EF4-FFF2-40B4-BE49-F238E27FC236}">
                  <a16:creationId xmlns:a16="http://schemas.microsoft.com/office/drawing/2014/main" id="{117EFC9F-E80B-CF51-1EC5-10616FFA406A}"/>
                </a:ext>
              </a:extLst>
            </p:cNvPr>
            <p:cNvGrpSpPr/>
            <p:nvPr/>
          </p:nvGrpSpPr>
          <p:grpSpPr>
            <a:xfrm>
              <a:off x="4127202" y="3423516"/>
              <a:ext cx="347593" cy="65786"/>
              <a:chOff x="3858216" y="3361785"/>
              <a:chExt cx="347593" cy="65786"/>
            </a:xfrm>
          </p:grpSpPr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7C4C3A01-A80E-3511-8D58-48115594D7E7}"/>
                  </a:ext>
                </a:extLst>
              </p:cNvPr>
              <p:cNvSpPr/>
              <p:nvPr/>
            </p:nvSpPr>
            <p:spPr>
              <a:xfrm>
                <a:off x="3858216" y="3394678"/>
                <a:ext cx="252205" cy="9398"/>
              </a:xfrm>
              <a:custGeom>
                <a:avLst/>
                <a:gdLst>
                  <a:gd name="connsiteX0" fmla="*/ 4 w 252205"/>
                  <a:gd name="connsiteY0" fmla="*/ 596 h 9398"/>
                  <a:gd name="connsiteX1" fmla="*/ 252210 w 252205"/>
                  <a:gd name="connsiteY1" fmla="*/ 596 h 9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52205" h="9398">
                    <a:moveTo>
                      <a:pt x="4" y="596"/>
                    </a:moveTo>
                    <a:cubicBezTo>
                      <a:pt x="76755" y="596"/>
                      <a:pt x="164128" y="596"/>
                      <a:pt x="252210" y="596"/>
                    </a:cubicBezTo>
                  </a:path>
                </a:pathLst>
              </a:custGeom>
              <a:noFill/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F016FCED-FFAD-BDC7-A5B5-3226F3BFEB58}"/>
                  </a:ext>
                </a:extLst>
              </p:cNvPr>
              <p:cNvSpPr/>
              <p:nvPr/>
            </p:nvSpPr>
            <p:spPr>
              <a:xfrm>
                <a:off x="4111830" y="3361785"/>
                <a:ext cx="93980" cy="65786"/>
              </a:xfrm>
              <a:custGeom>
                <a:avLst/>
                <a:gdLst>
                  <a:gd name="connsiteX0" fmla="*/ 5 w 93980"/>
                  <a:gd name="connsiteY0" fmla="*/ 596 h 65786"/>
                  <a:gd name="connsiteX1" fmla="*/ 93984 w 93980"/>
                  <a:gd name="connsiteY1" fmla="*/ 33489 h 65786"/>
                  <a:gd name="connsiteX2" fmla="*/ 4 w 93980"/>
                  <a:gd name="connsiteY2" fmla="*/ 66382 h 65786"/>
                  <a:gd name="connsiteX3" fmla="*/ 5 w 93980"/>
                  <a:gd name="connsiteY3" fmla="*/ 596 h 65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980" h="65786">
                    <a:moveTo>
                      <a:pt x="5" y="596"/>
                    </a:moveTo>
                    <a:lnTo>
                      <a:pt x="93984" y="33489"/>
                    </a:lnTo>
                    <a:lnTo>
                      <a:pt x="4" y="66382"/>
                    </a:lnTo>
                    <a:lnTo>
                      <a:pt x="5" y="596"/>
                    </a:lnTo>
                    <a:close/>
                  </a:path>
                </a:pathLst>
              </a:custGeom>
              <a:solidFill>
                <a:srgbClr val="000000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grpSp>
          <p:nvGrpSpPr>
            <p:cNvPr id="131" name="Graphic 7">
              <a:extLst>
                <a:ext uri="{FF2B5EF4-FFF2-40B4-BE49-F238E27FC236}">
                  <a16:creationId xmlns:a16="http://schemas.microsoft.com/office/drawing/2014/main" id="{E2CC5EE0-4F49-865C-6E48-C9C88B974013}"/>
                </a:ext>
              </a:extLst>
            </p:cNvPr>
            <p:cNvGrpSpPr/>
            <p:nvPr/>
          </p:nvGrpSpPr>
          <p:grpSpPr>
            <a:xfrm>
              <a:off x="4127202" y="3987396"/>
              <a:ext cx="347593" cy="65786"/>
              <a:chOff x="3858216" y="3925665"/>
              <a:chExt cx="347593" cy="65786"/>
            </a:xfrm>
          </p:grpSpPr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EA0871C3-EDD1-FBB5-EED4-9068BCE70152}"/>
                  </a:ext>
                </a:extLst>
              </p:cNvPr>
              <p:cNvSpPr/>
              <p:nvPr/>
            </p:nvSpPr>
            <p:spPr>
              <a:xfrm>
                <a:off x="3858216" y="3958558"/>
                <a:ext cx="252205" cy="9398"/>
              </a:xfrm>
              <a:custGeom>
                <a:avLst/>
                <a:gdLst>
                  <a:gd name="connsiteX0" fmla="*/ 4 w 252205"/>
                  <a:gd name="connsiteY0" fmla="*/ 596 h 9398"/>
                  <a:gd name="connsiteX1" fmla="*/ 252210 w 252205"/>
                  <a:gd name="connsiteY1" fmla="*/ 596 h 9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52205" h="9398">
                    <a:moveTo>
                      <a:pt x="4" y="596"/>
                    </a:moveTo>
                    <a:cubicBezTo>
                      <a:pt x="76755" y="596"/>
                      <a:pt x="164128" y="596"/>
                      <a:pt x="252210" y="596"/>
                    </a:cubicBezTo>
                  </a:path>
                </a:pathLst>
              </a:custGeom>
              <a:noFill/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FD74DBB3-1E10-521B-8FF2-ED71D2E96753}"/>
                  </a:ext>
                </a:extLst>
              </p:cNvPr>
              <p:cNvSpPr/>
              <p:nvPr/>
            </p:nvSpPr>
            <p:spPr>
              <a:xfrm>
                <a:off x="4111830" y="3925665"/>
                <a:ext cx="93980" cy="65786"/>
              </a:xfrm>
              <a:custGeom>
                <a:avLst/>
                <a:gdLst>
                  <a:gd name="connsiteX0" fmla="*/ 5 w 93980"/>
                  <a:gd name="connsiteY0" fmla="*/ 596 h 65786"/>
                  <a:gd name="connsiteX1" fmla="*/ 93984 w 93980"/>
                  <a:gd name="connsiteY1" fmla="*/ 33489 h 65786"/>
                  <a:gd name="connsiteX2" fmla="*/ 4 w 93980"/>
                  <a:gd name="connsiteY2" fmla="*/ 66382 h 65786"/>
                  <a:gd name="connsiteX3" fmla="*/ 5 w 93980"/>
                  <a:gd name="connsiteY3" fmla="*/ 596 h 65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980" h="65786">
                    <a:moveTo>
                      <a:pt x="5" y="596"/>
                    </a:moveTo>
                    <a:lnTo>
                      <a:pt x="93984" y="33489"/>
                    </a:lnTo>
                    <a:lnTo>
                      <a:pt x="4" y="66382"/>
                    </a:lnTo>
                    <a:lnTo>
                      <a:pt x="5" y="596"/>
                    </a:lnTo>
                    <a:close/>
                  </a:path>
                </a:pathLst>
              </a:custGeom>
              <a:solidFill>
                <a:srgbClr val="000000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grpSp>
          <p:nvGrpSpPr>
            <p:cNvPr id="134" name="Graphic 7">
              <a:extLst>
                <a:ext uri="{FF2B5EF4-FFF2-40B4-BE49-F238E27FC236}">
                  <a16:creationId xmlns:a16="http://schemas.microsoft.com/office/drawing/2014/main" id="{AB407F2A-60F9-2FF5-07BB-C16A25FCFA32}"/>
                </a:ext>
              </a:extLst>
            </p:cNvPr>
            <p:cNvGrpSpPr/>
            <p:nvPr/>
          </p:nvGrpSpPr>
          <p:grpSpPr>
            <a:xfrm>
              <a:off x="4127202" y="4551275"/>
              <a:ext cx="347593" cy="65786"/>
              <a:chOff x="3858216" y="4489544"/>
              <a:chExt cx="347593" cy="65786"/>
            </a:xfrm>
          </p:grpSpPr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B102D633-79F8-3943-8B98-4958FBC693BD}"/>
                  </a:ext>
                </a:extLst>
              </p:cNvPr>
              <p:cNvSpPr/>
              <p:nvPr/>
            </p:nvSpPr>
            <p:spPr>
              <a:xfrm>
                <a:off x="3858216" y="4522437"/>
                <a:ext cx="252205" cy="9398"/>
              </a:xfrm>
              <a:custGeom>
                <a:avLst/>
                <a:gdLst>
                  <a:gd name="connsiteX0" fmla="*/ 4 w 252205"/>
                  <a:gd name="connsiteY0" fmla="*/ 596 h 9398"/>
                  <a:gd name="connsiteX1" fmla="*/ 252210 w 252205"/>
                  <a:gd name="connsiteY1" fmla="*/ 596 h 9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52205" h="9398">
                    <a:moveTo>
                      <a:pt x="4" y="596"/>
                    </a:moveTo>
                    <a:cubicBezTo>
                      <a:pt x="76755" y="596"/>
                      <a:pt x="164128" y="596"/>
                      <a:pt x="252210" y="596"/>
                    </a:cubicBezTo>
                  </a:path>
                </a:pathLst>
              </a:custGeom>
              <a:noFill/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92724397-EACA-0F48-95C4-6B38B1E8D84D}"/>
                  </a:ext>
                </a:extLst>
              </p:cNvPr>
              <p:cNvSpPr/>
              <p:nvPr/>
            </p:nvSpPr>
            <p:spPr>
              <a:xfrm>
                <a:off x="4111830" y="4489544"/>
                <a:ext cx="93980" cy="65786"/>
              </a:xfrm>
              <a:custGeom>
                <a:avLst/>
                <a:gdLst>
                  <a:gd name="connsiteX0" fmla="*/ 5 w 93980"/>
                  <a:gd name="connsiteY0" fmla="*/ 596 h 65786"/>
                  <a:gd name="connsiteX1" fmla="*/ 93984 w 93980"/>
                  <a:gd name="connsiteY1" fmla="*/ 33489 h 65786"/>
                  <a:gd name="connsiteX2" fmla="*/ 4 w 93980"/>
                  <a:gd name="connsiteY2" fmla="*/ 66382 h 65786"/>
                  <a:gd name="connsiteX3" fmla="*/ 5 w 93980"/>
                  <a:gd name="connsiteY3" fmla="*/ 596 h 65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980" h="65786">
                    <a:moveTo>
                      <a:pt x="5" y="596"/>
                    </a:moveTo>
                    <a:lnTo>
                      <a:pt x="93984" y="33489"/>
                    </a:lnTo>
                    <a:lnTo>
                      <a:pt x="4" y="66382"/>
                    </a:lnTo>
                    <a:lnTo>
                      <a:pt x="5" y="596"/>
                    </a:lnTo>
                    <a:close/>
                  </a:path>
                </a:pathLst>
              </a:custGeom>
              <a:solidFill>
                <a:srgbClr val="000000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71F1B901-3D61-4F5C-73C2-803825FFE5FB}"/>
              </a:ext>
            </a:extLst>
          </p:cNvPr>
          <p:cNvGrpSpPr/>
          <p:nvPr/>
        </p:nvGrpSpPr>
        <p:grpSpPr>
          <a:xfrm>
            <a:off x="3186657" y="4419600"/>
            <a:ext cx="2770685" cy="1514994"/>
            <a:chOff x="4127202" y="4954431"/>
            <a:chExt cx="2770685" cy="1514994"/>
          </a:xfrm>
          <a:effectLst>
            <a:innerShdw blurRad="63500" dist="50800" dir="18900000">
              <a:prstClr val="black">
                <a:alpha val="50000"/>
              </a:prstClr>
            </a:innerShdw>
          </a:effectLst>
        </p:grpSpPr>
        <p:grpSp>
          <p:nvGrpSpPr>
            <p:cNvPr id="11" name="Graphic 7">
              <a:extLst>
                <a:ext uri="{FF2B5EF4-FFF2-40B4-BE49-F238E27FC236}">
                  <a16:creationId xmlns:a16="http://schemas.microsoft.com/office/drawing/2014/main" id="{2B416B81-F514-0A1D-0422-BF5B9DA3999A}"/>
                </a:ext>
              </a:extLst>
            </p:cNvPr>
            <p:cNvGrpSpPr/>
            <p:nvPr/>
          </p:nvGrpSpPr>
          <p:grpSpPr>
            <a:xfrm>
              <a:off x="4475586" y="6082192"/>
              <a:ext cx="896696" cy="387233"/>
              <a:chOff x="4206600" y="6020461"/>
              <a:chExt cx="896696" cy="387233"/>
            </a:xfrm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19E6780F-1F72-8226-E305-1F1954325353}"/>
                  </a:ext>
                </a:extLst>
              </p:cNvPr>
              <p:cNvSpPr/>
              <p:nvPr/>
            </p:nvSpPr>
            <p:spPr>
              <a:xfrm>
                <a:off x="4206600" y="6020461"/>
                <a:ext cx="896696" cy="387233"/>
              </a:xfrm>
              <a:custGeom>
                <a:avLst/>
                <a:gdLst>
                  <a:gd name="connsiteX0" fmla="*/ 896700 w 896696"/>
                  <a:gd name="connsiteY0" fmla="*/ 596 h 387233"/>
                  <a:gd name="connsiteX1" fmla="*/ 4 w 896696"/>
                  <a:gd name="connsiteY1" fmla="*/ 596 h 387233"/>
                  <a:gd name="connsiteX2" fmla="*/ 4 w 896696"/>
                  <a:gd name="connsiteY2" fmla="*/ 387829 h 387233"/>
                  <a:gd name="connsiteX3" fmla="*/ 896700 w 896696"/>
                  <a:gd name="connsiteY3" fmla="*/ 387829 h 387233"/>
                  <a:gd name="connsiteX4" fmla="*/ 896700 w 896696"/>
                  <a:gd name="connsiteY4" fmla="*/ 596 h 387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696" h="387233">
                    <a:moveTo>
                      <a:pt x="896700" y="596"/>
                    </a:moveTo>
                    <a:lnTo>
                      <a:pt x="4" y="596"/>
                    </a:lnTo>
                    <a:lnTo>
                      <a:pt x="4" y="387829"/>
                    </a:lnTo>
                    <a:lnTo>
                      <a:pt x="896700" y="387829"/>
                    </a:lnTo>
                    <a:lnTo>
                      <a:pt x="896700" y="596"/>
                    </a:lnTo>
                    <a:close/>
                  </a:path>
                </a:pathLst>
              </a:custGeom>
              <a:solidFill>
                <a:srgbClr val="FFFFCC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B3788E-6297-7C13-EA25-95D541A3FC48}"/>
                  </a:ext>
                </a:extLst>
              </p:cNvPr>
              <p:cNvSpPr txBox="1"/>
              <p:nvPr/>
            </p:nvSpPr>
            <p:spPr>
              <a:xfrm>
                <a:off x="4422536" y="6006712"/>
                <a:ext cx="464820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Sq. 9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C3B519C-E7F1-AC58-4B31-40C9B062E1A4}"/>
                  </a:ext>
                </a:extLst>
              </p:cNvPr>
              <p:cNvSpPr txBox="1"/>
              <p:nvPr/>
            </p:nvSpPr>
            <p:spPr>
              <a:xfrm>
                <a:off x="4201683" y="6164598"/>
                <a:ext cx="906526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is not marked</a:t>
                </a:r>
              </a:p>
            </p:txBody>
          </p:sp>
        </p:grpSp>
        <p:grpSp>
          <p:nvGrpSpPr>
            <p:cNvPr id="15" name="Graphic 7">
              <a:extLst>
                <a:ext uri="{FF2B5EF4-FFF2-40B4-BE49-F238E27FC236}">
                  <a16:creationId xmlns:a16="http://schemas.microsoft.com/office/drawing/2014/main" id="{80BE9168-0CCB-6369-52D7-5CF6216E7692}"/>
                </a:ext>
              </a:extLst>
            </p:cNvPr>
            <p:cNvGrpSpPr/>
            <p:nvPr/>
          </p:nvGrpSpPr>
          <p:grpSpPr>
            <a:xfrm>
              <a:off x="6196496" y="6082192"/>
              <a:ext cx="701391" cy="387233"/>
              <a:chOff x="5927510" y="6020461"/>
              <a:chExt cx="701391" cy="387233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A300FF53-EC9C-2993-407D-0AC587F11FBE}"/>
                  </a:ext>
                </a:extLst>
              </p:cNvPr>
              <p:cNvSpPr/>
              <p:nvPr/>
            </p:nvSpPr>
            <p:spPr>
              <a:xfrm>
                <a:off x="5927510" y="6020461"/>
                <a:ext cx="701391" cy="387233"/>
              </a:xfrm>
              <a:custGeom>
                <a:avLst/>
                <a:gdLst>
                  <a:gd name="connsiteX0" fmla="*/ 701396 w 701391"/>
                  <a:gd name="connsiteY0" fmla="*/ 596 h 387233"/>
                  <a:gd name="connsiteX1" fmla="*/ 4 w 701391"/>
                  <a:gd name="connsiteY1" fmla="*/ 596 h 387233"/>
                  <a:gd name="connsiteX2" fmla="*/ 4 w 701391"/>
                  <a:gd name="connsiteY2" fmla="*/ 387829 h 387233"/>
                  <a:gd name="connsiteX3" fmla="*/ 701396 w 701391"/>
                  <a:gd name="connsiteY3" fmla="*/ 387829 h 387233"/>
                  <a:gd name="connsiteX4" fmla="*/ 701396 w 701391"/>
                  <a:gd name="connsiteY4" fmla="*/ 596 h 387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1391" h="387233">
                    <a:moveTo>
                      <a:pt x="701396" y="596"/>
                    </a:moveTo>
                    <a:lnTo>
                      <a:pt x="4" y="596"/>
                    </a:lnTo>
                    <a:lnTo>
                      <a:pt x="4" y="387829"/>
                    </a:lnTo>
                    <a:lnTo>
                      <a:pt x="701396" y="387829"/>
                    </a:lnTo>
                    <a:lnTo>
                      <a:pt x="701396" y="596"/>
                    </a:lnTo>
                    <a:close/>
                  </a:path>
                </a:pathLst>
              </a:custGeom>
              <a:solidFill>
                <a:srgbClr val="FFFFCC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333CD6D-0AF1-1FEE-2A37-09B5C22DB252}"/>
                  </a:ext>
                </a:extLst>
              </p:cNvPr>
              <p:cNvSpPr txBox="1"/>
              <p:nvPr/>
            </p:nvSpPr>
            <p:spPr>
              <a:xfrm>
                <a:off x="6045796" y="6006712"/>
                <a:ext cx="464820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Sq. 9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E484CCC-6C58-0F03-AFC6-03F769E16098}"/>
                  </a:ext>
                </a:extLst>
              </p:cNvPr>
              <p:cNvSpPr txBox="1"/>
              <p:nvPr/>
            </p:nvSpPr>
            <p:spPr>
              <a:xfrm>
                <a:off x="5928321" y="6164598"/>
                <a:ext cx="699770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is marked</a:t>
                </a:r>
              </a:p>
            </p:txBody>
          </p:sp>
        </p:grpSp>
        <p:grpSp>
          <p:nvGrpSpPr>
            <p:cNvPr id="19" name="Graphic 7">
              <a:extLst>
                <a:ext uri="{FF2B5EF4-FFF2-40B4-BE49-F238E27FC236}">
                  <a16:creationId xmlns:a16="http://schemas.microsoft.com/office/drawing/2014/main" id="{28BC0F46-E181-BE91-E59C-1DD09E1E5F96}"/>
                </a:ext>
              </a:extLst>
            </p:cNvPr>
            <p:cNvGrpSpPr/>
            <p:nvPr/>
          </p:nvGrpSpPr>
          <p:grpSpPr>
            <a:xfrm>
              <a:off x="5376098" y="6114163"/>
              <a:ext cx="821667" cy="194537"/>
              <a:chOff x="5107112" y="6052432"/>
              <a:chExt cx="821667" cy="194537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A42179D6-B648-AA8E-DC54-E561699CCFE2}"/>
                  </a:ext>
                </a:extLst>
              </p:cNvPr>
              <p:cNvSpPr/>
              <p:nvPr/>
            </p:nvSpPr>
            <p:spPr>
              <a:xfrm>
                <a:off x="5107112" y="6214078"/>
                <a:ext cx="724980" cy="9398"/>
              </a:xfrm>
              <a:custGeom>
                <a:avLst/>
                <a:gdLst>
                  <a:gd name="connsiteX0" fmla="*/ 4 w 724980"/>
                  <a:gd name="connsiteY0" fmla="*/ 596 h 9398"/>
                  <a:gd name="connsiteX1" fmla="*/ 724985 w 724980"/>
                  <a:gd name="connsiteY1" fmla="*/ 596 h 9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24980" h="9398">
                    <a:moveTo>
                      <a:pt x="4" y="596"/>
                    </a:moveTo>
                    <a:cubicBezTo>
                      <a:pt x="226364" y="596"/>
                      <a:pt x="499470" y="596"/>
                      <a:pt x="724985" y="596"/>
                    </a:cubicBezTo>
                  </a:path>
                </a:pathLst>
              </a:custGeom>
              <a:noFill/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933485EB-ED3E-D8D9-91A1-F89BD5AC5E3A}"/>
                  </a:ext>
                </a:extLst>
              </p:cNvPr>
              <p:cNvSpPr/>
              <p:nvPr/>
            </p:nvSpPr>
            <p:spPr>
              <a:xfrm>
                <a:off x="5834799" y="6181184"/>
                <a:ext cx="93980" cy="65786"/>
              </a:xfrm>
              <a:custGeom>
                <a:avLst/>
                <a:gdLst>
                  <a:gd name="connsiteX0" fmla="*/ 4 w 93980"/>
                  <a:gd name="connsiteY0" fmla="*/ 596 h 65786"/>
                  <a:gd name="connsiteX1" fmla="*/ 93984 w 93980"/>
                  <a:gd name="connsiteY1" fmla="*/ 33490 h 65786"/>
                  <a:gd name="connsiteX2" fmla="*/ 4 w 93980"/>
                  <a:gd name="connsiteY2" fmla="*/ 66382 h 65786"/>
                  <a:gd name="connsiteX3" fmla="*/ 4 w 93980"/>
                  <a:gd name="connsiteY3" fmla="*/ 596 h 65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980" h="65786">
                    <a:moveTo>
                      <a:pt x="4" y="596"/>
                    </a:moveTo>
                    <a:lnTo>
                      <a:pt x="93984" y="33490"/>
                    </a:lnTo>
                    <a:lnTo>
                      <a:pt x="4" y="66382"/>
                    </a:lnTo>
                    <a:lnTo>
                      <a:pt x="4" y="596"/>
                    </a:lnTo>
                    <a:close/>
                  </a:path>
                </a:pathLst>
              </a:custGeom>
              <a:solidFill>
                <a:srgbClr val="000000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F4FB592-6470-35E6-C39F-111DAE578D3A}"/>
                  </a:ext>
                </a:extLst>
              </p:cNvPr>
              <p:cNvSpPr txBox="1"/>
              <p:nvPr/>
            </p:nvSpPr>
            <p:spPr>
              <a:xfrm>
                <a:off x="5246835" y="6006712"/>
                <a:ext cx="540004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X9,O9</a:t>
                </a:r>
              </a:p>
            </p:txBody>
          </p:sp>
        </p:grpSp>
        <p:grpSp>
          <p:nvGrpSpPr>
            <p:cNvPr id="23" name="Graphic 7">
              <a:extLst>
                <a:ext uri="{FF2B5EF4-FFF2-40B4-BE49-F238E27FC236}">
                  <a16:creationId xmlns:a16="http://schemas.microsoft.com/office/drawing/2014/main" id="{54900224-EF30-09B9-5180-376496ABD365}"/>
                </a:ext>
              </a:extLst>
            </p:cNvPr>
            <p:cNvGrpSpPr/>
            <p:nvPr/>
          </p:nvGrpSpPr>
          <p:grpSpPr>
            <a:xfrm>
              <a:off x="4475586" y="5518311"/>
              <a:ext cx="896696" cy="387234"/>
              <a:chOff x="4206600" y="5456580"/>
              <a:chExt cx="896696" cy="387234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6EFBEC28-EEB2-A4EE-ADE8-7A1B8A62B95B}"/>
                  </a:ext>
                </a:extLst>
              </p:cNvPr>
              <p:cNvSpPr/>
              <p:nvPr/>
            </p:nvSpPr>
            <p:spPr>
              <a:xfrm>
                <a:off x="4206600" y="5456580"/>
                <a:ext cx="896696" cy="387234"/>
              </a:xfrm>
              <a:custGeom>
                <a:avLst/>
                <a:gdLst>
                  <a:gd name="connsiteX0" fmla="*/ 896700 w 896696"/>
                  <a:gd name="connsiteY0" fmla="*/ 596 h 387234"/>
                  <a:gd name="connsiteX1" fmla="*/ 4 w 896696"/>
                  <a:gd name="connsiteY1" fmla="*/ 596 h 387234"/>
                  <a:gd name="connsiteX2" fmla="*/ 4 w 896696"/>
                  <a:gd name="connsiteY2" fmla="*/ 387830 h 387234"/>
                  <a:gd name="connsiteX3" fmla="*/ 896700 w 896696"/>
                  <a:gd name="connsiteY3" fmla="*/ 387830 h 387234"/>
                  <a:gd name="connsiteX4" fmla="*/ 896700 w 896696"/>
                  <a:gd name="connsiteY4" fmla="*/ 596 h 387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696" h="387234">
                    <a:moveTo>
                      <a:pt x="896700" y="596"/>
                    </a:moveTo>
                    <a:lnTo>
                      <a:pt x="4" y="596"/>
                    </a:lnTo>
                    <a:lnTo>
                      <a:pt x="4" y="387830"/>
                    </a:lnTo>
                    <a:lnTo>
                      <a:pt x="896700" y="387830"/>
                    </a:lnTo>
                    <a:lnTo>
                      <a:pt x="896700" y="596"/>
                    </a:lnTo>
                    <a:close/>
                  </a:path>
                </a:pathLst>
              </a:custGeom>
              <a:solidFill>
                <a:srgbClr val="FFFFCC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4F357DD-BD27-A9E6-70D1-313645DCD978}"/>
                  </a:ext>
                </a:extLst>
              </p:cNvPr>
              <p:cNvSpPr txBox="1"/>
              <p:nvPr/>
            </p:nvSpPr>
            <p:spPr>
              <a:xfrm>
                <a:off x="4422536" y="5442832"/>
                <a:ext cx="464820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Sq. 8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38B3754-C9CB-B33A-2238-5225D7C31521}"/>
                  </a:ext>
                </a:extLst>
              </p:cNvPr>
              <p:cNvSpPr txBox="1"/>
              <p:nvPr/>
            </p:nvSpPr>
            <p:spPr>
              <a:xfrm>
                <a:off x="4201683" y="5600718"/>
                <a:ext cx="906526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is not marked</a:t>
                </a:r>
              </a:p>
            </p:txBody>
          </p:sp>
        </p:grpSp>
        <p:grpSp>
          <p:nvGrpSpPr>
            <p:cNvPr id="27" name="Graphic 7">
              <a:extLst>
                <a:ext uri="{FF2B5EF4-FFF2-40B4-BE49-F238E27FC236}">
                  <a16:creationId xmlns:a16="http://schemas.microsoft.com/office/drawing/2014/main" id="{4AA10E74-B17A-E59A-141D-3A998B559A12}"/>
                </a:ext>
              </a:extLst>
            </p:cNvPr>
            <p:cNvGrpSpPr/>
            <p:nvPr/>
          </p:nvGrpSpPr>
          <p:grpSpPr>
            <a:xfrm>
              <a:off x="6196496" y="5518311"/>
              <a:ext cx="701391" cy="387234"/>
              <a:chOff x="5927510" y="5456580"/>
              <a:chExt cx="701391" cy="387234"/>
            </a:xfrm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E424313-0261-AA03-6779-E568B5E6E35A}"/>
                  </a:ext>
                </a:extLst>
              </p:cNvPr>
              <p:cNvSpPr/>
              <p:nvPr/>
            </p:nvSpPr>
            <p:spPr>
              <a:xfrm>
                <a:off x="5927510" y="5456580"/>
                <a:ext cx="701391" cy="387234"/>
              </a:xfrm>
              <a:custGeom>
                <a:avLst/>
                <a:gdLst>
                  <a:gd name="connsiteX0" fmla="*/ 701396 w 701391"/>
                  <a:gd name="connsiteY0" fmla="*/ 596 h 387234"/>
                  <a:gd name="connsiteX1" fmla="*/ 4 w 701391"/>
                  <a:gd name="connsiteY1" fmla="*/ 596 h 387234"/>
                  <a:gd name="connsiteX2" fmla="*/ 4 w 701391"/>
                  <a:gd name="connsiteY2" fmla="*/ 387830 h 387234"/>
                  <a:gd name="connsiteX3" fmla="*/ 701396 w 701391"/>
                  <a:gd name="connsiteY3" fmla="*/ 387830 h 387234"/>
                  <a:gd name="connsiteX4" fmla="*/ 701396 w 701391"/>
                  <a:gd name="connsiteY4" fmla="*/ 596 h 387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1391" h="387234">
                    <a:moveTo>
                      <a:pt x="701396" y="596"/>
                    </a:moveTo>
                    <a:lnTo>
                      <a:pt x="4" y="596"/>
                    </a:lnTo>
                    <a:lnTo>
                      <a:pt x="4" y="387830"/>
                    </a:lnTo>
                    <a:lnTo>
                      <a:pt x="701396" y="387830"/>
                    </a:lnTo>
                    <a:lnTo>
                      <a:pt x="701396" y="596"/>
                    </a:lnTo>
                    <a:close/>
                  </a:path>
                </a:pathLst>
              </a:custGeom>
              <a:solidFill>
                <a:srgbClr val="FFFFCC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BC85B7D-706A-BAEF-0A23-E379571766C5}"/>
                  </a:ext>
                </a:extLst>
              </p:cNvPr>
              <p:cNvSpPr txBox="1"/>
              <p:nvPr/>
            </p:nvSpPr>
            <p:spPr>
              <a:xfrm>
                <a:off x="6045796" y="5442832"/>
                <a:ext cx="464820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Sq. 8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D877E2D-C996-DA6B-2972-2464B4CF3D53}"/>
                  </a:ext>
                </a:extLst>
              </p:cNvPr>
              <p:cNvSpPr txBox="1"/>
              <p:nvPr/>
            </p:nvSpPr>
            <p:spPr>
              <a:xfrm>
                <a:off x="5928321" y="5600718"/>
                <a:ext cx="699770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is marked</a:t>
                </a:r>
              </a:p>
            </p:txBody>
          </p:sp>
        </p:grpSp>
        <p:grpSp>
          <p:nvGrpSpPr>
            <p:cNvPr id="31" name="Graphic 7">
              <a:extLst>
                <a:ext uri="{FF2B5EF4-FFF2-40B4-BE49-F238E27FC236}">
                  <a16:creationId xmlns:a16="http://schemas.microsoft.com/office/drawing/2014/main" id="{0EBAEA38-67D7-13D0-4E65-055AD5C265D7}"/>
                </a:ext>
              </a:extLst>
            </p:cNvPr>
            <p:cNvGrpSpPr/>
            <p:nvPr/>
          </p:nvGrpSpPr>
          <p:grpSpPr>
            <a:xfrm>
              <a:off x="5376098" y="5550283"/>
              <a:ext cx="821667" cy="194537"/>
              <a:chOff x="5107112" y="5488552"/>
              <a:chExt cx="821667" cy="194537"/>
            </a:xfrm>
          </p:grpSpPr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A20678AF-AA08-6624-6CF9-6F5416342CFC}"/>
                  </a:ext>
                </a:extLst>
              </p:cNvPr>
              <p:cNvSpPr/>
              <p:nvPr/>
            </p:nvSpPr>
            <p:spPr>
              <a:xfrm>
                <a:off x="5107112" y="5650197"/>
                <a:ext cx="724980" cy="9398"/>
              </a:xfrm>
              <a:custGeom>
                <a:avLst/>
                <a:gdLst>
                  <a:gd name="connsiteX0" fmla="*/ 4 w 724980"/>
                  <a:gd name="connsiteY0" fmla="*/ 596 h 9398"/>
                  <a:gd name="connsiteX1" fmla="*/ 724985 w 724980"/>
                  <a:gd name="connsiteY1" fmla="*/ 596 h 9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24980" h="9398">
                    <a:moveTo>
                      <a:pt x="4" y="596"/>
                    </a:moveTo>
                    <a:cubicBezTo>
                      <a:pt x="226364" y="596"/>
                      <a:pt x="499470" y="596"/>
                      <a:pt x="724985" y="596"/>
                    </a:cubicBezTo>
                  </a:path>
                </a:pathLst>
              </a:custGeom>
              <a:noFill/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C592FB97-727A-58A2-0DE9-C8D946255C36}"/>
                  </a:ext>
                </a:extLst>
              </p:cNvPr>
              <p:cNvSpPr/>
              <p:nvPr/>
            </p:nvSpPr>
            <p:spPr>
              <a:xfrm>
                <a:off x="5834799" y="5617304"/>
                <a:ext cx="93980" cy="65786"/>
              </a:xfrm>
              <a:custGeom>
                <a:avLst/>
                <a:gdLst>
                  <a:gd name="connsiteX0" fmla="*/ 4 w 93980"/>
                  <a:gd name="connsiteY0" fmla="*/ 596 h 65786"/>
                  <a:gd name="connsiteX1" fmla="*/ 93984 w 93980"/>
                  <a:gd name="connsiteY1" fmla="*/ 33490 h 65786"/>
                  <a:gd name="connsiteX2" fmla="*/ 4 w 93980"/>
                  <a:gd name="connsiteY2" fmla="*/ 66382 h 65786"/>
                  <a:gd name="connsiteX3" fmla="*/ 4 w 93980"/>
                  <a:gd name="connsiteY3" fmla="*/ 596 h 65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980" h="65786">
                    <a:moveTo>
                      <a:pt x="4" y="596"/>
                    </a:moveTo>
                    <a:lnTo>
                      <a:pt x="93984" y="33490"/>
                    </a:lnTo>
                    <a:lnTo>
                      <a:pt x="4" y="66382"/>
                    </a:lnTo>
                    <a:lnTo>
                      <a:pt x="4" y="596"/>
                    </a:lnTo>
                    <a:close/>
                  </a:path>
                </a:pathLst>
              </a:custGeom>
              <a:solidFill>
                <a:srgbClr val="000000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1865FB5-01EC-2402-5577-55317347FD11}"/>
                  </a:ext>
                </a:extLst>
              </p:cNvPr>
              <p:cNvSpPr txBox="1"/>
              <p:nvPr/>
            </p:nvSpPr>
            <p:spPr>
              <a:xfrm>
                <a:off x="5246835" y="5442832"/>
                <a:ext cx="540004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X8,O8</a:t>
                </a:r>
              </a:p>
            </p:txBody>
          </p:sp>
        </p:grpSp>
        <p:grpSp>
          <p:nvGrpSpPr>
            <p:cNvPr id="35" name="Graphic 7">
              <a:extLst>
                <a:ext uri="{FF2B5EF4-FFF2-40B4-BE49-F238E27FC236}">
                  <a16:creationId xmlns:a16="http://schemas.microsoft.com/office/drawing/2014/main" id="{CBAD4122-DEDE-B560-3A98-7D2AFA88D55E}"/>
                </a:ext>
              </a:extLst>
            </p:cNvPr>
            <p:cNvGrpSpPr/>
            <p:nvPr/>
          </p:nvGrpSpPr>
          <p:grpSpPr>
            <a:xfrm>
              <a:off x="4475586" y="4954431"/>
              <a:ext cx="896696" cy="387235"/>
              <a:chOff x="4206600" y="4892700"/>
              <a:chExt cx="896696" cy="387235"/>
            </a:xfrm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DA0916A8-35C2-BC00-7079-4C62B7484318}"/>
                  </a:ext>
                </a:extLst>
              </p:cNvPr>
              <p:cNvSpPr/>
              <p:nvPr/>
            </p:nvSpPr>
            <p:spPr>
              <a:xfrm>
                <a:off x="4206600" y="4892700"/>
                <a:ext cx="896696" cy="387235"/>
              </a:xfrm>
              <a:custGeom>
                <a:avLst/>
                <a:gdLst>
                  <a:gd name="connsiteX0" fmla="*/ 896700 w 896696"/>
                  <a:gd name="connsiteY0" fmla="*/ 596 h 387235"/>
                  <a:gd name="connsiteX1" fmla="*/ 4 w 896696"/>
                  <a:gd name="connsiteY1" fmla="*/ 596 h 387235"/>
                  <a:gd name="connsiteX2" fmla="*/ 4 w 896696"/>
                  <a:gd name="connsiteY2" fmla="*/ 387831 h 387235"/>
                  <a:gd name="connsiteX3" fmla="*/ 896700 w 896696"/>
                  <a:gd name="connsiteY3" fmla="*/ 387831 h 387235"/>
                  <a:gd name="connsiteX4" fmla="*/ 896700 w 896696"/>
                  <a:gd name="connsiteY4" fmla="*/ 596 h 387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696" h="387235">
                    <a:moveTo>
                      <a:pt x="896700" y="596"/>
                    </a:moveTo>
                    <a:lnTo>
                      <a:pt x="4" y="596"/>
                    </a:lnTo>
                    <a:lnTo>
                      <a:pt x="4" y="387831"/>
                    </a:lnTo>
                    <a:lnTo>
                      <a:pt x="896700" y="387831"/>
                    </a:lnTo>
                    <a:lnTo>
                      <a:pt x="896700" y="596"/>
                    </a:lnTo>
                    <a:close/>
                  </a:path>
                </a:pathLst>
              </a:custGeom>
              <a:solidFill>
                <a:srgbClr val="FFFFCC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0681F59-6E3A-9610-4F54-5832B81864E0}"/>
                  </a:ext>
                </a:extLst>
              </p:cNvPr>
              <p:cNvSpPr txBox="1"/>
              <p:nvPr/>
            </p:nvSpPr>
            <p:spPr>
              <a:xfrm>
                <a:off x="4422536" y="4878952"/>
                <a:ext cx="464820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Sq. 7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3F2FD9D-69F9-B37A-9DBD-24D1B1382CE8}"/>
                  </a:ext>
                </a:extLst>
              </p:cNvPr>
              <p:cNvSpPr txBox="1"/>
              <p:nvPr/>
            </p:nvSpPr>
            <p:spPr>
              <a:xfrm>
                <a:off x="4201683" y="5036838"/>
                <a:ext cx="906526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is not marked</a:t>
                </a:r>
              </a:p>
            </p:txBody>
          </p:sp>
        </p:grpSp>
        <p:grpSp>
          <p:nvGrpSpPr>
            <p:cNvPr id="39" name="Graphic 7">
              <a:extLst>
                <a:ext uri="{FF2B5EF4-FFF2-40B4-BE49-F238E27FC236}">
                  <a16:creationId xmlns:a16="http://schemas.microsoft.com/office/drawing/2014/main" id="{47B91EC7-ECF5-6B1C-81A9-EFE1ED5AAD8C}"/>
                </a:ext>
              </a:extLst>
            </p:cNvPr>
            <p:cNvGrpSpPr/>
            <p:nvPr/>
          </p:nvGrpSpPr>
          <p:grpSpPr>
            <a:xfrm>
              <a:off x="6196496" y="4954431"/>
              <a:ext cx="701391" cy="387235"/>
              <a:chOff x="5927510" y="4892700"/>
              <a:chExt cx="701391" cy="387235"/>
            </a:xfrm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C2A44460-D0B1-9954-7E8C-41FCCA50F98B}"/>
                  </a:ext>
                </a:extLst>
              </p:cNvPr>
              <p:cNvSpPr/>
              <p:nvPr/>
            </p:nvSpPr>
            <p:spPr>
              <a:xfrm>
                <a:off x="5927510" y="4892700"/>
                <a:ext cx="701391" cy="387235"/>
              </a:xfrm>
              <a:custGeom>
                <a:avLst/>
                <a:gdLst>
                  <a:gd name="connsiteX0" fmla="*/ 701396 w 701391"/>
                  <a:gd name="connsiteY0" fmla="*/ 596 h 387235"/>
                  <a:gd name="connsiteX1" fmla="*/ 4 w 701391"/>
                  <a:gd name="connsiteY1" fmla="*/ 596 h 387235"/>
                  <a:gd name="connsiteX2" fmla="*/ 4 w 701391"/>
                  <a:gd name="connsiteY2" fmla="*/ 387831 h 387235"/>
                  <a:gd name="connsiteX3" fmla="*/ 701396 w 701391"/>
                  <a:gd name="connsiteY3" fmla="*/ 387831 h 387235"/>
                  <a:gd name="connsiteX4" fmla="*/ 701396 w 701391"/>
                  <a:gd name="connsiteY4" fmla="*/ 596 h 387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1391" h="387235">
                    <a:moveTo>
                      <a:pt x="701396" y="596"/>
                    </a:moveTo>
                    <a:lnTo>
                      <a:pt x="4" y="596"/>
                    </a:lnTo>
                    <a:lnTo>
                      <a:pt x="4" y="387831"/>
                    </a:lnTo>
                    <a:lnTo>
                      <a:pt x="701396" y="387831"/>
                    </a:lnTo>
                    <a:lnTo>
                      <a:pt x="701396" y="596"/>
                    </a:lnTo>
                    <a:close/>
                  </a:path>
                </a:pathLst>
              </a:custGeom>
              <a:solidFill>
                <a:srgbClr val="FFFFCC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F31DBA1-FCF7-4D86-DCAA-CC94B4F66ADD}"/>
                  </a:ext>
                </a:extLst>
              </p:cNvPr>
              <p:cNvSpPr txBox="1"/>
              <p:nvPr/>
            </p:nvSpPr>
            <p:spPr>
              <a:xfrm>
                <a:off x="6045796" y="4878952"/>
                <a:ext cx="464820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Sq. 7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614F831-096B-B0B8-87A5-CFB13D806096}"/>
                  </a:ext>
                </a:extLst>
              </p:cNvPr>
              <p:cNvSpPr txBox="1"/>
              <p:nvPr/>
            </p:nvSpPr>
            <p:spPr>
              <a:xfrm>
                <a:off x="5928321" y="5036838"/>
                <a:ext cx="699770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is marked</a:t>
                </a:r>
              </a:p>
            </p:txBody>
          </p:sp>
        </p:grpSp>
        <p:grpSp>
          <p:nvGrpSpPr>
            <p:cNvPr id="43" name="Graphic 7">
              <a:extLst>
                <a:ext uri="{FF2B5EF4-FFF2-40B4-BE49-F238E27FC236}">
                  <a16:creationId xmlns:a16="http://schemas.microsoft.com/office/drawing/2014/main" id="{1990F450-38EE-88D1-658C-7243CB96AFF4}"/>
                </a:ext>
              </a:extLst>
            </p:cNvPr>
            <p:cNvGrpSpPr/>
            <p:nvPr/>
          </p:nvGrpSpPr>
          <p:grpSpPr>
            <a:xfrm>
              <a:off x="5376098" y="4986403"/>
              <a:ext cx="821667" cy="194538"/>
              <a:chOff x="5107112" y="4924672"/>
              <a:chExt cx="821667" cy="194538"/>
            </a:xfrm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9552B5EC-817C-F670-9FB4-F804B9E76D96}"/>
                  </a:ext>
                </a:extLst>
              </p:cNvPr>
              <p:cNvSpPr/>
              <p:nvPr/>
            </p:nvSpPr>
            <p:spPr>
              <a:xfrm>
                <a:off x="5107112" y="5086317"/>
                <a:ext cx="724980" cy="9398"/>
              </a:xfrm>
              <a:custGeom>
                <a:avLst/>
                <a:gdLst>
                  <a:gd name="connsiteX0" fmla="*/ 4 w 724980"/>
                  <a:gd name="connsiteY0" fmla="*/ 596 h 9398"/>
                  <a:gd name="connsiteX1" fmla="*/ 724985 w 724980"/>
                  <a:gd name="connsiteY1" fmla="*/ 596 h 9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24980" h="9398">
                    <a:moveTo>
                      <a:pt x="4" y="596"/>
                    </a:moveTo>
                    <a:cubicBezTo>
                      <a:pt x="226364" y="596"/>
                      <a:pt x="499470" y="596"/>
                      <a:pt x="724985" y="596"/>
                    </a:cubicBezTo>
                  </a:path>
                </a:pathLst>
              </a:custGeom>
              <a:noFill/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8B7FF165-E23C-DA57-D988-C456E8D83036}"/>
                  </a:ext>
                </a:extLst>
              </p:cNvPr>
              <p:cNvSpPr/>
              <p:nvPr/>
            </p:nvSpPr>
            <p:spPr>
              <a:xfrm>
                <a:off x="5834799" y="5053424"/>
                <a:ext cx="93980" cy="65786"/>
              </a:xfrm>
              <a:custGeom>
                <a:avLst/>
                <a:gdLst>
                  <a:gd name="connsiteX0" fmla="*/ 4 w 93980"/>
                  <a:gd name="connsiteY0" fmla="*/ 596 h 65786"/>
                  <a:gd name="connsiteX1" fmla="*/ 93984 w 93980"/>
                  <a:gd name="connsiteY1" fmla="*/ 33489 h 65786"/>
                  <a:gd name="connsiteX2" fmla="*/ 4 w 93980"/>
                  <a:gd name="connsiteY2" fmla="*/ 66382 h 65786"/>
                  <a:gd name="connsiteX3" fmla="*/ 4 w 93980"/>
                  <a:gd name="connsiteY3" fmla="*/ 596 h 65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980" h="65786">
                    <a:moveTo>
                      <a:pt x="4" y="596"/>
                    </a:moveTo>
                    <a:lnTo>
                      <a:pt x="93984" y="33489"/>
                    </a:lnTo>
                    <a:lnTo>
                      <a:pt x="4" y="66382"/>
                    </a:lnTo>
                    <a:lnTo>
                      <a:pt x="4" y="596"/>
                    </a:lnTo>
                    <a:close/>
                  </a:path>
                </a:pathLst>
              </a:custGeom>
              <a:solidFill>
                <a:srgbClr val="000000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A9139C6-4C96-B457-DC37-7140AB24C8C2}"/>
                  </a:ext>
                </a:extLst>
              </p:cNvPr>
              <p:cNvSpPr txBox="1"/>
              <p:nvPr/>
            </p:nvSpPr>
            <p:spPr>
              <a:xfrm>
                <a:off x="5246835" y="4878952"/>
                <a:ext cx="540004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X7,O7</a:t>
                </a:r>
              </a:p>
            </p:txBody>
          </p:sp>
        </p:grpSp>
        <p:grpSp>
          <p:nvGrpSpPr>
            <p:cNvPr id="137" name="Graphic 7">
              <a:extLst>
                <a:ext uri="{FF2B5EF4-FFF2-40B4-BE49-F238E27FC236}">
                  <a16:creationId xmlns:a16="http://schemas.microsoft.com/office/drawing/2014/main" id="{D70B864F-C952-8577-5DF4-8FFB12DBDBB1}"/>
                </a:ext>
              </a:extLst>
            </p:cNvPr>
            <p:cNvGrpSpPr/>
            <p:nvPr/>
          </p:nvGrpSpPr>
          <p:grpSpPr>
            <a:xfrm>
              <a:off x="4127202" y="5115155"/>
              <a:ext cx="347593" cy="65786"/>
              <a:chOff x="3858216" y="5053424"/>
              <a:chExt cx="347593" cy="65786"/>
            </a:xfrm>
          </p:grpSpPr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6AE6734F-4299-5090-6879-E90C9FEDE638}"/>
                  </a:ext>
                </a:extLst>
              </p:cNvPr>
              <p:cNvSpPr/>
              <p:nvPr/>
            </p:nvSpPr>
            <p:spPr>
              <a:xfrm>
                <a:off x="3858216" y="5086317"/>
                <a:ext cx="252205" cy="9398"/>
              </a:xfrm>
              <a:custGeom>
                <a:avLst/>
                <a:gdLst>
                  <a:gd name="connsiteX0" fmla="*/ 4 w 252205"/>
                  <a:gd name="connsiteY0" fmla="*/ 596 h 9398"/>
                  <a:gd name="connsiteX1" fmla="*/ 252210 w 252205"/>
                  <a:gd name="connsiteY1" fmla="*/ 596 h 9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52205" h="9398">
                    <a:moveTo>
                      <a:pt x="4" y="596"/>
                    </a:moveTo>
                    <a:cubicBezTo>
                      <a:pt x="76755" y="596"/>
                      <a:pt x="164128" y="596"/>
                      <a:pt x="252210" y="596"/>
                    </a:cubicBezTo>
                  </a:path>
                </a:pathLst>
              </a:custGeom>
              <a:noFill/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3E32A601-84D6-94C6-B0AD-DF5ADF89C7C6}"/>
                  </a:ext>
                </a:extLst>
              </p:cNvPr>
              <p:cNvSpPr/>
              <p:nvPr/>
            </p:nvSpPr>
            <p:spPr>
              <a:xfrm>
                <a:off x="4111830" y="5053424"/>
                <a:ext cx="93980" cy="65786"/>
              </a:xfrm>
              <a:custGeom>
                <a:avLst/>
                <a:gdLst>
                  <a:gd name="connsiteX0" fmla="*/ 5 w 93980"/>
                  <a:gd name="connsiteY0" fmla="*/ 596 h 65786"/>
                  <a:gd name="connsiteX1" fmla="*/ 93984 w 93980"/>
                  <a:gd name="connsiteY1" fmla="*/ 33489 h 65786"/>
                  <a:gd name="connsiteX2" fmla="*/ 4 w 93980"/>
                  <a:gd name="connsiteY2" fmla="*/ 66382 h 65786"/>
                  <a:gd name="connsiteX3" fmla="*/ 5 w 93980"/>
                  <a:gd name="connsiteY3" fmla="*/ 596 h 65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980" h="65786">
                    <a:moveTo>
                      <a:pt x="5" y="596"/>
                    </a:moveTo>
                    <a:lnTo>
                      <a:pt x="93984" y="33489"/>
                    </a:lnTo>
                    <a:lnTo>
                      <a:pt x="4" y="66382"/>
                    </a:lnTo>
                    <a:lnTo>
                      <a:pt x="5" y="596"/>
                    </a:lnTo>
                    <a:close/>
                  </a:path>
                </a:pathLst>
              </a:custGeom>
              <a:solidFill>
                <a:srgbClr val="000000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grpSp>
          <p:nvGrpSpPr>
            <p:cNvPr id="140" name="Graphic 7">
              <a:extLst>
                <a:ext uri="{FF2B5EF4-FFF2-40B4-BE49-F238E27FC236}">
                  <a16:creationId xmlns:a16="http://schemas.microsoft.com/office/drawing/2014/main" id="{41B21206-2254-A7AC-A32E-C15A350E9E41}"/>
                </a:ext>
              </a:extLst>
            </p:cNvPr>
            <p:cNvGrpSpPr/>
            <p:nvPr/>
          </p:nvGrpSpPr>
          <p:grpSpPr>
            <a:xfrm>
              <a:off x="4127202" y="5679035"/>
              <a:ext cx="347593" cy="65786"/>
              <a:chOff x="3858216" y="5617304"/>
              <a:chExt cx="347593" cy="65786"/>
            </a:xfrm>
          </p:grpSpPr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95B50B4-4D9E-A047-DDA2-077FFD9173C0}"/>
                  </a:ext>
                </a:extLst>
              </p:cNvPr>
              <p:cNvSpPr/>
              <p:nvPr/>
            </p:nvSpPr>
            <p:spPr>
              <a:xfrm>
                <a:off x="3858216" y="5650197"/>
                <a:ext cx="252205" cy="9398"/>
              </a:xfrm>
              <a:custGeom>
                <a:avLst/>
                <a:gdLst>
                  <a:gd name="connsiteX0" fmla="*/ 4 w 252205"/>
                  <a:gd name="connsiteY0" fmla="*/ 596 h 9398"/>
                  <a:gd name="connsiteX1" fmla="*/ 252210 w 252205"/>
                  <a:gd name="connsiteY1" fmla="*/ 596 h 9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52205" h="9398">
                    <a:moveTo>
                      <a:pt x="4" y="596"/>
                    </a:moveTo>
                    <a:cubicBezTo>
                      <a:pt x="76755" y="596"/>
                      <a:pt x="164128" y="596"/>
                      <a:pt x="252210" y="596"/>
                    </a:cubicBezTo>
                  </a:path>
                </a:pathLst>
              </a:custGeom>
              <a:noFill/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FCF239DE-D923-47F8-E470-17356ED3B15B}"/>
                  </a:ext>
                </a:extLst>
              </p:cNvPr>
              <p:cNvSpPr/>
              <p:nvPr/>
            </p:nvSpPr>
            <p:spPr>
              <a:xfrm>
                <a:off x="4111830" y="5617304"/>
                <a:ext cx="93980" cy="65786"/>
              </a:xfrm>
              <a:custGeom>
                <a:avLst/>
                <a:gdLst>
                  <a:gd name="connsiteX0" fmla="*/ 5 w 93980"/>
                  <a:gd name="connsiteY0" fmla="*/ 596 h 65786"/>
                  <a:gd name="connsiteX1" fmla="*/ 93984 w 93980"/>
                  <a:gd name="connsiteY1" fmla="*/ 33490 h 65786"/>
                  <a:gd name="connsiteX2" fmla="*/ 4 w 93980"/>
                  <a:gd name="connsiteY2" fmla="*/ 66382 h 65786"/>
                  <a:gd name="connsiteX3" fmla="*/ 5 w 93980"/>
                  <a:gd name="connsiteY3" fmla="*/ 596 h 65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980" h="65786">
                    <a:moveTo>
                      <a:pt x="5" y="596"/>
                    </a:moveTo>
                    <a:lnTo>
                      <a:pt x="93984" y="33490"/>
                    </a:lnTo>
                    <a:lnTo>
                      <a:pt x="4" y="66382"/>
                    </a:lnTo>
                    <a:lnTo>
                      <a:pt x="5" y="596"/>
                    </a:lnTo>
                    <a:close/>
                  </a:path>
                </a:pathLst>
              </a:custGeom>
              <a:solidFill>
                <a:srgbClr val="000000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grpSp>
          <p:nvGrpSpPr>
            <p:cNvPr id="143" name="Graphic 7">
              <a:extLst>
                <a:ext uri="{FF2B5EF4-FFF2-40B4-BE49-F238E27FC236}">
                  <a16:creationId xmlns:a16="http://schemas.microsoft.com/office/drawing/2014/main" id="{0159BC15-E447-56AC-211F-86F1AC6144F2}"/>
                </a:ext>
              </a:extLst>
            </p:cNvPr>
            <p:cNvGrpSpPr/>
            <p:nvPr/>
          </p:nvGrpSpPr>
          <p:grpSpPr>
            <a:xfrm>
              <a:off x="4127202" y="6242915"/>
              <a:ext cx="347593" cy="65786"/>
              <a:chOff x="3858216" y="6181184"/>
              <a:chExt cx="347593" cy="65786"/>
            </a:xfrm>
          </p:grpSpPr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7A5C6DCE-6C1F-4955-FE31-64D98D13D26C}"/>
                  </a:ext>
                </a:extLst>
              </p:cNvPr>
              <p:cNvSpPr/>
              <p:nvPr/>
            </p:nvSpPr>
            <p:spPr>
              <a:xfrm>
                <a:off x="3858216" y="6214078"/>
                <a:ext cx="252205" cy="9398"/>
              </a:xfrm>
              <a:custGeom>
                <a:avLst/>
                <a:gdLst>
                  <a:gd name="connsiteX0" fmla="*/ 4 w 252205"/>
                  <a:gd name="connsiteY0" fmla="*/ 596 h 9398"/>
                  <a:gd name="connsiteX1" fmla="*/ 252210 w 252205"/>
                  <a:gd name="connsiteY1" fmla="*/ 596 h 9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52205" h="9398">
                    <a:moveTo>
                      <a:pt x="4" y="596"/>
                    </a:moveTo>
                    <a:cubicBezTo>
                      <a:pt x="76755" y="596"/>
                      <a:pt x="164128" y="596"/>
                      <a:pt x="252210" y="596"/>
                    </a:cubicBezTo>
                  </a:path>
                </a:pathLst>
              </a:custGeom>
              <a:noFill/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4C003F6C-FB76-150E-4D7D-8EFAEE7FE756}"/>
                  </a:ext>
                </a:extLst>
              </p:cNvPr>
              <p:cNvSpPr/>
              <p:nvPr/>
            </p:nvSpPr>
            <p:spPr>
              <a:xfrm>
                <a:off x="4111830" y="6181184"/>
                <a:ext cx="93980" cy="65786"/>
              </a:xfrm>
              <a:custGeom>
                <a:avLst/>
                <a:gdLst>
                  <a:gd name="connsiteX0" fmla="*/ 5 w 93980"/>
                  <a:gd name="connsiteY0" fmla="*/ 596 h 65786"/>
                  <a:gd name="connsiteX1" fmla="*/ 93984 w 93980"/>
                  <a:gd name="connsiteY1" fmla="*/ 33490 h 65786"/>
                  <a:gd name="connsiteX2" fmla="*/ 4 w 93980"/>
                  <a:gd name="connsiteY2" fmla="*/ 66382 h 65786"/>
                  <a:gd name="connsiteX3" fmla="*/ 5 w 93980"/>
                  <a:gd name="connsiteY3" fmla="*/ 596 h 65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980" h="65786">
                    <a:moveTo>
                      <a:pt x="5" y="596"/>
                    </a:moveTo>
                    <a:lnTo>
                      <a:pt x="93984" y="33490"/>
                    </a:lnTo>
                    <a:lnTo>
                      <a:pt x="4" y="66382"/>
                    </a:lnTo>
                    <a:lnTo>
                      <a:pt x="5" y="596"/>
                    </a:lnTo>
                    <a:close/>
                  </a:path>
                </a:pathLst>
              </a:custGeom>
              <a:solidFill>
                <a:srgbClr val="000000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010BF54B-9DCE-BD02-80BA-B2A0F30EF210}"/>
              </a:ext>
            </a:extLst>
          </p:cNvPr>
          <p:cNvGrpSpPr/>
          <p:nvPr/>
        </p:nvGrpSpPr>
        <p:grpSpPr>
          <a:xfrm>
            <a:off x="3422264" y="1524000"/>
            <a:ext cx="2673736" cy="401607"/>
            <a:chOff x="4127202" y="909551"/>
            <a:chExt cx="2673736" cy="401607"/>
          </a:xfrm>
          <a:effectLst>
            <a:innerShdw blurRad="63500" dist="50800" dir="18900000">
              <a:prstClr val="black">
                <a:alpha val="50000"/>
              </a:prstClr>
            </a:innerShdw>
          </a:effectLst>
        </p:grpSpPr>
        <p:grpSp>
          <p:nvGrpSpPr>
            <p:cNvPr id="146" name="Graphic 7">
              <a:extLst>
                <a:ext uri="{FF2B5EF4-FFF2-40B4-BE49-F238E27FC236}">
                  <a16:creationId xmlns:a16="http://schemas.microsoft.com/office/drawing/2014/main" id="{C95974B0-CA7D-63AE-53F0-E3D3A2E69F1A}"/>
                </a:ext>
              </a:extLst>
            </p:cNvPr>
            <p:cNvGrpSpPr/>
            <p:nvPr/>
          </p:nvGrpSpPr>
          <p:grpSpPr>
            <a:xfrm>
              <a:off x="4670186" y="918949"/>
              <a:ext cx="507492" cy="338328"/>
              <a:chOff x="4401200" y="857218"/>
              <a:chExt cx="507492" cy="338328"/>
            </a:xfrm>
          </p:grpSpPr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150A26EE-3C23-4F73-9A83-7FABAEE34801}"/>
                  </a:ext>
                </a:extLst>
              </p:cNvPr>
              <p:cNvSpPr/>
              <p:nvPr/>
            </p:nvSpPr>
            <p:spPr>
              <a:xfrm>
                <a:off x="4401200" y="857218"/>
                <a:ext cx="507492" cy="338328"/>
              </a:xfrm>
              <a:custGeom>
                <a:avLst/>
                <a:gdLst>
                  <a:gd name="connsiteX0" fmla="*/ 507496 w 507492"/>
                  <a:gd name="connsiteY0" fmla="*/ 596 h 338328"/>
                  <a:gd name="connsiteX1" fmla="*/ 4 w 507492"/>
                  <a:gd name="connsiteY1" fmla="*/ 596 h 338328"/>
                  <a:gd name="connsiteX2" fmla="*/ 4 w 507492"/>
                  <a:gd name="connsiteY2" fmla="*/ 338924 h 338328"/>
                  <a:gd name="connsiteX3" fmla="*/ 507496 w 507492"/>
                  <a:gd name="connsiteY3" fmla="*/ 338924 h 338328"/>
                  <a:gd name="connsiteX4" fmla="*/ 507496 w 507492"/>
                  <a:gd name="connsiteY4" fmla="*/ 596 h 338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7492" h="338328">
                    <a:moveTo>
                      <a:pt x="507496" y="596"/>
                    </a:moveTo>
                    <a:lnTo>
                      <a:pt x="4" y="596"/>
                    </a:lnTo>
                    <a:lnTo>
                      <a:pt x="4" y="338924"/>
                    </a:lnTo>
                    <a:lnTo>
                      <a:pt x="507496" y="338924"/>
                    </a:lnTo>
                    <a:lnTo>
                      <a:pt x="507496" y="596"/>
                    </a:lnTo>
                    <a:close/>
                  </a:path>
                </a:pathLst>
              </a:custGeom>
              <a:solidFill>
                <a:srgbClr val="FFFFCC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3A7CD732-2B4B-7213-6575-75EB73A3D109}"/>
                  </a:ext>
                </a:extLst>
              </p:cNvPr>
              <p:cNvSpPr txBox="1"/>
              <p:nvPr/>
            </p:nvSpPr>
            <p:spPr>
              <a:xfrm>
                <a:off x="4389643" y="897959"/>
                <a:ext cx="530606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X trun</a:t>
                </a:r>
              </a:p>
            </p:txBody>
          </p:sp>
        </p:grpSp>
        <p:grpSp>
          <p:nvGrpSpPr>
            <p:cNvPr id="149" name="Graphic 7">
              <a:extLst>
                <a:ext uri="{FF2B5EF4-FFF2-40B4-BE49-F238E27FC236}">
                  <a16:creationId xmlns:a16="http://schemas.microsoft.com/office/drawing/2014/main" id="{DFF1306F-A150-E513-B7A4-56CAEA73CE20}"/>
                </a:ext>
              </a:extLst>
            </p:cNvPr>
            <p:cNvGrpSpPr/>
            <p:nvPr/>
          </p:nvGrpSpPr>
          <p:grpSpPr>
            <a:xfrm>
              <a:off x="6293446" y="909551"/>
              <a:ext cx="507492" cy="338328"/>
              <a:chOff x="6024460" y="847820"/>
              <a:chExt cx="507492" cy="338328"/>
            </a:xfrm>
          </p:grpSpPr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C826959A-F777-88E4-ECB1-C2E2D2AC842D}"/>
                  </a:ext>
                </a:extLst>
              </p:cNvPr>
              <p:cNvSpPr/>
              <p:nvPr/>
            </p:nvSpPr>
            <p:spPr>
              <a:xfrm>
                <a:off x="6024460" y="847820"/>
                <a:ext cx="507492" cy="338328"/>
              </a:xfrm>
              <a:custGeom>
                <a:avLst/>
                <a:gdLst>
                  <a:gd name="connsiteX0" fmla="*/ 507496 w 507492"/>
                  <a:gd name="connsiteY0" fmla="*/ 596 h 338328"/>
                  <a:gd name="connsiteX1" fmla="*/ 4 w 507492"/>
                  <a:gd name="connsiteY1" fmla="*/ 596 h 338328"/>
                  <a:gd name="connsiteX2" fmla="*/ 4 w 507492"/>
                  <a:gd name="connsiteY2" fmla="*/ 338924 h 338328"/>
                  <a:gd name="connsiteX3" fmla="*/ 507496 w 507492"/>
                  <a:gd name="connsiteY3" fmla="*/ 338924 h 338328"/>
                  <a:gd name="connsiteX4" fmla="*/ 507496 w 507492"/>
                  <a:gd name="connsiteY4" fmla="*/ 596 h 338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7492" h="338328">
                    <a:moveTo>
                      <a:pt x="507496" y="596"/>
                    </a:moveTo>
                    <a:lnTo>
                      <a:pt x="4" y="596"/>
                    </a:lnTo>
                    <a:lnTo>
                      <a:pt x="4" y="338924"/>
                    </a:lnTo>
                    <a:lnTo>
                      <a:pt x="507496" y="338924"/>
                    </a:lnTo>
                    <a:lnTo>
                      <a:pt x="507496" y="596"/>
                    </a:lnTo>
                    <a:close/>
                  </a:path>
                </a:pathLst>
              </a:custGeom>
              <a:solidFill>
                <a:srgbClr val="FFFFCC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0C3802DF-3E17-5929-7070-006F1FCE0020}"/>
                  </a:ext>
                </a:extLst>
              </p:cNvPr>
              <p:cNvSpPr txBox="1"/>
              <p:nvPr/>
            </p:nvSpPr>
            <p:spPr>
              <a:xfrm>
                <a:off x="6012903" y="888561"/>
                <a:ext cx="530606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O turn</a:t>
                </a:r>
              </a:p>
            </p:txBody>
          </p:sp>
        </p:grpSp>
        <p:grpSp>
          <p:nvGrpSpPr>
            <p:cNvPr id="152" name="Graphic 7">
              <a:extLst>
                <a:ext uri="{FF2B5EF4-FFF2-40B4-BE49-F238E27FC236}">
                  <a16:creationId xmlns:a16="http://schemas.microsoft.com/office/drawing/2014/main" id="{2D6E0C26-475D-24FB-1EF8-6A394E737C03}"/>
                </a:ext>
              </a:extLst>
            </p:cNvPr>
            <p:cNvGrpSpPr/>
            <p:nvPr/>
          </p:nvGrpSpPr>
          <p:grpSpPr>
            <a:xfrm>
              <a:off x="5181146" y="926467"/>
              <a:ext cx="1110044" cy="187170"/>
              <a:chOff x="4912160" y="864736"/>
              <a:chExt cx="1110044" cy="187170"/>
            </a:xfrm>
          </p:grpSpPr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B12375A5-E75B-2F65-DF23-4F57F6B732FE}"/>
                  </a:ext>
                </a:extLst>
              </p:cNvPr>
              <p:cNvSpPr/>
              <p:nvPr/>
            </p:nvSpPr>
            <p:spPr>
              <a:xfrm>
                <a:off x="4912160" y="1019014"/>
                <a:ext cx="1015820" cy="5882"/>
              </a:xfrm>
              <a:custGeom>
                <a:avLst/>
                <a:gdLst>
                  <a:gd name="connsiteX0" fmla="*/ 4 w 1015820"/>
                  <a:gd name="connsiteY0" fmla="*/ 6479 h 5882"/>
                  <a:gd name="connsiteX1" fmla="*/ 1015824 w 1015820"/>
                  <a:gd name="connsiteY1" fmla="*/ 596 h 5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15820" h="5882">
                    <a:moveTo>
                      <a:pt x="4" y="6479"/>
                    </a:moveTo>
                    <a:cubicBezTo>
                      <a:pt x="274275" y="4890"/>
                      <a:pt x="710333" y="2363"/>
                      <a:pt x="1015824" y="596"/>
                    </a:cubicBezTo>
                  </a:path>
                </a:pathLst>
              </a:custGeom>
              <a:noFill/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14E0F94E-0405-6CF0-6307-D174B4B8AEF4}"/>
                  </a:ext>
                </a:extLst>
              </p:cNvPr>
              <p:cNvSpPr/>
              <p:nvPr/>
            </p:nvSpPr>
            <p:spPr>
              <a:xfrm>
                <a:off x="5928027" y="986121"/>
                <a:ext cx="94177" cy="65786"/>
              </a:xfrm>
              <a:custGeom>
                <a:avLst/>
                <a:gdLst>
                  <a:gd name="connsiteX0" fmla="*/ 4 w 94177"/>
                  <a:gd name="connsiteY0" fmla="*/ 596 h 65786"/>
                  <a:gd name="connsiteX1" fmla="*/ 94181 w 94177"/>
                  <a:gd name="connsiteY1" fmla="*/ 32943 h 65786"/>
                  <a:gd name="connsiteX2" fmla="*/ 389 w 94177"/>
                  <a:gd name="connsiteY2" fmla="*/ 66382 h 65786"/>
                  <a:gd name="connsiteX3" fmla="*/ 4 w 94177"/>
                  <a:gd name="connsiteY3" fmla="*/ 596 h 65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4177" h="65786">
                    <a:moveTo>
                      <a:pt x="4" y="596"/>
                    </a:moveTo>
                    <a:lnTo>
                      <a:pt x="94181" y="32943"/>
                    </a:lnTo>
                    <a:lnTo>
                      <a:pt x="389" y="66382"/>
                    </a:lnTo>
                    <a:lnTo>
                      <a:pt x="4" y="596"/>
                    </a:lnTo>
                    <a:close/>
                  </a:path>
                </a:pathLst>
              </a:custGeom>
              <a:solidFill>
                <a:srgbClr val="000000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55000739-9F77-A71C-4998-EA57335AB51C}"/>
                  </a:ext>
                </a:extLst>
              </p:cNvPr>
              <p:cNvSpPr txBox="1"/>
              <p:nvPr/>
            </p:nvSpPr>
            <p:spPr>
              <a:xfrm>
                <a:off x="5171651" y="819016"/>
                <a:ext cx="690371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X1,...,X9</a:t>
                </a:r>
              </a:p>
            </p:txBody>
          </p:sp>
        </p:grpSp>
        <p:grpSp>
          <p:nvGrpSpPr>
            <p:cNvPr id="156" name="Graphic 7">
              <a:extLst>
                <a:ext uri="{FF2B5EF4-FFF2-40B4-BE49-F238E27FC236}">
                  <a16:creationId xmlns:a16="http://schemas.microsoft.com/office/drawing/2014/main" id="{909CB38B-46B7-A4A6-8805-DDF667DFAC5F}"/>
                </a:ext>
              </a:extLst>
            </p:cNvPr>
            <p:cNvGrpSpPr/>
            <p:nvPr/>
          </p:nvGrpSpPr>
          <p:grpSpPr>
            <a:xfrm>
              <a:off x="5178693" y="1114427"/>
              <a:ext cx="1113183" cy="196731"/>
              <a:chOff x="4909707" y="1052696"/>
              <a:chExt cx="1113183" cy="196731"/>
            </a:xfrm>
          </p:grpSpPr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FE527690-ACA9-24F7-4ABD-60EF94154547}"/>
                  </a:ext>
                </a:extLst>
              </p:cNvPr>
              <p:cNvSpPr/>
              <p:nvPr/>
            </p:nvSpPr>
            <p:spPr>
              <a:xfrm>
                <a:off x="5001422" y="1139910"/>
                <a:ext cx="1021468" cy="109518"/>
              </a:xfrm>
              <a:custGeom>
                <a:avLst/>
                <a:gdLst>
                  <a:gd name="connsiteX0" fmla="*/ 1021473 w 1021468"/>
                  <a:gd name="connsiteY0" fmla="*/ 596 h 109518"/>
                  <a:gd name="connsiteX1" fmla="*/ 758413 w 1021468"/>
                  <a:gd name="connsiteY1" fmla="*/ 82546 h 109518"/>
                  <a:gd name="connsiteX2" fmla="*/ 272414 w 1021468"/>
                  <a:gd name="connsiteY2" fmla="*/ 82546 h 109518"/>
                  <a:gd name="connsiteX3" fmla="*/ 4 w 1021468"/>
                  <a:gd name="connsiteY3" fmla="*/ 16948 h 109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21468" h="109518">
                    <a:moveTo>
                      <a:pt x="1021473" y="596"/>
                    </a:moveTo>
                    <a:cubicBezTo>
                      <a:pt x="939409" y="34071"/>
                      <a:pt x="846820" y="65705"/>
                      <a:pt x="758413" y="82546"/>
                    </a:cubicBezTo>
                    <a:cubicBezTo>
                      <a:pt x="546235" y="122957"/>
                      <a:pt x="485890" y="115458"/>
                      <a:pt x="272414" y="82546"/>
                    </a:cubicBezTo>
                    <a:cubicBezTo>
                      <a:pt x="182457" y="68675"/>
                      <a:pt x="87650" y="44099"/>
                      <a:pt x="4" y="16948"/>
                    </a:cubicBezTo>
                  </a:path>
                </a:pathLst>
              </a:custGeom>
              <a:noFill/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C36BA130-A492-9897-C234-A34750AAF658}"/>
                  </a:ext>
                </a:extLst>
              </p:cNvPr>
              <p:cNvSpPr/>
              <p:nvPr/>
            </p:nvSpPr>
            <p:spPr>
              <a:xfrm>
                <a:off x="4909707" y="1124215"/>
                <a:ext cx="99543" cy="62506"/>
              </a:xfrm>
              <a:custGeom>
                <a:avLst/>
                <a:gdLst>
                  <a:gd name="connsiteX0" fmla="*/ 79051 w 99543"/>
                  <a:gd name="connsiteY0" fmla="*/ 63102 h 62506"/>
                  <a:gd name="connsiteX1" fmla="*/ 4 w 99543"/>
                  <a:gd name="connsiteY1" fmla="*/ 2551 h 62506"/>
                  <a:gd name="connsiteX2" fmla="*/ 99548 w 99543"/>
                  <a:gd name="connsiteY2" fmla="*/ 596 h 62506"/>
                  <a:gd name="connsiteX3" fmla="*/ 79051 w 99543"/>
                  <a:gd name="connsiteY3" fmla="*/ 63102 h 6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543" h="62506">
                    <a:moveTo>
                      <a:pt x="79051" y="63102"/>
                    </a:moveTo>
                    <a:lnTo>
                      <a:pt x="4" y="2551"/>
                    </a:lnTo>
                    <a:lnTo>
                      <a:pt x="99548" y="596"/>
                    </a:lnTo>
                    <a:lnTo>
                      <a:pt x="79051" y="63102"/>
                    </a:lnTo>
                    <a:close/>
                  </a:path>
                </a:pathLst>
              </a:custGeom>
              <a:solidFill>
                <a:srgbClr val="000000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39504429-1BF9-F256-2FD3-9DFEC645B43E}"/>
                  </a:ext>
                </a:extLst>
              </p:cNvPr>
              <p:cNvSpPr txBox="1"/>
              <p:nvPr/>
            </p:nvSpPr>
            <p:spPr>
              <a:xfrm>
                <a:off x="5171651" y="1006976"/>
                <a:ext cx="690371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O1,...,O9</a:t>
                </a:r>
              </a:p>
            </p:txBody>
          </p:sp>
        </p:grpSp>
        <p:grpSp>
          <p:nvGrpSpPr>
            <p:cNvPr id="160" name="Graphic 7">
              <a:extLst>
                <a:ext uri="{FF2B5EF4-FFF2-40B4-BE49-F238E27FC236}">
                  <a16:creationId xmlns:a16="http://schemas.microsoft.com/office/drawing/2014/main" id="{4A88B3CE-3EFB-D94F-A904-B4C8623769AC}"/>
                </a:ext>
              </a:extLst>
            </p:cNvPr>
            <p:cNvGrpSpPr/>
            <p:nvPr/>
          </p:nvGrpSpPr>
          <p:grpSpPr>
            <a:xfrm>
              <a:off x="4127202" y="1055220"/>
              <a:ext cx="540962" cy="65786"/>
              <a:chOff x="3858216" y="993489"/>
              <a:chExt cx="540962" cy="65786"/>
            </a:xfrm>
          </p:grpSpPr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10F0B05A-672A-22A5-7D69-653E4F516E71}"/>
                  </a:ext>
                </a:extLst>
              </p:cNvPr>
              <p:cNvSpPr/>
              <p:nvPr/>
            </p:nvSpPr>
            <p:spPr>
              <a:xfrm>
                <a:off x="3858216" y="1026382"/>
                <a:ext cx="444088" cy="9398"/>
              </a:xfrm>
              <a:custGeom>
                <a:avLst/>
                <a:gdLst>
                  <a:gd name="connsiteX0" fmla="*/ 4 w 444088"/>
                  <a:gd name="connsiteY0" fmla="*/ 596 h 9398"/>
                  <a:gd name="connsiteX1" fmla="*/ 444092 w 444088"/>
                  <a:gd name="connsiteY1" fmla="*/ 596 h 9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44088" h="9398">
                    <a:moveTo>
                      <a:pt x="4" y="596"/>
                    </a:moveTo>
                    <a:cubicBezTo>
                      <a:pt x="133302" y="596"/>
                      <a:pt x="298640" y="596"/>
                      <a:pt x="444092" y="596"/>
                    </a:cubicBezTo>
                  </a:path>
                </a:pathLst>
              </a:custGeom>
              <a:noFill/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A2C254E5-A347-5AE2-DE00-B447248B7FF6}"/>
                  </a:ext>
                </a:extLst>
              </p:cNvPr>
              <p:cNvSpPr/>
              <p:nvPr/>
            </p:nvSpPr>
            <p:spPr>
              <a:xfrm>
                <a:off x="4305199" y="993489"/>
                <a:ext cx="93980" cy="65786"/>
              </a:xfrm>
              <a:custGeom>
                <a:avLst/>
                <a:gdLst>
                  <a:gd name="connsiteX0" fmla="*/ 4 w 93980"/>
                  <a:gd name="connsiteY0" fmla="*/ 596 h 65786"/>
                  <a:gd name="connsiteX1" fmla="*/ 93984 w 93980"/>
                  <a:gd name="connsiteY1" fmla="*/ 33489 h 65786"/>
                  <a:gd name="connsiteX2" fmla="*/ 4 w 93980"/>
                  <a:gd name="connsiteY2" fmla="*/ 66382 h 65786"/>
                  <a:gd name="connsiteX3" fmla="*/ 4 w 93980"/>
                  <a:gd name="connsiteY3" fmla="*/ 596 h 65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980" h="65786">
                    <a:moveTo>
                      <a:pt x="4" y="596"/>
                    </a:moveTo>
                    <a:lnTo>
                      <a:pt x="93984" y="33489"/>
                    </a:lnTo>
                    <a:lnTo>
                      <a:pt x="4" y="66382"/>
                    </a:lnTo>
                    <a:lnTo>
                      <a:pt x="4" y="596"/>
                    </a:lnTo>
                    <a:close/>
                  </a:path>
                </a:pathLst>
              </a:custGeom>
              <a:solidFill>
                <a:srgbClr val="000000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A14D35F3-F940-405F-C717-A8CC3EBBEC04}"/>
              </a:ext>
            </a:extLst>
          </p:cNvPr>
          <p:cNvGrpSpPr/>
          <p:nvPr/>
        </p:nvGrpSpPr>
        <p:grpSpPr>
          <a:xfrm>
            <a:off x="429715" y="2590800"/>
            <a:ext cx="2770685" cy="1514995"/>
            <a:chOff x="4127202" y="1571151"/>
            <a:chExt cx="2770685" cy="1514995"/>
          </a:xfrm>
          <a:effectLst>
            <a:innerShdw blurRad="63500" dist="50800" dir="18900000">
              <a:prstClr val="black">
                <a:alpha val="50000"/>
              </a:prstClr>
            </a:innerShdw>
          </a:effectLst>
        </p:grpSpPr>
        <p:grpSp>
          <p:nvGrpSpPr>
            <p:cNvPr id="163" name="Graphic 7">
              <a:extLst>
                <a:ext uri="{FF2B5EF4-FFF2-40B4-BE49-F238E27FC236}">
                  <a16:creationId xmlns:a16="http://schemas.microsoft.com/office/drawing/2014/main" id="{F722EAE4-1212-A6AD-8E17-465F9AB1E4A9}"/>
                </a:ext>
              </a:extLst>
            </p:cNvPr>
            <p:cNvGrpSpPr/>
            <p:nvPr/>
          </p:nvGrpSpPr>
          <p:grpSpPr>
            <a:xfrm>
              <a:off x="4475586" y="2698911"/>
              <a:ext cx="896696" cy="387235"/>
              <a:chOff x="4206600" y="2637180"/>
              <a:chExt cx="896696" cy="387235"/>
            </a:xfrm>
          </p:grpSpPr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E57C16B8-499C-43E9-D19A-7387BCBA494D}"/>
                  </a:ext>
                </a:extLst>
              </p:cNvPr>
              <p:cNvSpPr/>
              <p:nvPr/>
            </p:nvSpPr>
            <p:spPr>
              <a:xfrm>
                <a:off x="4206600" y="2637180"/>
                <a:ext cx="896696" cy="387235"/>
              </a:xfrm>
              <a:custGeom>
                <a:avLst/>
                <a:gdLst>
                  <a:gd name="connsiteX0" fmla="*/ 896700 w 896696"/>
                  <a:gd name="connsiteY0" fmla="*/ 596 h 387235"/>
                  <a:gd name="connsiteX1" fmla="*/ 4 w 896696"/>
                  <a:gd name="connsiteY1" fmla="*/ 596 h 387235"/>
                  <a:gd name="connsiteX2" fmla="*/ 4 w 896696"/>
                  <a:gd name="connsiteY2" fmla="*/ 387831 h 387235"/>
                  <a:gd name="connsiteX3" fmla="*/ 896700 w 896696"/>
                  <a:gd name="connsiteY3" fmla="*/ 387831 h 387235"/>
                  <a:gd name="connsiteX4" fmla="*/ 896700 w 896696"/>
                  <a:gd name="connsiteY4" fmla="*/ 596 h 387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696" h="387235">
                    <a:moveTo>
                      <a:pt x="896700" y="596"/>
                    </a:moveTo>
                    <a:lnTo>
                      <a:pt x="4" y="596"/>
                    </a:lnTo>
                    <a:lnTo>
                      <a:pt x="4" y="387831"/>
                    </a:lnTo>
                    <a:lnTo>
                      <a:pt x="896700" y="387831"/>
                    </a:lnTo>
                    <a:lnTo>
                      <a:pt x="896700" y="596"/>
                    </a:lnTo>
                    <a:close/>
                  </a:path>
                </a:pathLst>
              </a:custGeom>
              <a:solidFill>
                <a:srgbClr val="FFFFCC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3ADB2610-DA5F-5FCD-53F1-FEF76E995D28}"/>
                  </a:ext>
                </a:extLst>
              </p:cNvPr>
              <p:cNvSpPr txBox="1"/>
              <p:nvPr/>
            </p:nvSpPr>
            <p:spPr>
              <a:xfrm>
                <a:off x="4422536" y="2623432"/>
                <a:ext cx="464820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Sq. 3</a:t>
                </a: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B9A436D5-2B3B-E1A0-851B-0D55893CA5F4}"/>
                  </a:ext>
                </a:extLst>
              </p:cNvPr>
              <p:cNvSpPr txBox="1"/>
              <p:nvPr/>
            </p:nvSpPr>
            <p:spPr>
              <a:xfrm>
                <a:off x="4201683" y="2781318"/>
                <a:ext cx="906526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is not marked</a:t>
                </a:r>
              </a:p>
            </p:txBody>
          </p:sp>
        </p:grpSp>
        <p:grpSp>
          <p:nvGrpSpPr>
            <p:cNvPr id="167" name="Graphic 7">
              <a:extLst>
                <a:ext uri="{FF2B5EF4-FFF2-40B4-BE49-F238E27FC236}">
                  <a16:creationId xmlns:a16="http://schemas.microsoft.com/office/drawing/2014/main" id="{78717F53-5D63-CCC6-F0C0-EB0B78899672}"/>
                </a:ext>
              </a:extLst>
            </p:cNvPr>
            <p:cNvGrpSpPr/>
            <p:nvPr/>
          </p:nvGrpSpPr>
          <p:grpSpPr>
            <a:xfrm>
              <a:off x="6196496" y="2698911"/>
              <a:ext cx="701391" cy="387235"/>
              <a:chOff x="5927510" y="2637180"/>
              <a:chExt cx="701391" cy="387235"/>
            </a:xfrm>
          </p:grpSpPr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27343673-B6C3-9F5D-7677-ECADC89C73B6}"/>
                  </a:ext>
                </a:extLst>
              </p:cNvPr>
              <p:cNvSpPr/>
              <p:nvPr/>
            </p:nvSpPr>
            <p:spPr>
              <a:xfrm>
                <a:off x="5927510" y="2637180"/>
                <a:ext cx="701391" cy="387235"/>
              </a:xfrm>
              <a:custGeom>
                <a:avLst/>
                <a:gdLst>
                  <a:gd name="connsiteX0" fmla="*/ 701396 w 701391"/>
                  <a:gd name="connsiteY0" fmla="*/ 596 h 387235"/>
                  <a:gd name="connsiteX1" fmla="*/ 4 w 701391"/>
                  <a:gd name="connsiteY1" fmla="*/ 596 h 387235"/>
                  <a:gd name="connsiteX2" fmla="*/ 4 w 701391"/>
                  <a:gd name="connsiteY2" fmla="*/ 387831 h 387235"/>
                  <a:gd name="connsiteX3" fmla="*/ 701396 w 701391"/>
                  <a:gd name="connsiteY3" fmla="*/ 387831 h 387235"/>
                  <a:gd name="connsiteX4" fmla="*/ 701396 w 701391"/>
                  <a:gd name="connsiteY4" fmla="*/ 596 h 387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1391" h="387235">
                    <a:moveTo>
                      <a:pt x="701396" y="596"/>
                    </a:moveTo>
                    <a:lnTo>
                      <a:pt x="4" y="596"/>
                    </a:lnTo>
                    <a:lnTo>
                      <a:pt x="4" y="387831"/>
                    </a:lnTo>
                    <a:lnTo>
                      <a:pt x="701396" y="387831"/>
                    </a:lnTo>
                    <a:lnTo>
                      <a:pt x="701396" y="596"/>
                    </a:lnTo>
                    <a:close/>
                  </a:path>
                </a:pathLst>
              </a:custGeom>
              <a:solidFill>
                <a:srgbClr val="FFFFCC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C68C45A8-3C1B-E66F-6BC2-9251A022D35A}"/>
                  </a:ext>
                </a:extLst>
              </p:cNvPr>
              <p:cNvSpPr txBox="1"/>
              <p:nvPr/>
            </p:nvSpPr>
            <p:spPr>
              <a:xfrm>
                <a:off x="6045796" y="2623432"/>
                <a:ext cx="464820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Sq. 3</a:t>
                </a:r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D06C9FC6-12F9-6F7A-A064-E1C9A4798165}"/>
                  </a:ext>
                </a:extLst>
              </p:cNvPr>
              <p:cNvSpPr txBox="1"/>
              <p:nvPr/>
            </p:nvSpPr>
            <p:spPr>
              <a:xfrm>
                <a:off x="5928321" y="2781318"/>
                <a:ext cx="699770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is marked</a:t>
                </a:r>
              </a:p>
            </p:txBody>
          </p:sp>
        </p:grpSp>
        <p:grpSp>
          <p:nvGrpSpPr>
            <p:cNvPr id="171" name="Graphic 7">
              <a:extLst>
                <a:ext uri="{FF2B5EF4-FFF2-40B4-BE49-F238E27FC236}">
                  <a16:creationId xmlns:a16="http://schemas.microsoft.com/office/drawing/2014/main" id="{837D59B3-A0FE-B10D-808C-A4D2C9D4A93F}"/>
                </a:ext>
              </a:extLst>
            </p:cNvPr>
            <p:cNvGrpSpPr/>
            <p:nvPr/>
          </p:nvGrpSpPr>
          <p:grpSpPr>
            <a:xfrm>
              <a:off x="5376098" y="2730883"/>
              <a:ext cx="821667" cy="194538"/>
              <a:chOff x="5107112" y="2669152"/>
              <a:chExt cx="821667" cy="194538"/>
            </a:xfrm>
          </p:grpSpPr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49CD78B-AF0D-8C7C-AB49-CE34A9BA6922}"/>
                  </a:ext>
                </a:extLst>
              </p:cNvPr>
              <p:cNvSpPr/>
              <p:nvPr/>
            </p:nvSpPr>
            <p:spPr>
              <a:xfrm>
                <a:off x="5107112" y="2830798"/>
                <a:ext cx="724980" cy="9398"/>
              </a:xfrm>
              <a:custGeom>
                <a:avLst/>
                <a:gdLst>
                  <a:gd name="connsiteX0" fmla="*/ 4 w 724980"/>
                  <a:gd name="connsiteY0" fmla="*/ 596 h 9398"/>
                  <a:gd name="connsiteX1" fmla="*/ 724985 w 724980"/>
                  <a:gd name="connsiteY1" fmla="*/ 596 h 9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24980" h="9398">
                    <a:moveTo>
                      <a:pt x="4" y="596"/>
                    </a:moveTo>
                    <a:cubicBezTo>
                      <a:pt x="226364" y="596"/>
                      <a:pt x="499470" y="596"/>
                      <a:pt x="724985" y="596"/>
                    </a:cubicBezTo>
                  </a:path>
                </a:pathLst>
              </a:custGeom>
              <a:noFill/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DA985A3C-3460-8669-2777-8687043812F4}"/>
                  </a:ext>
                </a:extLst>
              </p:cNvPr>
              <p:cNvSpPr/>
              <p:nvPr/>
            </p:nvSpPr>
            <p:spPr>
              <a:xfrm>
                <a:off x="5834799" y="2797905"/>
                <a:ext cx="93980" cy="65786"/>
              </a:xfrm>
              <a:custGeom>
                <a:avLst/>
                <a:gdLst>
                  <a:gd name="connsiteX0" fmla="*/ 4 w 93980"/>
                  <a:gd name="connsiteY0" fmla="*/ 596 h 65786"/>
                  <a:gd name="connsiteX1" fmla="*/ 93984 w 93980"/>
                  <a:gd name="connsiteY1" fmla="*/ 33489 h 65786"/>
                  <a:gd name="connsiteX2" fmla="*/ 4 w 93980"/>
                  <a:gd name="connsiteY2" fmla="*/ 66382 h 65786"/>
                  <a:gd name="connsiteX3" fmla="*/ 4 w 93980"/>
                  <a:gd name="connsiteY3" fmla="*/ 596 h 65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980" h="65786">
                    <a:moveTo>
                      <a:pt x="4" y="596"/>
                    </a:moveTo>
                    <a:lnTo>
                      <a:pt x="93984" y="33489"/>
                    </a:lnTo>
                    <a:lnTo>
                      <a:pt x="4" y="66382"/>
                    </a:lnTo>
                    <a:lnTo>
                      <a:pt x="4" y="596"/>
                    </a:lnTo>
                    <a:close/>
                  </a:path>
                </a:pathLst>
              </a:custGeom>
              <a:solidFill>
                <a:srgbClr val="000000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86A4A76B-C819-704F-13A7-87D39BB1251A}"/>
                  </a:ext>
                </a:extLst>
              </p:cNvPr>
              <p:cNvSpPr txBox="1"/>
              <p:nvPr/>
            </p:nvSpPr>
            <p:spPr>
              <a:xfrm>
                <a:off x="5246835" y="2623432"/>
                <a:ext cx="540004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X3,O3</a:t>
                </a:r>
              </a:p>
            </p:txBody>
          </p:sp>
        </p:grpSp>
        <p:grpSp>
          <p:nvGrpSpPr>
            <p:cNvPr id="175" name="Graphic 7">
              <a:extLst>
                <a:ext uri="{FF2B5EF4-FFF2-40B4-BE49-F238E27FC236}">
                  <a16:creationId xmlns:a16="http://schemas.microsoft.com/office/drawing/2014/main" id="{51EE3A22-A2E0-7961-53FC-F8C838129BCB}"/>
                </a:ext>
              </a:extLst>
            </p:cNvPr>
            <p:cNvGrpSpPr/>
            <p:nvPr/>
          </p:nvGrpSpPr>
          <p:grpSpPr>
            <a:xfrm>
              <a:off x="4475586" y="2135031"/>
              <a:ext cx="896696" cy="387235"/>
              <a:chOff x="4206600" y="2073300"/>
              <a:chExt cx="896696" cy="387235"/>
            </a:xfrm>
          </p:grpSpPr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12DD0F09-C9E0-4988-E2D9-45CEEC2CF07F}"/>
                  </a:ext>
                </a:extLst>
              </p:cNvPr>
              <p:cNvSpPr/>
              <p:nvPr/>
            </p:nvSpPr>
            <p:spPr>
              <a:xfrm>
                <a:off x="4206600" y="2073300"/>
                <a:ext cx="896696" cy="387235"/>
              </a:xfrm>
              <a:custGeom>
                <a:avLst/>
                <a:gdLst>
                  <a:gd name="connsiteX0" fmla="*/ 896700 w 896696"/>
                  <a:gd name="connsiteY0" fmla="*/ 596 h 387235"/>
                  <a:gd name="connsiteX1" fmla="*/ 4 w 896696"/>
                  <a:gd name="connsiteY1" fmla="*/ 596 h 387235"/>
                  <a:gd name="connsiteX2" fmla="*/ 4 w 896696"/>
                  <a:gd name="connsiteY2" fmla="*/ 387831 h 387235"/>
                  <a:gd name="connsiteX3" fmla="*/ 896700 w 896696"/>
                  <a:gd name="connsiteY3" fmla="*/ 387831 h 387235"/>
                  <a:gd name="connsiteX4" fmla="*/ 896700 w 896696"/>
                  <a:gd name="connsiteY4" fmla="*/ 596 h 387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696" h="387235">
                    <a:moveTo>
                      <a:pt x="896700" y="596"/>
                    </a:moveTo>
                    <a:lnTo>
                      <a:pt x="4" y="596"/>
                    </a:lnTo>
                    <a:lnTo>
                      <a:pt x="4" y="387831"/>
                    </a:lnTo>
                    <a:lnTo>
                      <a:pt x="896700" y="387831"/>
                    </a:lnTo>
                    <a:lnTo>
                      <a:pt x="896700" y="596"/>
                    </a:lnTo>
                    <a:close/>
                  </a:path>
                </a:pathLst>
              </a:custGeom>
              <a:solidFill>
                <a:srgbClr val="FFFFCC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2E5BB8E8-D28D-D739-9209-A1457BF33132}"/>
                  </a:ext>
                </a:extLst>
              </p:cNvPr>
              <p:cNvSpPr txBox="1"/>
              <p:nvPr/>
            </p:nvSpPr>
            <p:spPr>
              <a:xfrm>
                <a:off x="4422536" y="2059552"/>
                <a:ext cx="464820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Sq. 2</a:t>
                </a:r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3793FCCD-E504-4709-6C52-4B0512B73CC5}"/>
                  </a:ext>
                </a:extLst>
              </p:cNvPr>
              <p:cNvSpPr txBox="1"/>
              <p:nvPr/>
            </p:nvSpPr>
            <p:spPr>
              <a:xfrm>
                <a:off x="4201683" y="2217438"/>
                <a:ext cx="906526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is not marked</a:t>
                </a:r>
              </a:p>
            </p:txBody>
          </p:sp>
        </p:grpSp>
        <p:grpSp>
          <p:nvGrpSpPr>
            <p:cNvPr id="179" name="Graphic 7">
              <a:extLst>
                <a:ext uri="{FF2B5EF4-FFF2-40B4-BE49-F238E27FC236}">
                  <a16:creationId xmlns:a16="http://schemas.microsoft.com/office/drawing/2014/main" id="{2E6F3AF6-9582-AE0A-7A61-27E398B5C305}"/>
                </a:ext>
              </a:extLst>
            </p:cNvPr>
            <p:cNvGrpSpPr/>
            <p:nvPr/>
          </p:nvGrpSpPr>
          <p:grpSpPr>
            <a:xfrm>
              <a:off x="6196496" y="2135031"/>
              <a:ext cx="701391" cy="387235"/>
              <a:chOff x="5927510" y="2073300"/>
              <a:chExt cx="701391" cy="387235"/>
            </a:xfrm>
          </p:grpSpPr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4E4A2689-48C2-7E54-EACF-1EDA0499A278}"/>
                  </a:ext>
                </a:extLst>
              </p:cNvPr>
              <p:cNvSpPr/>
              <p:nvPr/>
            </p:nvSpPr>
            <p:spPr>
              <a:xfrm>
                <a:off x="5927510" y="2073300"/>
                <a:ext cx="701391" cy="387235"/>
              </a:xfrm>
              <a:custGeom>
                <a:avLst/>
                <a:gdLst>
                  <a:gd name="connsiteX0" fmla="*/ 701396 w 701391"/>
                  <a:gd name="connsiteY0" fmla="*/ 596 h 387235"/>
                  <a:gd name="connsiteX1" fmla="*/ 4 w 701391"/>
                  <a:gd name="connsiteY1" fmla="*/ 596 h 387235"/>
                  <a:gd name="connsiteX2" fmla="*/ 4 w 701391"/>
                  <a:gd name="connsiteY2" fmla="*/ 387831 h 387235"/>
                  <a:gd name="connsiteX3" fmla="*/ 701396 w 701391"/>
                  <a:gd name="connsiteY3" fmla="*/ 387831 h 387235"/>
                  <a:gd name="connsiteX4" fmla="*/ 701396 w 701391"/>
                  <a:gd name="connsiteY4" fmla="*/ 596 h 387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1391" h="387235">
                    <a:moveTo>
                      <a:pt x="701396" y="596"/>
                    </a:moveTo>
                    <a:lnTo>
                      <a:pt x="4" y="596"/>
                    </a:lnTo>
                    <a:lnTo>
                      <a:pt x="4" y="387831"/>
                    </a:lnTo>
                    <a:lnTo>
                      <a:pt x="701396" y="387831"/>
                    </a:lnTo>
                    <a:lnTo>
                      <a:pt x="701396" y="596"/>
                    </a:lnTo>
                    <a:close/>
                  </a:path>
                </a:pathLst>
              </a:custGeom>
              <a:solidFill>
                <a:srgbClr val="FFFFCC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841FB5A2-8A11-F7BD-E1F1-46E10779B9D4}"/>
                  </a:ext>
                </a:extLst>
              </p:cNvPr>
              <p:cNvSpPr txBox="1"/>
              <p:nvPr/>
            </p:nvSpPr>
            <p:spPr>
              <a:xfrm>
                <a:off x="6045796" y="2059552"/>
                <a:ext cx="464820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Sq. 2</a:t>
                </a:r>
              </a:p>
            </p:txBody>
          </p: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519F3D36-D1CB-BA80-B661-F7F6F585E83C}"/>
                  </a:ext>
                </a:extLst>
              </p:cNvPr>
              <p:cNvSpPr txBox="1"/>
              <p:nvPr/>
            </p:nvSpPr>
            <p:spPr>
              <a:xfrm>
                <a:off x="5928321" y="2217438"/>
                <a:ext cx="699770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is marked</a:t>
                </a:r>
              </a:p>
            </p:txBody>
          </p:sp>
        </p:grpSp>
        <p:grpSp>
          <p:nvGrpSpPr>
            <p:cNvPr id="183" name="Graphic 7">
              <a:extLst>
                <a:ext uri="{FF2B5EF4-FFF2-40B4-BE49-F238E27FC236}">
                  <a16:creationId xmlns:a16="http://schemas.microsoft.com/office/drawing/2014/main" id="{8AB43CF4-ACAF-12CA-5AE7-CAE50D2631D4}"/>
                </a:ext>
              </a:extLst>
            </p:cNvPr>
            <p:cNvGrpSpPr/>
            <p:nvPr/>
          </p:nvGrpSpPr>
          <p:grpSpPr>
            <a:xfrm>
              <a:off x="5376098" y="2167003"/>
              <a:ext cx="821667" cy="194538"/>
              <a:chOff x="5107112" y="2105272"/>
              <a:chExt cx="821667" cy="194538"/>
            </a:xfrm>
          </p:grpSpPr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0EB4E8FF-8675-0B53-7BD2-FE28FC5666A5}"/>
                  </a:ext>
                </a:extLst>
              </p:cNvPr>
              <p:cNvSpPr/>
              <p:nvPr/>
            </p:nvSpPr>
            <p:spPr>
              <a:xfrm>
                <a:off x="5107112" y="2266918"/>
                <a:ext cx="724980" cy="9398"/>
              </a:xfrm>
              <a:custGeom>
                <a:avLst/>
                <a:gdLst>
                  <a:gd name="connsiteX0" fmla="*/ 4 w 724980"/>
                  <a:gd name="connsiteY0" fmla="*/ 596 h 9398"/>
                  <a:gd name="connsiteX1" fmla="*/ 724985 w 724980"/>
                  <a:gd name="connsiteY1" fmla="*/ 596 h 9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24980" h="9398">
                    <a:moveTo>
                      <a:pt x="4" y="596"/>
                    </a:moveTo>
                    <a:cubicBezTo>
                      <a:pt x="226364" y="596"/>
                      <a:pt x="499470" y="596"/>
                      <a:pt x="724985" y="596"/>
                    </a:cubicBezTo>
                  </a:path>
                </a:pathLst>
              </a:custGeom>
              <a:noFill/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FF60521A-5A0E-7894-CC49-C9DDAB4BD172}"/>
                  </a:ext>
                </a:extLst>
              </p:cNvPr>
              <p:cNvSpPr/>
              <p:nvPr/>
            </p:nvSpPr>
            <p:spPr>
              <a:xfrm>
                <a:off x="5834799" y="2234025"/>
                <a:ext cx="93980" cy="65786"/>
              </a:xfrm>
              <a:custGeom>
                <a:avLst/>
                <a:gdLst>
                  <a:gd name="connsiteX0" fmla="*/ 4 w 93980"/>
                  <a:gd name="connsiteY0" fmla="*/ 596 h 65786"/>
                  <a:gd name="connsiteX1" fmla="*/ 93984 w 93980"/>
                  <a:gd name="connsiteY1" fmla="*/ 33489 h 65786"/>
                  <a:gd name="connsiteX2" fmla="*/ 4 w 93980"/>
                  <a:gd name="connsiteY2" fmla="*/ 66382 h 65786"/>
                  <a:gd name="connsiteX3" fmla="*/ 4 w 93980"/>
                  <a:gd name="connsiteY3" fmla="*/ 596 h 65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980" h="65786">
                    <a:moveTo>
                      <a:pt x="4" y="596"/>
                    </a:moveTo>
                    <a:lnTo>
                      <a:pt x="93984" y="33489"/>
                    </a:lnTo>
                    <a:lnTo>
                      <a:pt x="4" y="66382"/>
                    </a:lnTo>
                    <a:lnTo>
                      <a:pt x="4" y="596"/>
                    </a:lnTo>
                    <a:close/>
                  </a:path>
                </a:pathLst>
              </a:custGeom>
              <a:solidFill>
                <a:srgbClr val="000000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FEF33D5F-844D-F2C1-FF37-9559FD6B6FD2}"/>
                  </a:ext>
                </a:extLst>
              </p:cNvPr>
              <p:cNvSpPr txBox="1"/>
              <p:nvPr/>
            </p:nvSpPr>
            <p:spPr>
              <a:xfrm>
                <a:off x="5246835" y="2059552"/>
                <a:ext cx="540004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X2,O2</a:t>
                </a:r>
              </a:p>
            </p:txBody>
          </p:sp>
        </p:grpSp>
        <p:grpSp>
          <p:nvGrpSpPr>
            <p:cNvPr id="187" name="Graphic 7">
              <a:extLst>
                <a:ext uri="{FF2B5EF4-FFF2-40B4-BE49-F238E27FC236}">
                  <a16:creationId xmlns:a16="http://schemas.microsoft.com/office/drawing/2014/main" id="{038C08C0-DE9D-F68F-F8A9-7011970C5269}"/>
                </a:ext>
              </a:extLst>
            </p:cNvPr>
            <p:cNvGrpSpPr/>
            <p:nvPr/>
          </p:nvGrpSpPr>
          <p:grpSpPr>
            <a:xfrm>
              <a:off x="4475586" y="1571151"/>
              <a:ext cx="896696" cy="387234"/>
              <a:chOff x="4206600" y="1509420"/>
              <a:chExt cx="896696" cy="387234"/>
            </a:xfrm>
          </p:grpSpPr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A91D0DDC-1208-65A2-855C-8F1860ADA697}"/>
                  </a:ext>
                </a:extLst>
              </p:cNvPr>
              <p:cNvSpPr/>
              <p:nvPr/>
            </p:nvSpPr>
            <p:spPr>
              <a:xfrm>
                <a:off x="4206600" y="1509420"/>
                <a:ext cx="896696" cy="387234"/>
              </a:xfrm>
              <a:custGeom>
                <a:avLst/>
                <a:gdLst>
                  <a:gd name="connsiteX0" fmla="*/ 896700 w 896696"/>
                  <a:gd name="connsiteY0" fmla="*/ 596 h 387234"/>
                  <a:gd name="connsiteX1" fmla="*/ 4 w 896696"/>
                  <a:gd name="connsiteY1" fmla="*/ 596 h 387234"/>
                  <a:gd name="connsiteX2" fmla="*/ 4 w 896696"/>
                  <a:gd name="connsiteY2" fmla="*/ 387831 h 387234"/>
                  <a:gd name="connsiteX3" fmla="*/ 896700 w 896696"/>
                  <a:gd name="connsiteY3" fmla="*/ 387831 h 387234"/>
                  <a:gd name="connsiteX4" fmla="*/ 896700 w 896696"/>
                  <a:gd name="connsiteY4" fmla="*/ 596 h 387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696" h="387234">
                    <a:moveTo>
                      <a:pt x="896700" y="596"/>
                    </a:moveTo>
                    <a:lnTo>
                      <a:pt x="4" y="596"/>
                    </a:lnTo>
                    <a:lnTo>
                      <a:pt x="4" y="387831"/>
                    </a:lnTo>
                    <a:lnTo>
                      <a:pt x="896700" y="387831"/>
                    </a:lnTo>
                    <a:lnTo>
                      <a:pt x="896700" y="596"/>
                    </a:lnTo>
                    <a:close/>
                  </a:path>
                </a:pathLst>
              </a:custGeom>
              <a:solidFill>
                <a:srgbClr val="FFFFCC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7DFEBBBE-2D7C-CF8F-3A7E-3F14C82EF314}"/>
                  </a:ext>
                </a:extLst>
              </p:cNvPr>
              <p:cNvSpPr txBox="1"/>
              <p:nvPr/>
            </p:nvSpPr>
            <p:spPr>
              <a:xfrm>
                <a:off x="4422536" y="1495672"/>
                <a:ext cx="464820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Sq. 1</a:t>
                </a:r>
              </a:p>
            </p:txBody>
          </p: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DB2AEB19-807B-92A2-5C5F-2F6B91C608AD}"/>
                  </a:ext>
                </a:extLst>
              </p:cNvPr>
              <p:cNvSpPr txBox="1"/>
              <p:nvPr/>
            </p:nvSpPr>
            <p:spPr>
              <a:xfrm>
                <a:off x="4201683" y="1653558"/>
                <a:ext cx="906526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is not marked</a:t>
                </a:r>
              </a:p>
            </p:txBody>
          </p:sp>
        </p:grpSp>
        <p:grpSp>
          <p:nvGrpSpPr>
            <p:cNvPr id="191" name="Graphic 7">
              <a:extLst>
                <a:ext uri="{FF2B5EF4-FFF2-40B4-BE49-F238E27FC236}">
                  <a16:creationId xmlns:a16="http://schemas.microsoft.com/office/drawing/2014/main" id="{73B5C3D2-C0AD-BF2B-F5B6-4EC9C30F649D}"/>
                </a:ext>
              </a:extLst>
            </p:cNvPr>
            <p:cNvGrpSpPr/>
            <p:nvPr/>
          </p:nvGrpSpPr>
          <p:grpSpPr>
            <a:xfrm>
              <a:off x="6196496" y="1571151"/>
              <a:ext cx="701391" cy="387234"/>
              <a:chOff x="5927510" y="1509420"/>
              <a:chExt cx="701391" cy="387234"/>
            </a:xfrm>
          </p:grpSpPr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9FA20530-DB44-8A98-9FFA-6D28DF42C13F}"/>
                  </a:ext>
                </a:extLst>
              </p:cNvPr>
              <p:cNvSpPr/>
              <p:nvPr/>
            </p:nvSpPr>
            <p:spPr>
              <a:xfrm>
                <a:off x="5927510" y="1509420"/>
                <a:ext cx="701391" cy="387234"/>
              </a:xfrm>
              <a:custGeom>
                <a:avLst/>
                <a:gdLst>
                  <a:gd name="connsiteX0" fmla="*/ 701396 w 701391"/>
                  <a:gd name="connsiteY0" fmla="*/ 596 h 387234"/>
                  <a:gd name="connsiteX1" fmla="*/ 4 w 701391"/>
                  <a:gd name="connsiteY1" fmla="*/ 596 h 387234"/>
                  <a:gd name="connsiteX2" fmla="*/ 4 w 701391"/>
                  <a:gd name="connsiteY2" fmla="*/ 387831 h 387234"/>
                  <a:gd name="connsiteX3" fmla="*/ 701396 w 701391"/>
                  <a:gd name="connsiteY3" fmla="*/ 387831 h 387234"/>
                  <a:gd name="connsiteX4" fmla="*/ 701396 w 701391"/>
                  <a:gd name="connsiteY4" fmla="*/ 596 h 387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1391" h="387234">
                    <a:moveTo>
                      <a:pt x="701396" y="596"/>
                    </a:moveTo>
                    <a:lnTo>
                      <a:pt x="4" y="596"/>
                    </a:lnTo>
                    <a:lnTo>
                      <a:pt x="4" y="387831"/>
                    </a:lnTo>
                    <a:lnTo>
                      <a:pt x="701396" y="387831"/>
                    </a:lnTo>
                    <a:lnTo>
                      <a:pt x="701396" y="596"/>
                    </a:lnTo>
                    <a:close/>
                  </a:path>
                </a:pathLst>
              </a:custGeom>
              <a:solidFill>
                <a:srgbClr val="FFFFCC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F7B17EE5-27B4-8076-8F0C-6A6D1AAF6FAF}"/>
                  </a:ext>
                </a:extLst>
              </p:cNvPr>
              <p:cNvSpPr txBox="1"/>
              <p:nvPr/>
            </p:nvSpPr>
            <p:spPr>
              <a:xfrm>
                <a:off x="6045796" y="1495672"/>
                <a:ext cx="464820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Sq. 1</a:t>
                </a:r>
              </a:p>
            </p:txBody>
          </p:sp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28B5826D-6FEB-F284-B9D8-4B2803D2DC0D}"/>
                  </a:ext>
                </a:extLst>
              </p:cNvPr>
              <p:cNvSpPr txBox="1"/>
              <p:nvPr/>
            </p:nvSpPr>
            <p:spPr>
              <a:xfrm>
                <a:off x="5928321" y="1653558"/>
                <a:ext cx="699770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is marked</a:t>
                </a:r>
              </a:p>
            </p:txBody>
          </p:sp>
        </p:grpSp>
        <p:grpSp>
          <p:nvGrpSpPr>
            <p:cNvPr id="195" name="Graphic 7">
              <a:extLst>
                <a:ext uri="{FF2B5EF4-FFF2-40B4-BE49-F238E27FC236}">
                  <a16:creationId xmlns:a16="http://schemas.microsoft.com/office/drawing/2014/main" id="{8AC8A383-A3B4-F4E0-2425-708EC0B1320C}"/>
                </a:ext>
              </a:extLst>
            </p:cNvPr>
            <p:cNvGrpSpPr/>
            <p:nvPr/>
          </p:nvGrpSpPr>
          <p:grpSpPr>
            <a:xfrm>
              <a:off x="5376098" y="1603123"/>
              <a:ext cx="821667" cy="194538"/>
              <a:chOff x="5107112" y="1541392"/>
              <a:chExt cx="821667" cy="194538"/>
            </a:xfrm>
          </p:grpSpPr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32BE2A1E-4F73-7B72-F589-D22CA9C8487A}"/>
                  </a:ext>
                </a:extLst>
              </p:cNvPr>
              <p:cNvSpPr/>
              <p:nvPr/>
            </p:nvSpPr>
            <p:spPr>
              <a:xfrm>
                <a:off x="5107112" y="1703038"/>
                <a:ext cx="724980" cy="9398"/>
              </a:xfrm>
              <a:custGeom>
                <a:avLst/>
                <a:gdLst>
                  <a:gd name="connsiteX0" fmla="*/ 4 w 724980"/>
                  <a:gd name="connsiteY0" fmla="*/ 596 h 9398"/>
                  <a:gd name="connsiteX1" fmla="*/ 724985 w 724980"/>
                  <a:gd name="connsiteY1" fmla="*/ 596 h 9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24980" h="9398">
                    <a:moveTo>
                      <a:pt x="4" y="596"/>
                    </a:moveTo>
                    <a:cubicBezTo>
                      <a:pt x="226364" y="596"/>
                      <a:pt x="499470" y="596"/>
                      <a:pt x="724985" y="596"/>
                    </a:cubicBezTo>
                  </a:path>
                </a:pathLst>
              </a:custGeom>
              <a:noFill/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6B01FA92-BC57-A406-36C7-85CF3F1C8801}"/>
                  </a:ext>
                </a:extLst>
              </p:cNvPr>
              <p:cNvSpPr/>
              <p:nvPr/>
            </p:nvSpPr>
            <p:spPr>
              <a:xfrm>
                <a:off x="5834799" y="1670145"/>
                <a:ext cx="93980" cy="65786"/>
              </a:xfrm>
              <a:custGeom>
                <a:avLst/>
                <a:gdLst>
                  <a:gd name="connsiteX0" fmla="*/ 4 w 93980"/>
                  <a:gd name="connsiteY0" fmla="*/ 596 h 65786"/>
                  <a:gd name="connsiteX1" fmla="*/ 93984 w 93980"/>
                  <a:gd name="connsiteY1" fmla="*/ 33489 h 65786"/>
                  <a:gd name="connsiteX2" fmla="*/ 4 w 93980"/>
                  <a:gd name="connsiteY2" fmla="*/ 66382 h 65786"/>
                  <a:gd name="connsiteX3" fmla="*/ 4 w 93980"/>
                  <a:gd name="connsiteY3" fmla="*/ 596 h 65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980" h="65786">
                    <a:moveTo>
                      <a:pt x="4" y="596"/>
                    </a:moveTo>
                    <a:lnTo>
                      <a:pt x="93984" y="33489"/>
                    </a:lnTo>
                    <a:lnTo>
                      <a:pt x="4" y="66382"/>
                    </a:lnTo>
                    <a:lnTo>
                      <a:pt x="4" y="596"/>
                    </a:lnTo>
                    <a:close/>
                  </a:path>
                </a:pathLst>
              </a:custGeom>
              <a:solidFill>
                <a:srgbClr val="000000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4EC11163-EBC6-95F2-6A26-1B5056F9E79E}"/>
                  </a:ext>
                </a:extLst>
              </p:cNvPr>
              <p:cNvSpPr txBox="1"/>
              <p:nvPr/>
            </p:nvSpPr>
            <p:spPr>
              <a:xfrm>
                <a:off x="5246835" y="1495672"/>
                <a:ext cx="540004" cy="24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IL" sz="1050" spc="0" baseline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X1,O1</a:t>
                </a:r>
              </a:p>
            </p:txBody>
          </p:sp>
        </p:grpSp>
        <p:grpSp>
          <p:nvGrpSpPr>
            <p:cNvPr id="199" name="Graphic 7">
              <a:extLst>
                <a:ext uri="{FF2B5EF4-FFF2-40B4-BE49-F238E27FC236}">
                  <a16:creationId xmlns:a16="http://schemas.microsoft.com/office/drawing/2014/main" id="{82B8F78A-934F-EFC5-FE86-3781A1EE314D}"/>
                </a:ext>
              </a:extLst>
            </p:cNvPr>
            <p:cNvGrpSpPr/>
            <p:nvPr/>
          </p:nvGrpSpPr>
          <p:grpSpPr>
            <a:xfrm>
              <a:off x="4127202" y="1731876"/>
              <a:ext cx="347593" cy="65786"/>
              <a:chOff x="3858216" y="1670145"/>
              <a:chExt cx="347593" cy="65786"/>
            </a:xfrm>
          </p:grpSpPr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91A37CFA-D857-2770-6BC6-F95998DCB4DC}"/>
                  </a:ext>
                </a:extLst>
              </p:cNvPr>
              <p:cNvSpPr/>
              <p:nvPr/>
            </p:nvSpPr>
            <p:spPr>
              <a:xfrm>
                <a:off x="3858216" y="1703038"/>
                <a:ext cx="252205" cy="9398"/>
              </a:xfrm>
              <a:custGeom>
                <a:avLst/>
                <a:gdLst>
                  <a:gd name="connsiteX0" fmla="*/ 4 w 252205"/>
                  <a:gd name="connsiteY0" fmla="*/ 596 h 9398"/>
                  <a:gd name="connsiteX1" fmla="*/ 252210 w 252205"/>
                  <a:gd name="connsiteY1" fmla="*/ 596 h 9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52205" h="9398">
                    <a:moveTo>
                      <a:pt x="4" y="596"/>
                    </a:moveTo>
                    <a:cubicBezTo>
                      <a:pt x="76755" y="596"/>
                      <a:pt x="164128" y="596"/>
                      <a:pt x="252210" y="596"/>
                    </a:cubicBezTo>
                  </a:path>
                </a:pathLst>
              </a:custGeom>
              <a:noFill/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D64810CB-652A-3D44-30B2-D60225BCF45C}"/>
                  </a:ext>
                </a:extLst>
              </p:cNvPr>
              <p:cNvSpPr/>
              <p:nvPr/>
            </p:nvSpPr>
            <p:spPr>
              <a:xfrm>
                <a:off x="4111830" y="1670145"/>
                <a:ext cx="93980" cy="65786"/>
              </a:xfrm>
              <a:custGeom>
                <a:avLst/>
                <a:gdLst>
                  <a:gd name="connsiteX0" fmla="*/ 5 w 93980"/>
                  <a:gd name="connsiteY0" fmla="*/ 596 h 65786"/>
                  <a:gd name="connsiteX1" fmla="*/ 93984 w 93980"/>
                  <a:gd name="connsiteY1" fmla="*/ 33489 h 65786"/>
                  <a:gd name="connsiteX2" fmla="*/ 4 w 93980"/>
                  <a:gd name="connsiteY2" fmla="*/ 66382 h 65786"/>
                  <a:gd name="connsiteX3" fmla="*/ 5 w 93980"/>
                  <a:gd name="connsiteY3" fmla="*/ 596 h 65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980" h="65786">
                    <a:moveTo>
                      <a:pt x="5" y="596"/>
                    </a:moveTo>
                    <a:lnTo>
                      <a:pt x="93984" y="33489"/>
                    </a:lnTo>
                    <a:lnTo>
                      <a:pt x="4" y="66382"/>
                    </a:lnTo>
                    <a:lnTo>
                      <a:pt x="5" y="596"/>
                    </a:lnTo>
                    <a:close/>
                  </a:path>
                </a:pathLst>
              </a:custGeom>
              <a:solidFill>
                <a:srgbClr val="000000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grpSp>
          <p:nvGrpSpPr>
            <p:cNvPr id="202" name="Graphic 7">
              <a:extLst>
                <a:ext uri="{FF2B5EF4-FFF2-40B4-BE49-F238E27FC236}">
                  <a16:creationId xmlns:a16="http://schemas.microsoft.com/office/drawing/2014/main" id="{63D5ABC7-14FB-8839-862F-4B14E513F47B}"/>
                </a:ext>
              </a:extLst>
            </p:cNvPr>
            <p:cNvGrpSpPr/>
            <p:nvPr/>
          </p:nvGrpSpPr>
          <p:grpSpPr>
            <a:xfrm>
              <a:off x="4127202" y="2295756"/>
              <a:ext cx="347593" cy="65786"/>
              <a:chOff x="3858216" y="2234025"/>
              <a:chExt cx="347593" cy="65786"/>
            </a:xfrm>
          </p:grpSpPr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B99AE336-62CD-E0C4-F1D2-1D8A67A94C57}"/>
                  </a:ext>
                </a:extLst>
              </p:cNvPr>
              <p:cNvSpPr/>
              <p:nvPr/>
            </p:nvSpPr>
            <p:spPr>
              <a:xfrm>
                <a:off x="3858216" y="2266918"/>
                <a:ext cx="252205" cy="9398"/>
              </a:xfrm>
              <a:custGeom>
                <a:avLst/>
                <a:gdLst>
                  <a:gd name="connsiteX0" fmla="*/ 4 w 252205"/>
                  <a:gd name="connsiteY0" fmla="*/ 596 h 9398"/>
                  <a:gd name="connsiteX1" fmla="*/ 252210 w 252205"/>
                  <a:gd name="connsiteY1" fmla="*/ 596 h 9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52205" h="9398">
                    <a:moveTo>
                      <a:pt x="4" y="596"/>
                    </a:moveTo>
                    <a:cubicBezTo>
                      <a:pt x="76755" y="596"/>
                      <a:pt x="164128" y="596"/>
                      <a:pt x="252210" y="596"/>
                    </a:cubicBezTo>
                  </a:path>
                </a:pathLst>
              </a:custGeom>
              <a:noFill/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B13D8CB7-3B3F-6ECF-C176-FA31A9EE545D}"/>
                  </a:ext>
                </a:extLst>
              </p:cNvPr>
              <p:cNvSpPr/>
              <p:nvPr/>
            </p:nvSpPr>
            <p:spPr>
              <a:xfrm>
                <a:off x="4111830" y="2234025"/>
                <a:ext cx="93980" cy="65786"/>
              </a:xfrm>
              <a:custGeom>
                <a:avLst/>
                <a:gdLst>
                  <a:gd name="connsiteX0" fmla="*/ 5 w 93980"/>
                  <a:gd name="connsiteY0" fmla="*/ 596 h 65786"/>
                  <a:gd name="connsiteX1" fmla="*/ 93984 w 93980"/>
                  <a:gd name="connsiteY1" fmla="*/ 33489 h 65786"/>
                  <a:gd name="connsiteX2" fmla="*/ 4 w 93980"/>
                  <a:gd name="connsiteY2" fmla="*/ 66382 h 65786"/>
                  <a:gd name="connsiteX3" fmla="*/ 5 w 93980"/>
                  <a:gd name="connsiteY3" fmla="*/ 596 h 65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980" h="65786">
                    <a:moveTo>
                      <a:pt x="5" y="596"/>
                    </a:moveTo>
                    <a:lnTo>
                      <a:pt x="93984" y="33489"/>
                    </a:lnTo>
                    <a:lnTo>
                      <a:pt x="4" y="66382"/>
                    </a:lnTo>
                    <a:lnTo>
                      <a:pt x="5" y="596"/>
                    </a:lnTo>
                    <a:close/>
                  </a:path>
                </a:pathLst>
              </a:custGeom>
              <a:solidFill>
                <a:srgbClr val="000000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  <p:grpSp>
          <p:nvGrpSpPr>
            <p:cNvPr id="205" name="Graphic 7">
              <a:extLst>
                <a:ext uri="{FF2B5EF4-FFF2-40B4-BE49-F238E27FC236}">
                  <a16:creationId xmlns:a16="http://schemas.microsoft.com/office/drawing/2014/main" id="{CAEDA5FC-E6F8-1CFD-4AC0-93A4BF5D63FA}"/>
                </a:ext>
              </a:extLst>
            </p:cNvPr>
            <p:cNvGrpSpPr/>
            <p:nvPr/>
          </p:nvGrpSpPr>
          <p:grpSpPr>
            <a:xfrm>
              <a:off x="4127202" y="2859636"/>
              <a:ext cx="347593" cy="65786"/>
              <a:chOff x="3858216" y="2797905"/>
              <a:chExt cx="347593" cy="65786"/>
            </a:xfrm>
          </p:grpSpPr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15B68C9A-91CC-1D2D-9D01-49394F257BD2}"/>
                  </a:ext>
                </a:extLst>
              </p:cNvPr>
              <p:cNvSpPr/>
              <p:nvPr/>
            </p:nvSpPr>
            <p:spPr>
              <a:xfrm>
                <a:off x="3858216" y="2830798"/>
                <a:ext cx="252205" cy="9398"/>
              </a:xfrm>
              <a:custGeom>
                <a:avLst/>
                <a:gdLst>
                  <a:gd name="connsiteX0" fmla="*/ 4 w 252205"/>
                  <a:gd name="connsiteY0" fmla="*/ 596 h 9398"/>
                  <a:gd name="connsiteX1" fmla="*/ 252210 w 252205"/>
                  <a:gd name="connsiteY1" fmla="*/ 596 h 9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52205" h="9398">
                    <a:moveTo>
                      <a:pt x="4" y="596"/>
                    </a:moveTo>
                    <a:cubicBezTo>
                      <a:pt x="76755" y="596"/>
                      <a:pt x="164128" y="596"/>
                      <a:pt x="252210" y="596"/>
                    </a:cubicBezTo>
                  </a:path>
                </a:pathLst>
              </a:custGeom>
              <a:noFill/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9C4F0526-A641-170C-516C-86D944F2AEAA}"/>
                  </a:ext>
                </a:extLst>
              </p:cNvPr>
              <p:cNvSpPr/>
              <p:nvPr/>
            </p:nvSpPr>
            <p:spPr>
              <a:xfrm>
                <a:off x="4111830" y="2797905"/>
                <a:ext cx="93980" cy="65786"/>
              </a:xfrm>
              <a:custGeom>
                <a:avLst/>
                <a:gdLst>
                  <a:gd name="connsiteX0" fmla="*/ 5 w 93980"/>
                  <a:gd name="connsiteY0" fmla="*/ 596 h 65786"/>
                  <a:gd name="connsiteX1" fmla="*/ 93984 w 93980"/>
                  <a:gd name="connsiteY1" fmla="*/ 33489 h 65786"/>
                  <a:gd name="connsiteX2" fmla="*/ 4 w 93980"/>
                  <a:gd name="connsiteY2" fmla="*/ 66382 h 65786"/>
                  <a:gd name="connsiteX3" fmla="*/ 5 w 93980"/>
                  <a:gd name="connsiteY3" fmla="*/ 596 h 65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980" h="65786">
                    <a:moveTo>
                      <a:pt x="5" y="596"/>
                    </a:moveTo>
                    <a:lnTo>
                      <a:pt x="93984" y="33489"/>
                    </a:lnTo>
                    <a:lnTo>
                      <a:pt x="4" y="66382"/>
                    </a:lnTo>
                    <a:lnTo>
                      <a:pt x="5" y="596"/>
                    </a:lnTo>
                    <a:close/>
                  </a:path>
                </a:pathLst>
              </a:custGeom>
              <a:solidFill>
                <a:srgbClr val="000000"/>
              </a:solidFill>
              <a:ln w="9392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L"/>
              </a:p>
            </p:txBody>
          </p:sp>
        </p:grpSp>
      </p:grpSp>
      <p:sp>
        <p:nvSpPr>
          <p:cNvPr id="212" name="TextBox 211">
            <a:extLst>
              <a:ext uri="{FF2B5EF4-FFF2-40B4-BE49-F238E27FC236}">
                <a16:creationId xmlns:a16="http://schemas.microsoft.com/office/drawing/2014/main" id="{4924533D-D980-5410-8638-05908F952275}"/>
              </a:ext>
            </a:extLst>
          </p:cNvPr>
          <p:cNvSpPr txBox="1"/>
          <p:nvPr/>
        </p:nvSpPr>
        <p:spPr>
          <a:xfrm>
            <a:off x="1974256" y="6269076"/>
            <a:ext cx="4998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>
                <a:highlight>
                  <a:srgbClr val="FFFF00"/>
                </a:highlight>
                <a:latin typeface="Gisha" panose="020B0502040204020203" pitchFamily="34" charset="-79"/>
                <a:cs typeface="Gisha" panose="020B0502040204020203" pitchFamily="34" charset="-79"/>
              </a:rPr>
              <a:t>כמה מצבים נגישים יש במערכת הזאת?</a:t>
            </a:r>
            <a:r>
              <a:rPr lang="en-US">
                <a:highlight>
                  <a:srgbClr val="FFFF00"/>
                </a:highlight>
                <a:latin typeface="Gisha" panose="020B0502040204020203" pitchFamily="34" charset="-79"/>
                <a:cs typeface="Gisha" panose="020B0502040204020203" pitchFamily="34" charset="-79"/>
              </a:rPr>
              <a:t>  </a:t>
            </a:r>
            <a:r>
              <a:rPr lang="he-IL">
                <a:highlight>
                  <a:srgbClr val="FFFF00"/>
                </a:highlight>
                <a:latin typeface="Gisha" panose="020B0502040204020203" pitchFamily="34" charset="-79"/>
                <a:cs typeface="Gisha" panose="020B0502040204020203" pitchFamily="34" charset="-79"/>
              </a:rPr>
              <a:t>כמה ריצות?</a:t>
            </a:r>
            <a:endParaRPr lang="en-IL">
              <a:highlight>
                <a:srgbClr val="FFFF00"/>
              </a:highlight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214" name="Picture 213">
            <a:extLst>
              <a:ext uri="{FF2B5EF4-FFF2-40B4-BE49-F238E27FC236}">
                <a16:creationId xmlns:a16="http://schemas.microsoft.com/office/drawing/2014/main" id="{E0857DA9-34D0-4607-4862-CD5A2F0EE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2149" y="2271327"/>
            <a:ext cx="1809713" cy="18097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062923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58156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מקרה פרטי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30 ספטמבר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6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600200" y="4343400"/>
                <a:ext cx="6172200" cy="71660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sz="4000" b="0" i="1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he-IL" sz="4000" b="0" i="0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 |||</m:t>
                      </m:r>
                      <m:r>
                        <a:rPr lang="he-IL" sz="4000" b="0" i="1" dirty="0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000" b="0" i="1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sz="4000" b="0" i="1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0" i="1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sz="4000" b="0" i="1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4000" b="0" i="1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he-IL" sz="4000" b="0" i="0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  <m:t>|||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  <m:t>∅</m:t>
                          </m:r>
                        </m:sub>
                      </m:sSub>
                      <m:r>
                        <a:rPr lang="en-US" sz="4000" b="0" i="1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4000" b="0" i="1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sz="4000" b="0" i="1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4000" dirty="0">
                  <a:solidFill>
                    <a:srgbClr val="2E41FA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4343400"/>
                <a:ext cx="6172200" cy="7166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1553308" y="2252122"/>
            <a:ext cx="7010400" cy="138499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הסימון שהשתמשנו בו בתחילת הדרך לסמן שזירה מקבילית בלי פעולות משותפות מתאים לסימון החדש: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ular Callout 6"/>
              <p:cNvSpPr/>
              <p:nvPr/>
            </p:nvSpPr>
            <p:spPr>
              <a:xfrm>
                <a:off x="1475642" y="5562600"/>
                <a:ext cx="6430108" cy="990600"/>
              </a:xfrm>
              <a:prstGeom prst="wedgeRectCallout">
                <a:avLst>
                  <a:gd name="adj1" fmla="val -24945"/>
                  <a:gd name="adj2" fmla="val -102144"/>
                </a:avLst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he-IL" sz="2400">
                    <a:solidFill>
                      <a:schemeClr val="accent4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אם לא כתוב כלום צריך להיות ברור מההקשר אם מתכוונים ל-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he-IL" sz="24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he-IL" sz="24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he-IL" sz="2400">
                    <a:solidFill>
                      <a:schemeClr val="accent4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 או ל-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he-IL" sz="24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𝐴𝑐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sz="24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𝐴𝑐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400">
                  <a:solidFill>
                    <a:schemeClr val="accent4">
                      <a:lumMod val="75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" name="Rectangular Callou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42" y="5562600"/>
                <a:ext cx="6430108" cy="990600"/>
              </a:xfrm>
              <a:prstGeom prst="wedgeRectCallout">
                <a:avLst>
                  <a:gd name="adj1" fmla="val -24945"/>
                  <a:gd name="adj2" fmla="val -102144"/>
                </a:avLst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099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אסוציאטיביות?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ספטמבר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7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30290" y="2202912"/>
                <a:ext cx="8000999" cy="48750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400" b="0" i="0" dirty="0" smtClean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   ||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|</m:t>
                          </m:r>
                        </m:e>
                        <m:sub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sz="2400" b="0" i="0" dirty="0" smtClean="0">
                                  <a:latin typeface="Gisha" panose="020B0502040204020203" pitchFamily="34" charset="-79"/>
                                  <a:cs typeface="Gisha" panose="020B0502040204020203" pitchFamily="34" charset="-79"/>
                                </a:rPr>
                                <m:t>  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Gisha" panose="020B0502040204020203" pitchFamily="34" charset="-79"/>
                                  <a:cs typeface="Gisha" panose="020B0502040204020203" pitchFamily="34" charset="-79"/>
                                </a:rPr>
                                <m:t>|||</m:t>
                              </m:r>
                            </m:e>
                            <m:sub>
                              <m: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b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ctrlP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pt-BR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2400" b="0" i="0" dirty="0" smtClean="0">
                                      <a:latin typeface="Gisha" panose="020B0502040204020203" pitchFamily="34" charset="-79"/>
                                      <a:cs typeface="Gisha" panose="020B0502040204020203" pitchFamily="34" charset="-79"/>
                                    </a:rPr>
                                    <m:t> 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400" dirty="0">
                                      <a:latin typeface="Gisha" panose="020B0502040204020203" pitchFamily="34" charset="-79"/>
                                      <a:cs typeface="Gisha" panose="020B0502040204020203" pitchFamily="34" charset="-79"/>
                                    </a:rPr>
                                    <m:t>|||</m:t>
                                  </m:r>
                                </m:e>
                                <m:sub>
                                  <m:r>
                                    <a:rPr lang="pt-BR" sz="2400" i="1" dirty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pt-BR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|||</m:t>
                          </m:r>
                        </m:e>
                        <m:sub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b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90" y="2202912"/>
                <a:ext cx="8000999" cy="487506"/>
              </a:xfrm>
              <a:prstGeom prst="rect">
                <a:avLst/>
              </a:prstGeom>
              <a:blipFill>
                <a:blip r:embed="rId2"/>
                <a:stretch>
                  <a:fillRect b="-137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280350" y="1625881"/>
                <a:ext cx="4635051" cy="46166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באופן כללי, יכול להיות, אם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𝐻</m:t>
                    </m:r>
                    <m:r>
                      <a:rPr lang="en-US" sz="2400" i="1" dirty="0" smtClean="0">
                        <a:latin typeface="Cambria Math"/>
                      </a:rPr>
                      <m:t>≠ </m:t>
                    </m:r>
                    <m:r>
                      <a:rPr lang="en-US" sz="2400" i="1" dirty="0" smtClean="0">
                        <a:latin typeface="Cambria Math"/>
                      </a:rPr>
                      <m:t>𝐻</m:t>
                    </m:r>
                    <m:r>
                      <a:rPr lang="en-US" sz="2400" i="1" dirty="0" smtClean="0">
                        <a:latin typeface="Cambria Math"/>
                      </a:rPr>
                      <m:t>’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0350" y="1625881"/>
                <a:ext cx="4635051" cy="461665"/>
              </a:xfrm>
              <a:prstGeom prst="rect">
                <a:avLst/>
              </a:prstGeom>
              <a:blipFill>
                <a:blip r:embed="rId3"/>
                <a:stretch>
                  <a:fillRect t="-9333" r="-1971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-228600" y="3101898"/>
                <a:ext cx="9372600" cy="83099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לעומת זאת:</a:t>
                </a:r>
              </a:p>
              <a:p>
                <a:pPr algn="ctr"/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עבור קבוצה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𝐻</m:t>
                    </m:r>
                  </m:oMath>
                </a14:m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קבועה, האופרטור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אסוציאטיבי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8600" y="3101898"/>
                <a:ext cx="9372600" cy="830997"/>
              </a:xfrm>
              <a:prstGeom prst="rect">
                <a:avLst/>
              </a:prstGeom>
              <a:blipFill>
                <a:blip r:embed="rId4"/>
                <a:stretch>
                  <a:fillRect t="-5147" r="-975" b="-16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30290" y="5069952"/>
                <a:ext cx="8070121" cy="46166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517C3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517C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lit/>
                        </m:rPr>
                        <a:rPr lang="en-US" sz="2400" b="0" i="1" smtClean="0">
                          <a:solidFill>
                            <a:srgbClr val="0517C3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lit/>
                            </m:rPr>
                            <a:rPr lang="en-US" sz="2400" i="1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m:rPr>
                              <m:lit/>
                            </m:rPr>
                            <a:rPr lang="en-US" sz="24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517C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rgbClr val="0517C3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517C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lit/>
                        </m:rPr>
                        <a:rPr lang="en-US" sz="2400" i="1">
                          <a:solidFill>
                            <a:srgbClr val="0517C3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lit/>
                            </m:rPr>
                            <a:rPr lang="en-US" sz="2400" i="1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517C3"/>
                          </a:solidFill>
                          <a:latin typeface="Cambria Math" panose="02040503050406030204" pitchFamily="18" charset="0"/>
                        </a:rPr>
                        <m:t> ⋯</m:t>
                      </m:r>
                      <m:r>
                        <m:rPr>
                          <m:lit/>
                        </m:rPr>
                        <a:rPr lang="en-US" sz="2400" i="1">
                          <a:solidFill>
                            <a:srgbClr val="0517C3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lit/>
                            </m:rPr>
                            <a:rPr lang="en-US" sz="2400" i="1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sz="2400" i="1">
                          <a:solidFill>
                            <a:srgbClr val="0517C3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solidFill>
                            <a:srgbClr val="0517C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he-IL" sz="2400" dirty="0">
                  <a:solidFill>
                    <a:srgbClr val="0517C3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90" y="5069952"/>
                <a:ext cx="8070121" cy="461665"/>
              </a:xfrm>
              <a:prstGeom prst="rect">
                <a:avLst/>
              </a:prstGeom>
              <a:blipFill>
                <a:blip r:embed="rId5"/>
                <a:stretch>
                  <a:fillRect b="-21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055148" y="4391561"/>
                <a:ext cx="6850922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בפרט, עבור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𝐻</m:t>
                    </m:r>
                    <m:r>
                      <a:rPr lang="en-US" sz="2400" b="0" i="1" smtClean="0">
                        <a:latin typeface="Cambria Math"/>
                      </a:rPr>
                      <m:t>⊆</m:t>
                    </m:r>
                    <m:r>
                      <a:rPr lang="en-US" sz="2400" b="0" i="1" smtClean="0">
                        <a:latin typeface="Cambria Math"/>
                      </a:rPr>
                      <m:t>𝐴𝑐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∩⋯∩</m:t>
                    </m:r>
                    <m:r>
                      <a:rPr lang="en-US" sz="2400" b="0" i="1" smtClean="0">
                        <a:latin typeface="Cambria Math"/>
                      </a:rPr>
                      <m:t>𝐴𝑐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148" y="4391561"/>
                <a:ext cx="6850922" cy="461665"/>
              </a:xfrm>
              <a:prstGeom prst="rect">
                <a:avLst/>
              </a:prstGeom>
              <a:blipFill>
                <a:blip r:embed="rId6"/>
                <a:stretch>
                  <a:fillRect t="-9211" r="-1423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1826548" y="5837254"/>
            <a:ext cx="6850922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מסמן </a:t>
            </a:r>
            <a:r>
              <a:rPr lang="he-IL" sz="2400">
                <a:solidFill>
                  <a:srgbClr val="2E41FA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שידור סימולטני 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(</a:t>
            </a:r>
            <a: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  <a:t>broadcast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747518-79A2-522F-E2F9-C0AE844C270A}"/>
              </a:ext>
            </a:extLst>
          </p:cNvPr>
          <p:cNvSpPr txBox="1"/>
          <p:nvPr/>
        </p:nvSpPr>
        <p:spPr>
          <a:xfrm>
            <a:off x="2438399" y="2956309"/>
            <a:ext cx="3200401" cy="369332"/>
          </a:xfrm>
          <a:prstGeom prst="wedgeRectCallout">
            <a:avLst>
              <a:gd name="adj1" fmla="val 19503"/>
              <a:gd name="adj2" fmla="val -136081"/>
            </a:avLst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 נגדית ?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1990" y="2956309"/>
            <a:ext cx="5794310" cy="369332"/>
          </a:xfrm>
          <a:prstGeom prst="wedgeRectCallout">
            <a:avLst>
              <a:gd name="adj1" fmla="val 19503"/>
              <a:gd name="adj2" fmla="val -136081"/>
            </a:avLst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המערכת "חסימה הדדית באמצעות בורר" שראינו קודם 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14729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he-IL" sz="3200">
                <a:latin typeface="Gisha" panose="020B0502040204020203" pitchFamily="34" charset="-79"/>
                <a:cs typeface="Gisha" panose="020B0502040204020203" pitchFamily="34" charset="-79"/>
              </a:rPr>
              <a:t>סיכום ביניים: מקביליות ותקשורת בין משימות</a:t>
            </a:r>
            <a:endParaRPr lang="en-US" sz="3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01514" y="1600200"/>
                <a:ext cx="8666285" cy="4525963"/>
              </a:xfrm>
            </p:spPr>
            <p:txBody>
              <a:bodyPr>
                <a:normAutofit fontScale="92500"/>
              </a:bodyPr>
              <a:lstStyle/>
              <a:p>
                <a:pPr>
                  <a:spcBef>
                    <a:spcPts val="600"/>
                  </a:spcBef>
                  <a:spcAft>
                    <a:spcPts val="3600"/>
                  </a:spcAft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שלב א': תהליכים הרצים לגמרי במקביל</a:t>
                </a:r>
              </a:p>
              <a:p>
                <a:pPr>
                  <a:spcBef>
                    <a:spcPts val="2400"/>
                  </a:spcBef>
                  <a:spcAft>
                    <a:spcPts val="3600"/>
                  </a:spcAft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שלב ב': צריך מנגנון תקשורת</a:t>
                </a:r>
                <a:r>
                  <a:rPr lang="he-IL" sz="2400">
                    <a:solidFill>
                      <a:srgbClr val="0070C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⇐</m:t>
                    </m:r>
                  </m:oMath>
                </a14:m>
                <a:r>
                  <a:rPr lang="he-IL" sz="2400">
                    <a:solidFill>
                      <a:srgbClr val="0070C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משתנים משותפים</a:t>
                </a:r>
              </a:p>
              <a:p>
                <a:pPr>
                  <a:spcBef>
                    <a:spcPts val="2400"/>
                  </a:spcBef>
                  <a:spcAft>
                    <a:spcPts val="3600"/>
                  </a:spcAft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שלב ג': אם התהליכים מבוזרים אין זיכרון משותף</a:t>
                </a:r>
                <a:r>
                  <a:rPr lang="en-US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⇐</m:t>
                    </m:r>
                  </m:oMath>
                </a14:m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מנגנון שליחת הודעות</a:t>
                </a:r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Bef>
                    <a:spcPts val="600"/>
                  </a:spcBef>
                  <a:spcAft>
                    <a:spcPts val="2400"/>
                  </a:spcAft>
                  <a:buFont typeface="Arial" pitchFamily="34" charset="0"/>
                  <a:buChar char="•"/>
                </a:pPr>
                <a:r>
                  <a:rPr lang="he-IL">
                    <a:solidFill>
                      <a:srgbClr val="2E41FA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העברת הודעות מסונכרנת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(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handshaking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)</a:t>
                </a:r>
              </a:p>
              <a:p>
                <a:pPr lvl="1">
                  <a:spcBef>
                    <a:spcPts val="600"/>
                  </a:spcBef>
                  <a:spcAft>
                    <a:spcPts val="2400"/>
                  </a:spcAft>
                  <a:buFont typeface="Arial" pitchFamily="34" charset="0"/>
                  <a:buChar char="•"/>
                </a:pPr>
                <a:r>
                  <a:rPr lang="he-IL">
                    <a:solidFill>
                      <a:srgbClr val="2E41FA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העברת הודעות </a:t>
                </a:r>
                <a:r>
                  <a:rPr lang="he-IL" err="1">
                    <a:solidFill>
                      <a:srgbClr val="2E41FA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אסינכרונית</a:t>
                </a:r>
                <a:r>
                  <a:rPr lang="he-IL">
                    <a:solidFill>
                      <a:srgbClr val="2E41FA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דרך תורים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(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channel communication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)</a:t>
                </a: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01514" y="1600200"/>
                <a:ext cx="8666285" cy="4525963"/>
              </a:xfrm>
              <a:blipFill>
                <a:blip r:embed="rId2"/>
                <a:stretch>
                  <a:fillRect t="-809" r="-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640B5-8E5E-4F0E-8799-353DD587D8B7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ספטמבר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8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28600" y="5334000"/>
            <a:ext cx="85344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Down Arrow 7"/>
          <p:cNvSpPr/>
          <p:nvPr/>
        </p:nvSpPr>
        <p:spPr>
          <a:xfrm>
            <a:off x="392723" y="4412456"/>
            <a:ext cx="1371600" cy="86836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600">
                <a:latin typeface="Gisha" panose="020B0502040204020203" pitchFamily="34" charset="-79"/>
                <a:cs typeface="Gisha" panose="020B0502040204020203" pitchFamily="34" charset="-79"/>
              </a:rPr>
              <a:t>עד כאן הגענו</a:t>
            </a:r>
          </a:p>
        </p:txBody>
      </p:sp>
    </p:spTree>
    <p:extLst>
      <p:ext uri="{BB962C8B-B14F-4D97-AF65-F5344CB8AC3E}">
        <p14:creationId xmlns:p14="http://schemas.microsoft.com/office/powerpoint/2010/main" val="4014298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6200"/>
            <a:ext cx="7772400" cy="1143000"/>
          </a:xfrm>
        </p:spPr>
        <p:txBody>
          <a:bodyPr>
            <a:normAutofit/>
          </a:bodyPr>
          <a:lstStyle/>
          <a:p>
            <a:r>
              <a:rPr lang="he-IL" sz="4800">
                <a:latin typeface="Gisha" panose="020B0502040204020203" pitchFamily="34" charset="-79"/>
                <a:cs typeface="Gisha" panose="020B0502040204020203" pitchFamily="34" charset="-79"/>
              </a:rPr>
              <a:t>תוכן עניינים להמשך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295400"/>
            <a:ext cx="8686800" cy="4953000"/>
          </a:xfrm>
        </p:spPr>
        <p:txBody>
          <a:bodyPr>
            <a:noAutofit/>
          </a:bodyPr>
          <a:lstStyle/>
          <a:p>
            <a:pPr>
              <a:spcBef>
                <a:spcPts val="2400"/>
              </a:spcBef>
            </a:pPr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מהי </a:t>
            </a:r>
            <a:r>
              <a:rPr lang="he-IL" sz="2800">
                <a:solidFill>
                  <a:srgbClr val="2E41FA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מערכת ערוצים</a:t>
            </a:r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?</a:t>
            </a:r>
          </a:p>
          <a:p>
            <a:pPr>
              <a:spcBef>
                <a:spcPts val="2400"/>
              </a:spcBef>
            </a:pPr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דוגמה: פרוטוקול הביט 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המתהפך (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alternating bit protocol</a:t>
            </a:r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</a:p>
          <a:p>
            <a:pPr>
              <a:spcBef>
                <a:spcPts val="2400"/>
              </a:spcBef>
            </a:pPr>
            <a:r>
              <a:rPr lang="he-IL" sz="2800">
                <a:solidFill>
                  <a:srgbClr val="2E41FA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תרגום ממערכות ערוצים למערכות מעברים</a:t>
            </a:r>
          </a:p>
          <a:p>
            <a:pPr>
              <a:spcBef>
                <a:spcPts val="2400"/>
              </a:spcBef>
            </a:pPr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שפת המידול </a:t>
            </a:r>
            <a:r>
              <a:rPr lang="en-US" sz="2800" err="1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NanoPromela</a:t>
            </a:r>
            <a:endParaRPr lang="he-IL" sz="2800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>
              <a:spcBef>
                <a:spcPts val="2400"/>
              </a:spcBef>
            </a:pPr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סמנטיקה של מודלים ב-</a:t>
            </a:r>
            <a:r>
              <a:rPr lang="en-US" sz="2800" err="1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NanoPromela</a:t>
            </a:r>
            <a:br>
              <a:rPr lang="en-US" sz="28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(</a:t>
            </a:r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באמצעות תרגום למערכות ערוצים)</a:t>
            </a:r>
          </a:p>
          <a:p>
            <a:pPr marL="0" indent="0">
              <a:spcBef>
                <a:spcPts val="2400"/>
              </a:spcBef>
              <a:buNone/>
            </a:pPr>
            <a:endParaRPr lang="he-IL" sz="2800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3E17-0086-42D2-82FC-3171BCDB0996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ספטמבר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9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410200"/>
            <a:ext cx="7884293" cy="10953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Freeform 15"/>
          <p:cNvSpPr/>
          <p:nvPr/>
        </p:nvSpPr>
        <p:spPr>
          <a:xfrm>
            <a:off x="1695062" y="3741576"/>
            <a:ext cx="2782078" cy="1548881"/>
          </a:xfrm>
          <a:custGeom>
            <a:avLst/>
            <a:gdLst>
              <a:gd name="connsiteX0" fmla="*/ 2379306 w 2379306"/>
              <a:gd name="connsiteY0" fmla="*/ 0 h 1548881"/>
              <a:gd name="connsiteX1" fmla="*/ 0 w 2379306"/>
              <a:gd name="connsiteY1" fmla="*/ 65314 h 1548881"/>
              <a:gd name="connsiteX2" fmla="*/ 18662 w 2379306"/>
              <a:gd name="connsiteY2" fmla="*/ 1548881 h 1548881"/>
              <a:gd name="connsiteX0" fmla="*/ 2363558 w 2363558"/>
              <a:gd name="connsiteY0" fmla="*/ 0 h 1548881"/>
              <a:gd name="connsiteX1" fmla="*/ 0 w 2363558"/>
              <a:gd name="connsiteY1" fmla="*/ 9330 h 1548881"/>
              <a:gd name="connsiteX2" fmla="*/ 2914 w 2363558"/>
              <a:gd name="connsiteY2" fmla="*/ 1548881 h 1548881"/>
              <a:gd name="connsiteX0" fmla="*/ 2402929 w 2402929"/>
              <a:gd name="connsiteY0" fmla="*/ 37323 h 1539551"/>
              <a:gd name="connsiteX1" fmla="*/ 0 w 2402929"/>
              <a:gd name="connsiteY1" fmla="*/ 0 h 1539551"/>
              <a:gd name="connsiteX2" fmla="*/ 2914 w 2402929"/>
              <a:gd name="connsiteY2" fmla="*/ 1539551 h 1539551"/>
              <a:gd name="connsiteX0" fmla="*/ 2347810 w 2347810"/>
              <a:gd name="connsiteY0" fmla="*/ 0 h 1548881"/>
              <a:gd name="connsiteX1" fmla="*/ 0 w 2347810"/>
              <a:gd name="connsiteY1" fmla="*/ 9330 h 1548881"/>
              <a:gd name="connsiteX2" fmla="*/ 2914 w 2347810"/>
              <a:gd name="connsiteY2" fmla="*/ 1548881 h 1548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47810" h="1548881">
                <a:moveTo>
                  <a:pt x="2347810" y="0"/>
                </a:moveTo>
                <a:lnTo>
                  <a:pt x="0" y="9330"/>
                </a:lnTo>
                <a:cubicBezTo>
                  <a:pt x="971" y="522514"/>
                  <a:pt x="1943" y="1035697"/>
                  <a:pt x="2914" y="1548881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שפות המידול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ספטמבר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10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597608621"/>
              </p:ext>
            </p:extLst>
          </p:nvPr>
        </p:nvGraphicFramePr>
        <p:xfrm>
          <a:off x="1219200" y="1600200"/>
          <a:ext cx="68580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74484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62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מערכת ערוצים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ספטמבר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11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524000"/>
                <a:ext cx="8305800" cy="4953000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spcBef>
                    <a:spcPts val="2400"/>
                  </a:spcBef>
                  <a:buFont typeface="Wingdings" pitchFamily="2" charset="2"/>
                  <a:buChar char="§"/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קבוצת משימות, כל אחת מתוארת על ידי </a:t>
                </a:r>
                <a:r>
                  <a:rPr lang="he-IL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גרף תוכנית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, המדברות ביניהן באמצעות ערוצי תקשורת</a:t>
                </a:r>
              </a:p>
              <a:p>
                <a:pPr>
                  <a:spcBef>
                    <a:spcPts val="2400"/>
                  </a:spcBef>
                  <a:buFont typeface="Wingdings" pitchFamily="2" charset="2"/>
                  <a:buChar char="§"/>
                </a:pPr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2400"/>
                  </a:spcBef>
                  <a:buFont typeface="Wingdings" pitchFamily="2" charset="2"/>
                  <a:buChar char="§"/>
                </a:pPr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2400"/>
                  </a:spcBef>
                  <a:buFont typeface="Wingdings" pitchFamily="2" charset="2"/>
                  <a:buChar char="§"/>
                </a:pPr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4200"/>
                  </a:spcBef>
                  <a:buFont typeface="Wingdings" pitchFamily="2" charset="2"/>
                  <a:buChar char="§"/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גם פעולות תקשורת:</a:t>
                </a:r>
              </a:p>
              <a:p>
                <a:pPr marL="628650" lvl="1" indent="-290513">
                  <a:spcBef>
                    <a:spcPts val="2400"/>
                  </a:spcBef>
                  <a:buFont typeface="Arial" pitchFamily="34" charset="0"/>
                  <a:buChar char="•"/>
                  <a:tabLst>
                    <a:tab pos="1311275" algn="l"/>
                  </a:tabLst>
                </a:pPr>
                <a14:m>
                  <m:oMath xmlns:m="http://schemas.openxmlformats.org/officeDocument/2006/math">
                    <m:r>
                      <a:rPr lang="en-US" sz="32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nor/>
                      </m:rPr>
                      <a:rPr lang="en-US" sz="3200" i="0" dirty="0" smtClean="0">
                        <a:solidFill>
                          <a:srgbClr val="FF0000"/>
                        </a:solidFill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!</m:t>
                    </m:r>
                    <m:r>
                      <a:rPr lang="en-US" sz="32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𝑣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	    שליחת הערך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על הערוץ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628650" lvl="1" indent="-290513">
                  <a:spcBef>
                    <a:spcPts val="2400"/>
                  </a:spcBef>
                  <a:buFont typeface="Arial" pitchFamily="34" charset="0"/>
                  <a:buChar char="•"/>
                  <a:tabLst>
                    <a:tab pos="1524000" algn="l"/>
                  </a:tabLst>
                </a:pPr>
                <a14:m>
                  <m:oMath xmlns:m="http://schemas.openxmlformats.org/officeDocument/2006/math">
                    <m:r>
                      <a:rPr lang="en-US" sz="3200" b="0" i="1" dirty="0" smtClean="0">
                        <a:solidFill>
                          <a:srgbClr val="2E41FA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nor/>
                      </m:rPr>
                      <a:rPr lang="en-US" sz="3200" i="0" dirty="0" smtClean="0">
                        <a:solidFill>
                          <a:srgbClr val="2E41FA"/>
                        </a:solidFill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?</m:t>
                    </m:r>
                    <m:r>
                      <a:rPr lang="en-US" sz="3200" i="1" dirty="0" smtClean="0">
                        <a:solidFill>
                          <a:srgbClr val="2E41FA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	   קבלת הודעה בערוץ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והשמת הערך שהתקבל במשתנה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</m:oMath>
                </a14:m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2400"/>
                  </a:spcBef>
                </a:pPr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524000"/>
                <a:ext cx="8305800" cy="4953000"/>
              </a:xfrm>
              <a:blipFill>
                <a:blip r:embed="rId2"/>
                <a:stretch>
                  <a:fillRect t="-1599" r="-660" b="-1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loud 6"/>
          <p:cNvSpPr/>
          <p:nvPr/>
        </p:nvSpPr>
        <p:spPr>
          <a:xfrm>
            <a:off x="6088891" y="2609165"/>
            <a:ext cx="1295400" cy="1066800"/>
          </a:xfrm>
          <a:prstGeom prst="clou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>
                <a:solidFill>
                  <a:schemeClr val="accent4">
                    <a:lumMod val="75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גרף </a:t>
            </a:r>
            <a:r>
              <a:rPr lang="he-IL" err="1">
                <a:solidFill>
                  <a:schemeClr val="accent4">
                    <a:lumMod val="75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תוכנית</a:t>
            </a:r>
            <a:endParaRPr lang="he-IL">
              <a:solidFill>
                <a:schemeClr val="accent4">
                  <a:lumMod val="75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8" name="Cloud 7"/>
          <p:cNvSpPr/>
          <p:nvPr/>
        </p:nvSpPr>
        <p:spPr>
          <a:xfrm>
            <a:off x="1693675" y="2655332"/>
            <a:ext cx="1295400" cy="1066800"/>
          </a:xfrm>
          <a:prstGeom prst="clou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>
                <a:solidFill>
                  <a:schemeClr val="accent4">
                    <a:lumMod val="75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גרף </a:t>
            </a:r>
            <a:r>
              <a:rPr lang="he-IL" err="1">
                <a:solidFill>
                  <a:schemeClr val="accent4">
                    <a:lumMod val="75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תוכנית</a:t>
            </a:r>
            <a:endParaRPr lang="he-IL">
              <a:solidFill>
                <a:schemeClr val="accent4">
                  <a:lumMod val="75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Flowchart: Predefined Process 8"/>
              <p:cNvSpPr/>
              <p:nvPr/>
            </p:nvSpPr>
            <p:spPr>
              <a:xfrm>
                <a:off x="4038600" y="3009900"/>
                <a:ext cx="914400" cy="381000"/>
              </a:xfrm>
              <a:prstGeom prst="flowChartPredefinedProcess">
                <a:avLst/>
              </a:prstGeom>
              <a:solidFill>
                <a:srgbClr val="FFFF00"/>
              </a:solidFill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he-IL">
                  <a:solidFill>
                    <a:schemeClr val="accent4">
                      <a:lumMod val="75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9" name="Flowchart: Predefined Process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3009900"/>
                <a:ext cx="914400" cy="381000"/>
              </a:xfrm>
              <a:prstGeom prst="flowChartPredefinedProcess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Elbow Connector 11"/>
          <p:cNvCxnSpPr>
            <a:endCxn id="9" idx="1"/>
          </p:cNvCxnSpPr>
          <p:nvPr/>
        </p:nvCxnSpPr>
        <p:spPr>
          <a:xfrm>
            <a:off x="2971800" y="3200400"/>
            <a:ext cx="1066800" cy="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0" name="Elbow Connector 11"/>
          <p:cNvCxnSpPr>
            <a:stCxn id="9" idx="3"/>
          </p:cNvCxnSpPr>
          <p:nvPr/>
        </p:nvCxnSpPr>
        <p:spPr>
          <a:xfrm>
            <a:off x="4953000" y="3200400"/>
            <a:ext cx="1143000" cy="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3987304" y="3352800"/>
            <a:ext cx="9541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he-IL">
                <a:solidFill>
                  <a:schemeClr val="accent4">
                    <a:lumMod val="75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ערוץ</a:t>
            </a:r>
          </a:p>
          <a:p>
            <a:pPr algn="ctr"/>
            <a:r>
              <a:rPr lang="he-IL">
                <a:solidFill>
                  <a:schemeClr val="accent4">
                    <a:lumMod val="75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תקשורת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524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ערוצים (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channels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12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00050" y="1295400"/>
                <a:ext cx="8305800" cy="4724400"/>
              </a:xfrm>
            </p:spPr>
            <p:txBody>
              <a:bodyPr>
                <a:normAutofit fontScale="92500"/>
              </a:bodyPr>
              <a:lstStyle/>
              <a:p>
                <a:pPr>
                  <a:spcBef>
                    <a:spcPts val="1800"/>
                  </a:spcBef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קבוצת הערוצים:</a:t>
                </a:r>
                <a:r>
                  <a:rPr lang="he-IL" dirty="0">
                    <a:solidFill>
                      <a:srgbClr val="0070C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he-IL" b="0" i="1" dirty="0" smtClean="0">
                        <a:latin typeface="Cambria Math"/>
                      </a:rPr>
                      <m:t>∈</m:t>
                    </m:r>
                    <m:r>
                      <a:rPr lang="en-US" i="1" dirty="0" smtClean="0">
                        <a:latin typeface="Cambria Math"/>
                      </a:rPr>
                      <m:t>𝐶</m:t>
                    </m:r>
                    <m:r>
                      <a:rPr lang="en-US" i="1" dirty="0" smtClean="0">
                        <a:latin typeface="Cambria Math"/>
                      </a:rPr>
                      <m:t>h</m:t>
                    </m:r>
                    <m:r>
                      <a:rPr lang="en-US" i="1" dirty="0" smtClean="0">
                        <a:latin typeface="Cambria Math"/>
                      </a:rPr>
                      <m:t>𝑎𝑛</m:t>
                    </m:r>
                  </m:oMath>
                </a14:m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800"/>
                  </a:spcBef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ערוצים הם חוצצים מסוג ראשון-נכנס-ראשון-יוצא (</a:t>
                </a:r>
                <a:r>
                  <a:rPr lang="en-US" dirty="0">
                    <a:latin typeface="Gisha" panose="020B0502040204020203" pitchFamily="34" charset="-79"/>
                    <a:cs typeface="Gisha" panose="020B0502040204020203" pitchFamily="34" charset="-79"/>
                  </a:rPr>
                  <a:t>FIFO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)</a:t>
                </a:r>
              </a:p>
              <a:p>
                <a:pPr>
                  <a:spcBef>
                    <a:spcPts val="1800"/>
                  </a:spcBef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לערוצים יש סוג (מחזיקים הודעות שתחום ערכיהן הוא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𝑑𝑜𝑚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)</a:t>
                </a:r>
              </a:p>
              <a:p>
                <a:pPr>
                  <a:spcBef>
                    <a:spcPts val="1800"/>
                  </a:spcBef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קיבולת הערוץ (</a:t>
                </a:r>
                <a:r>
                  <a:rPr lang="en-US" dirty="0">
                    <a:latin typeface="Gisha" panose="020B0502040204020203" pitchFamily="34" charset="-79"/>
                    <a:cs typeface="Gisha" panose="020B0502040204020203" pitchFamily="34" charset="-79"/>
                  </a:rPr>
                  <a:t>channel capacity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) = מספר הודעות מקסימאלי</a:t>
                </a:r>
              </a:p>
              <a:p>
                <a:pPr lvl="1">
                  <a:spcBef>
                    <a:spcPts val="1800"/>
                  </a:spcBef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אם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𝑐𝑎𝑝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 dirty="0" smtClean="0">
                        <a:latin typeface="Cambria Math"/>
                      </a:rPr>
                      <m:t>∈</m:t>
                    </m:r>
                    <m:r>
                      <a:rPr lang="en-US" b="0" i="1" dirty="0" smtClean="0">
                        <a:latin typeface="Cambria Math"/>
                      </a:rPr>
                      <m:t>ℕ</m:t>
                    </m:r>
                    <m:r>
                      <a:rPr lang="he-IL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הערוץ בעל </a:t>
                </a:r>
                <a:r>
                  <a:rPr lang="he-IL" dirty="0">
                    <a:solidFill>
                      <a:srgbClr val="2E41FA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קיבולת סופית</a:t>
                </a:r>
              </a:p>
              <a:p>
                <a:pPr lvl="1">
                  <a:spcBef>
                    <a:spcPts val="1800"/>
                  </a:spcBef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אם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𝑐𝑎𝑝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i="1" dirty="0" smtClean="0">
                        <a:latin typeface="Cambria Math"/>
                      </a:rPr>
                      <m:t>=</m:t>
                    </m:r>
                    <m:r>
                      <a:rPr lang="he-IL" b="0" i="1" dirty="0" smtClean="0">
                        <a:latin typeface="Cambria Math"/>
                      </a:rPr>
                      <m:t>∞</m:t>
                    </m:r>
                    <m:r>
                      <a:rPr lang="he-IL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הערוץ בעל </a:t>
                </a:r>
                <a:r>
                  <a:rPr lang="he-IL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קיבולת אינסופית</a:t>
                </a:r>
              </a:p>
              <a:p>
                <a:pPr lvl="1">
                  <a:spcBef>
                    <a:spcPts val="1800"/>
                  </a:spcBef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אם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𝑐𝑎𝑝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latin typeface="Cambria Math"/>
                      </a:rPr>
                      <m:t>)&gt;</m:t>
                    </m:r>
                    <m:r>
                      <a:rPr lang="en-US" i="1" dirty="0" smtClean="0">
                        <a:latin typeface="Cambria Math"/>
                      </a:rPr>
                      <m:t>0</m:t>
                    </m:r>
                    <m:r>
                      <a:rPr lang="he-IL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יש </a:t>
                </a:r>
                <a:r>
                  <a:rPr lang="he-IL" dirty="0">
                    <a:solidFill>
                      <a:srgbClr val="151AE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"השהיה" בין שליחה לקבלת ההודעה</a:t>
                </a:r>
              </a:p>
              <a:p>
                <a:pPr lvl="1">
                  <a:spcBef>
                    <a:spcPts val="1800"/>
                  </a:spcBef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אם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𝑐𝑎𝑝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latin typeface="Cambria Math"/>
                      </a:rPr>
                      <m:t>)=</m:t>
                    </m:r>
                    <m:r>
                      <a:rPr lang="en-US" i="1" dirty="0" smtClean="0">
                        <a:latin typeface="Cambria Math"/>
                      </a:rPr>
                      <m:t>0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מתבצעת </a:t>
                </a:r>
                <a:r>
                  <a:rPr lang="he-IL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לחיצת ידיים (</a:t>
                </a:r>
                <a:r>
                  <a:rPr lang="en-US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handshaking</a:t>
                </a:r>
                <a:r>
                  <a:rPr lang="he-IL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)</a:t>
                </a:r>
                <a:endParaRPr lang="en-US" dirty="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00050" y="1295400"/>
                <a:ext cx="8305800" cy="4724400"/>
              </a:xfrm>
              <a:blipFill>
                <a:blip r:embed="rId2"/>
                <a:stretch>
                  <a:fillRect t="-903" r="-8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1021769" y="6111772"/>
            <a:ext cx="7008043" cy="584775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 algn="ctr"/>
            <a:r>
              <a:rPr lang="he-IL" sz="1600" u="sng" dirty="0">
                <a:solidFill>
                  <a:srgbClr val="3366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במימוש שלנו בתרגיל הבית</a:t>
            </a:r>
            <a:r>
              <a:rPr lang="he-IL" sz="1600" dirty="0">
                <a:solidFill>
                  <a:srgbClr val="3366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, משתנה הוא ערוץ אם האות הראשונה בשמו היא גדולה. </a:t>
            </a:r>
          </a:p>
          <a:p>
            <a:pPr algn="ctr"/>
            <a:r>
              <a:rPr lang="he-IL" sz="1600" dirty="0">
                <a:solidFill>
                  <a:srgbClr val="3366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אם שם הערוץ מתחיל בקו תחתון קיבולתו אפס, אחרת קיבולתו אינסופית.</a:t>
            </a:r>
            <a:endParaRPr lang="he-IL" sz="1600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81190" y="5371324"/>
            <a:ext cx="83058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2528" y="2371436"/>
            <a:ext cx="8305800" cy="167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62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ערוצים (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channels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76200" y="1600200"/>
                <a:ext cx="8915400" cy="3962400"/>
              </a:xfrm>
            </p:spPr>
            <p:txBody>
              <a:bodyPr>
                <a:noAutofit/>
              </a:bodyPr>
              <a:lstStyle/>
              <a:p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תהליך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𝑃</m:t>
                    </m:r>
                    <m:r>
                      <a:rPr lang="en-US" sz="2400" i="1" baseline="-25000" dirty="0" smtClean="0">
                        <a:latin typeface="Cambria Math"/>
                      </a:rPr>
                      <m:t>𝑖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מורכב </a:t>
                </a:r>
                <a:r>
                  <a:rPr lang="he-IL" sz="2400">
                    <a:solidFill>
                      <a:srgbClr val="2E41FA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מגרף התוכנית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𝑃𝐺</m:t>
                    </m:r>
                    <m:r>
                      <a:rPr lang="en-US" sz="2400" i="1" baseline="-25000" dirty="0" err="1" smtClean="0">
                        <a:latin typeface="Cambria Math"/>
                      </a:rPr>
                      <m:t>𝑖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ופעולות תקשורת</a:t>
                </a:r>
                <a:br>
                  <a:rPr lang="en-US" sz="2400">
                    <a:solidFill>
                      <a:srgbClr val="151AE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endParaRPr lang="he-IL" sz="2400">
                  <a:solidFill>
                    <a:srgbClr val="151AE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Bef>
                    <a:spcPts val="1200"/>
                  </a:spcBef>
                  <a:buNone/>
                  <a:tabLst>
                    <a:tab pos="1655763" algn="l"/>
                  </a:tabLst>
                </a:pPr>
                <a:r>
                  <a:rPr lang="he-IL" sz="2000">
                    <a:solidFill>
                      <a:srgbClr val="0070C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:r>
                  <a:rPr lang="en-US" sz="2000">
                    <a:solidFill>
                      <a:srgbClr val="0070C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𝐶</m:t>
                    </m:r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!</m:t>
                    </m:r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𝑒</m:t>
                    </m:r>
                  </m:oMath>
                </a14:m>
                <a:r>
                  <a:rPr lang="he-IL" sz="2000">
                    <a:solidFill>
                      <a:srgbClr val="0070C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	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שליחת הערך של הביטוי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𝑒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דרך הערוץ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𝑐</m:t>
                    </m:r>
                  </m:oMath>
                </a14:m>
                <a:b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Bef>
                    <a:spcPts val="1200"/>
                  </a:spcBef>
                  <a:buNone/>
                  <a:tabLst>
                    <a:tab pos="1655763" algn="l"/>
                  </a:tabLst>
                </a:pPr>
                <a:r>
                  <a:rPr lang="en-US" sz="2000">
                    <a:solidFill>
                      <a:srgbClr val="0070C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2E41FA"/>
                        </a:solidFill>
                        <a:latin typeface="Cambria Math"/>
                      </a:rPr>
                      <m:t>𝐶</m:t>
                    </m:r>
                    <m:r>
                      <a:rPr lang="en-US" sz="2800" i="1" dirty="0" smtClean="0">
                        <a:solidFill>
                          <a:srgbClr val="2E41FA"/>
                        </a:solidFill>
                        <a:latin typeface="Cambria Math"/>
                      </a:rPr>
                      <m:t>?</m:t>
                    </m:r>
                    <m:r>
                      <a:rPr lang="en-US" sz="2800" i="1" dirty="0" smtClean="0">
                        <a:solidFill>
                          <a:srgbClr val="2E41FA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he-IL" sz="2000">
                    <a:solidFill>
                      <a:srgbClr val="2E41FA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>
                    <a:solidFill>
                      <a:srgbClr val="0070C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	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קבלת הודעה מהערוץ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𝑐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והשמתה למשתנה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𝑥</m:t>
                    </m:r>
                  </m:oMath>
                </a14:m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Bef>
                    <a:spcPts val="1200"/>
                  </a:spcBef>
                  <a:buNone/>
                  <a:tabLst>
                    <a:tab pos="1655763" algn="l"/>
                  </a:tabLst>
                </a:pPr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buNone/>
                </a:pPr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פעולות התוכנית מורכבות מפעולות רגילות ומהקבוצה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𝐶𝑜𝑚𝑚</m:t>
                    </m:r>
                    <m:r>
                      <a:rPr lang="en-US" sz="24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  <m:r>
                            <a:rPr lang="en-US" sz="2000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i="1" dirty="0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i="1" dirty="0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  <m:t>?</m:t>
                          </m:r>
                          <m:r>
                            <a:rPr lang="en-US" sz="2000" i="1" dirty="0" err="1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he-IL" sz="2000" b="0" i="1" dirty="0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he-IL" sz="20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𝑎𝑛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𝐸𝑥𝑝𝑟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𝑑𝑜𝑚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⊇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𝑑𝑜𝑚</m:t>
                          </m:r>
                          <m:d>
                            <m:d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⊇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𝑑𝑜𝑚</m:t>
                          </m:r>
                          <m:d>
                            <m:d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76200" y="1600200"/>
                <a:ext cx="8915400" cy="3962400"/>
              </a:xfrm>
              <a:blipFill>
                <a:blip r:embed="rId2"/>
                <a:stretch>
                  <a:fillRect t="-1077" r="-752" b="-9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B55D0-7377-4608-9DAB-1375731EB441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ספטמבר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13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2050" name="Picture 2" descr="Thumbnail for version as of 03:40, 3 October 20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499013"/>
            <a:ext cx="1342735" cy="1342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סוגי מעברים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ספטמבר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14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4" name="Left Arrow 13"/>
          <p:cNvSpPr/>
          <p:nvPr/>
        </p:nvSpPr>
        <p:spPr>
          <a:xfrm>
            <a:off x="4648200" y="2286000"/>
            <a:ext cx="3352800" cy="685800"/>
          </a:xfrm>
          <a:prstGeom prst="leftArrow">
            <a:avLst/>
          </a:prstGeom>
          <a:solidFill>
            <a:srgbClr val="FFC0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פעולה מקומית</a:t>
            </a:r>
            <a:endParaRPr lang="en-US" sz="20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5" name="Left Arrow 14"/>
          <p:cNvSpPr/>
          <p:nvPr/>
        </p:nvSpPr>
        <p:spPr>
          <a:xfrm>
            <a:off x="4648200" y="3467100"/>
            <a:ext cx="3352800" cy="685800"/>
          </a:xfrm>
          <a:prstGeom prst="leftArrow">
            <a:avLst/>
          </a:prstGeom>
          <a:solidFill>
            <a:srgbClr val="FFC0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שליחת הודעה</a:t>
            </a:r>
            <a:endParaRPr lang="en-US" sz="20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6" name="Left Arrow 15"/>
          <p:cNvSpPr/>
          <p:nvPr/>
        </p:nvSpPr>
        <p:spPr>
          <a:xfrm>
            <a:off x="4648200" y="4648200"/>
            <a:ext cx="3352800" cy="685800"/>
          </a:xfrm>
          <a:prstGeom prst="leftArrow">
            <a:avLst/>
          </a:prstGeom>
          <a:solidFill>
            <a:srgbClr val="FFC0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קבלת הודעה</a:t>
            </a:r>
            <a:endParaRPr lang="en-US" sz="20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05000" y="3445075"/>
                <a:ext cx="1834540" cy="67993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 : </m:t>
                          </m:r>
                          <m:r>
                            <a:rPr lang="en-US" sz="2800" b="0" i="1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800" b="0" i="1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  <m:r>
                            <a:rPr lang="en-US" sz="2800" b="0" i="1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</m:e>
                      </m:groupCh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he-IL" sz="2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445075"/>
                <a:ext cx="1834540" cy="6799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905000" y="4648200"/>
                <a:ext cx="1878206" cy="68198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 : 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?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</m:e>
                      </m:groupCh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he-IL" sz="2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648200"/>
                <a:ext cx="1878206" cy="6819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905000" y="2286000"/>
                <a:ext cx="1828800" cy="63588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 : 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</m:e>
                      </m:groupCh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he-IL" sz="2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286000"/>
                <a:ext cx="1828800" cy="6358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62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שליחה וקבלת הודעות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-76200" y="1819656"/>
                <a:ext cx="9144000" cy="4572000"/>
              </a:xfrm>
            </p:spPr>
            <p:txBody>
              <a:bodyPr>
                <a:noAutofit/>
              </a:bodyPr>
              <a:lstStyle/>
              <a:p>
                <a:pPr algn="r">
                  <a:spcBef>
                    <a:spcPts val="4800"/>
                  </a:spcBef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𝐶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!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𝑒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מציב את ההודעה בסוף התור של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-- </a:t>
                </a:r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אם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אינו מלא</a:t>
                </a:r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r">
                  <a:spcBef>
                    <a:spcPts val="4800"/>
                  </a:spcBef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2E41FA"/>
                        </a:solidFill>
                        <a:latin typeface="Cambria Math"/>
                      </a:rPr>
                      <m:t>𝐶</m:t>
                    </m:r>
                    <m:r>
                      <a:rPr lang="en-US" sz="2400" i="1" dirty="0" smtClean="0">
                        <a:solidFill>
                          <a:srgbClr val="2E41FA"/>
                        </a:solidFill>
                        <a:latin typeface="Cambria Math"/>
                      </a:rPr>
                      <m:t>?</m:t>
                    </m:r>
                    <m:r>
                      <a:rPr lang="en-US" sz="2400" i="1" dirty="0" smtClean="0">
                        <a:solidFill>
                          <a:srgbClr val="2E41FA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he-IL" sz="2400">
                    <a:solidFill>
                      <a:srgbClr val="2E41FA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שולף הודעה מראש התור ושם אותה ב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-- </a:t>
                </a:r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אם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אינו ריק</a:t>
                </a:r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r">
                  <a:spcBef>
                    <a:spcPts val="4800"/>
                  </a:spcBef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אם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𝑐𝑎𝑝</m:t>
                    </m:r>
                    <m:r>
                      <a:rPr lang="en-US" sz="2400" i="1" dirty="0" smtClean="0">
                        <a:latin typeface="Cambria Math"/>
                      </a:rPr>
                      <m:t>(</m:t>
                    </m:r>
                    <m:r>
                      <a:rPr lang="en-US" sz="2400" i="1" dirty="0" smtClean="0">
                        <a:latin typeface="Cambria Math"/>
                      </a:rPr>
                      <m:t>𝐶</m:t>
                    </m:r>
                    <m:r>
                      <a:rPr lang="en-US" sz="2400" i="1" dirty="0" smtClean="0">
                        <a:latin typeface="Cambria Math"/>
                      </a:rPr>
                      <m:t>)=</m:t>
                    </m:r>
                    <m:r>
                      <a:rPr lang="en-US" sz="2400" i="1" dirty="0" smtClean="0">
                        <a:latin typeface="Cambria Math"/>
                      </a:rPr>
                      <m:t>0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לערוץ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אין תור (תמיד מלא)</a:t>
                </a:r>
              </a:p>
              <a:p>
                <a:pPr algn="r">
                  <a:spcBef>
                    <a:spcPts val="4800"/>
                  </a:spcBef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אם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𝑐𝑎𝑝</m:t>
                    </m:r>
                    <m:r>
                      <a:rPr lang="en-US" sz="2400" i="1" dirty="0" smtClean="0">
                        <a:latin typeface="Cambria Math"/>
                      </a:rPr>
                      <m:t>(</m:t>
                    </m:r>
                    <m:r>
                      <a:rPr lang="en-US" sz="2400" i="1" dirty="0" smtClean="0">
                        <a:latin typeface="Cambria Math"/>
                      </a:rPr>
                      <m:t>𝐶</m:t>
                    </m:r>
                    <m:r>
                      <a:rPr lang="en-US" sz="2400" i="1" dirty="0" smtClean="0">
                        <a:latin typeface="Cambria Math"/>
                      </a:rPr>
                      <m:t>)=</m:t>
                    </m:r>
                    <m:r>
                      <a:rPr lang="en-US" sz="2400" i="1" dirty="0" smtClean="0">
                        <a:latin typeface="Cambria Math"/>
                      </a:rPr>
                      <m:t>0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שליחה וקבלה קורות בו-זמנית (</a:t>
                </a:r>
                <a:r>
                  <a:rPr lang="he-IL" sz="2400">
                    <a:solidFill>
                      <a:srgbClr val="2E41FA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תקשורת סינכרונית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)</a:t>
                </a:r>
              </a:p>
              <a:p>
                <a:pPr algn="r">
                  <a:spcBef>
                    <a:spcPts val="4800"/>
                  </a:spcBef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אם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𝑐𝑎𝑝</m:t>
                    </m:r>
                    <m:r>
                      <a:rPr lang="en-US" sz="2400" i="1" dirty="0" smtClean="0">
                        <a:latin typeface="Cambria Math"/>
                      </a:rPr>
                      <m:t>(</m:t>
                    </m:r>
                    <m:r>
                      <a:rPr lang="en-US" sz="2400" i="1" dirty="0" smtClean="0">
                        <a:latin typeface="Cambria Math"/>
                      </a:rPr>
                      <m:t>𝐶</m:t>
                    </m:r>
                    <m:r>
                      <a:rPr lang="en-US" sz="2400" i="1" dirty="0" smtClean="0">
                        <a:latin typeface="Cambria Math"/>
                      </a:rPr>
                      <m:t>)&gt;</m:t>
                    </m:r>
                    <m:r>
                      <a:rPr lang="en-US" sz="2400" i="1" dirty="0" smtClean="0">
                        <a:latin typeface="Cambria Math"/>
                      </a:rPr>
                      <m:t>0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שליחה וקבלה לא ביחד (</a:t>
                </a:r>
                <a:r>
                  <a:rPr lang="he-IL" sz="2400">
                    <a:solidFill>
                      <a:srgbClr val="151AE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תקשורת</a:t>
                </a:r>
                <a:r>
                  <a:rPr lang="en-US" sz="2400">
                    <a:solidFill>
                      <a:srgbClr val="151AE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>
                    <a:solidFill>
                      <a:srgbClr val="151AE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אסינכרונית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)</a:t>
                </a:r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-76200" y="1819656"/>
                <a:ext cx="9144000" cy="4572000"/>
              </a:xfrm>
              <a:blipFill>
                <a:blip r:embed="rId2"/>
                <a:stretch>
                  <a:fillRect t="-933" r="-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B55D0-7377-4608-9DAB-1375731EB441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ספטמבר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063567" y="5553456"/>
            <a:ext cx="2747770" cy="4572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846764" y="3733800"/>
            <a:ext cx="5221730" cy="4572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471971" y="1981200"/>
            <a:ext cx="4164517" cy="4572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7772400" cy="1143000"/>
          </a:xfrm>
        </p:spPr>
        <p:txBody>
          <a:bodyPr/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הגדרה: תחביר למערכת ערוצים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FA501-CEC1-4751-9AA2-3BB83D4A1374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ספטמבר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16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" y="1234440"/>
                <a:ext cx="8839200" cy="464820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  <a:spcBef>
                    <a:spcPts val="2400"/>
                  </a:spcBef>
                </a:pPr>
                <a:r>
                  <a:rPr lang="he-IL" sz="2000" dirty="0">
                    <a:solidFill>
                      <a:srgbClr val="2E41FA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גרף תוכנית 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מעל </a:t>
                </a:r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〈</m:t>
                    </m:r>
                    <m:r>
                      <a:rPr lang="en-US" sz="2000" i="1" dirty="0" smtClean="0">
                        <a:latin typeface="Cambria Math"/>
                      </a:rPr>
                      <m:t>𝑉𝑎𝑟</m:t>
                    </m:r>
                    <m:r>
                      <a:rPr lang="en-US" sz="2000" i="1" dirty="0" smtClean="0">
                        <a:latin typeface="Cambria Math"/>
                      </a:rPr>
                      <m:t>,  </m:t>
                    </m:r>
                    <m:r>
                      <a:rPr lang="en-US" sz="2000" i="1" dirty="0" err="1" smtClean="0">
                        <a:latin typeface="Cambria Math"/>
                      </a:rPr>
                      <m:t>𝐶</m:t>
                    </m:r>
                    <m:r>
                      <a:rPr lang="en-US" sz="2000" i="1" dirty="0" err="1" smtClean="0">
                        <a:latin typeface="Cambria Math"/>
                      </a:rPr>
                      <m:t>h</m:t>
                    </m:r>
                    <m:r>
                      <a:rPr lang="en-US" sz="2000" i="1" dirty="0" err="1" smtClean="0">
                        <a:latin typeface="Cambria Math"/>
                      </a:rPr>
                      <m:t>𝑎𝑛</m:t>
                    </m:r>
                    <m:r>
                      <a:rPr lang="en-US" sz="2000" b="0" i="1" dirty="0" smtClean="0">
                        <a:latin typeface="Cambria Math"/>
                      </a:rPr>
                      <m:t>〉</m:t>
                    </m:r>
                    <m:r>
                      <a:rPr lang="he-IL" sz="20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הוא</a:t>
                </a:r>
                <a:b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endParaRPr lang="he-IL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 rtl="0">
                  <a:lnSpc>
                    <a:spcPct val="120000"/>
                  </a:lnSpc>
                  <a:spcBef>
                    <a:spcPts val="24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/>
                        </a:rPr>
                        <m:t>𝑃𝐺</m:t>
                      </m:r>
                      <m:r>
                        <a:rPr lang="en-US" sz="2000" i="1" dirty="0" smtClean="0">
                          <a:latin typeface="Cambria Math"/>
                        </a:rPr>
                        <m:t> =〈</m:t>
                      </m:r>
                      <m:r>
                        <a:rPr lang="en-US" sz="2000" i="1" dirty="0" err="1">
                          <a:latin typeface="Cambria Math"/>
                        </a:rPr>
                        <m:t>𝐿𝑜𝑐</m:t>
                      </m:r>
                      <m:r>
                        <a:rPr lang="en-US" sz="2000" i="1" dirty="0">
                          <a:latin typeface="Cambria Math"/>
                        </a:rPr>
                        <m:t>, </m:t>
                      </m:r>
                      <m:r>
                        <a:rPr lang="en-US" sz="2000" i="1" dirty="0">
                          <a:latin typeface="Cambria Math"/>
                        </a:rPr>
                        <m:t>𝐴𝑐𝑡</m:t>
                      </m:r>
                      <m:r>
                        <a:rPr lang="en-US" sz="2000" i="1" dirty="0">
                          <a:latin typeface="Cambria Math"/>
                        </a:rPr>
                        <m:t>, ⊨,</m:t>
                      </m:r>
                      <m:r>
                        <m:rPr>
                          <m:nor/>
                        </m:rPr>
                        <a:rPr lang="en-US" sz="2000" i="1" dirty="0" smtClean="0">
                          <a:latin typeface="Cambria Math"/>
                        </a:rPr>
                        <m:t>Effect</m:t>
                      </m:r>
                      <m:r>
                        <a:rPr lang="en-US" sz="2000" i="1" dirty="0">
                          <a:latin typeface="Cambria Math"/>
                        </a:rPr>
                        <m:t>, →, </m:t>
                      </m:r>
                      <m:r>
                        <a:rPr lang="en-US" sz="2000" i="1" dirty="0">
                          <a:latin typeface="Cambria Math"/>
                        </a:rPr>
                        <m:t>𝐿𝑜𝑐</m:t>
                      </m:r>
                      <m:r>
                        <a:rPr lang="en-US" sz="2000" i="1" baseline="-25000" dirty="0">
                          <a:latin typeface="Cambria Math"/>
                        </a:rPr>
                        <m:t>0</m:t>
                      </m:r>
                      <m:r>
                        <a:rPr lang="en-US" sz="2000" i="1" dirty="0">
                          <a:latin typeface="Cambria Math"/>
                        </a:rPr>
                        <m:t>, </m:t>
                      </m:r>
                      <m:r>
                        <a:rPr lang="en-US" sz="2000" i="1" dirty="0">
                          <a:latin typeface="Cambria Math"/>
                        </a:rPr>
                        <m:t>𝑔</m:t>
                      </m:r>
                      <m:r>
                        <a:rPr lang="en-US" sz="2000" i="1" baseline="-25000" dirty="0">
                          <a:latin typeface="Cambria Math"/>
                        </a:rPr>
                        <m:t>0</m:t>
                      </m:r>
                      <m:r>
                        <a:rPr lang="en-US" sz="2000" b="0" i="1" dirty="0" smtClean="0">
                          <a:latin typeface="Cambria Math"/>
                        </a:rPr>
                        <m:t>〉</m:t>
                      </m:r>
                    </m:oMath>
                  </m:oMathPara>
                </a14:m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lnSpc>
                    <a:spcPct val="120000"/>
                  </a:lnSpc>
                  <a:spcBef>
                    <a:spcPts val="2400"/>
                  </a:spcBef>
                  <a:buNone/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	כשכל הרכיבים, פרט ליחס המעברים, מוגדרים כמו בגרף תוכנית רגיל (מעל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𝑉𝑎𝑟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) ויחס המעברים הוא קבוצה מהצורה (</a:t>
                </a:r>
                <a:r>
                  <a:rPr lang="he-IL" sz="20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ההבדל מודגש באדום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):</a:t>
                </a:r>
                <a:b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endParaRPr lang="he-IL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lnSpc>
                    <a:spcPct val="120000"/>
                  </a:lnSpc>
                  <a:spcBef>
                    <a:spcPts val="24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→ ⊆</m:t>
                      </m:r>
                      <m:r>
                        <a:rPr lang="en-US" sz="2000" b="0" i="1" smtClean="0">
                          <a:latin typeface="Cambria Math"/>
                        </a:rPr>
                        <m:t>𝐿𝑜𝑐</m:t>
                      </m:r>
                      <m:r>
                        <a:rPr lang="en-US" sz="2000" b="0" i="1" smtClean="0">
                          <a:latin typeface="Cambria Math"/>
                        </a:rPr>
                        <m:t>×</m:t>
                      </m:r>
                      <m:r>
                        <a:rPr lang="en-US" sz="2000" b="0" i="1" smtClean="0">
                          <a:latin typeface="Cambria Math"/>
                        </a:rPr>
                        <m:t>𝐶𝑜𝑛𝑑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𝑉𝑎𝑟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𝐴𝑐𝑡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∪</m:t>
                          </m:r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𝐶𝑜𝑚𝑚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×</m:t>
                      </m:r>
                      <m:r>
                        <a:rPr lang="en-US" sz="2000" b="0" i="1" smtClean="0">
                          <a:latin typeface="Cambria Math"/>
                        </a:rPr>
                        <m:t>𝐿𝑜𝑐</m:t>
                      </m:r>
                    </m:oMath>
                  </m:oMathPara>
                </a14:m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lnSpc>
                    <a:spcPct val="120000"/>
                  </a:lnSpc>
                  <a:spcBef>
                    <a:spcPts val="6000"/>
                  </a:spcBef>
                </a:pPr>
                <a:r>
                  <a:rPr lang="he-IL" sz="2000" dirty="0">
                    <a:solidFill>
                      <a:srgbClr val="2E41FA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מערכת ערוצים 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מעל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〈</m:t>
                    </m:r>
                    <m:r>
                      <a:rPr lang="en-US" sz="2000" i="1" dirty="0" smtClean="0">
                        <a:latin typeface="Cambria Math"/>
                      </a:rPr>
                      <m:t>𝑉𝑎𝑟</m:t>
                    </m:r>
                    <m:r>
                      <a:rPr lang="en-US" sz="2000" i="1" baseline="-25000" dirty="0" smtClean="0">
                        <a:latin typeface="Cambria Math"/>
                      </a:rPr>
                      <m:t>1</m:t>
                    </m:r>
                    <m:r>
                      <a:rPr lang="en-US" sz="2000" b="0" i="1" dirty="0" smtClean="0">
                        <a:latin typeface="Cambria Math"/>
                      </a:rPr>
                      <m:t>∪</m:t>
                    </m:r>
                    <m:r>
                      <a:rPr lang="en-US" sz="2000" i="1" dirty="0" smtClean="0">
                        <a:latin typeface="Cambria Math"/>
                        <a:sym typeface="MT Extra"/>
                      </a:rPr>
                      <m:t></m:t>
                    </m:r>
                    <m:r>
                      <a:rPr lang="en-US" sz="2000" b="0" i="1" dirty="0" smtClean="0">
                        <a:latin typeface="Cambria Math"/>
                      </a:rPr>
                      <m:t>∪</m:t>
                    </m:r>
                    <m:r>
                      <a:rPr lang="en-US" sz="2000" i="1" dirty="0" smtClean="0">
                        <a:latin typeface="Cambria Math"/>
                      </a:rPr>
                      <m:t> </m:t>
                    </m:r>
                    <m:r>
                      <a:rPr lang="en-US" sz="2000" i="1" dirty="0" err="1" smtClean="0">
                        <a:latin typeface="Cambria Math"/>
                      </a:rPr>
                      <m:t>𝑉𝑎𝑟</m:t>
                    </m:r>
                    <m:r>
                      <a:rPr lang="en-US" sz="2000" i="1" baseline="-25000" dirty="0" err="1" smtClean="0">
                        <a:latin typeface="Cambria Math"/>
                      </a:rPr>
                      <m:t>𝑛</m:t>
                    </m:r>
                    <m:r>
                      <a:rPr lang="en-US" sz="2000" i="1" dirty="0" smtClean="0">
                        <a:latin typeface="Cambria Math"/>
                      </a:rPr>
                      <m:t>,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err="1" smtClean="0">
                        <a:latin typeface="Cambria Math"/>
                      </a:rPr>
                      <m:t>𝐶</m:t>
                    </m:r>
                    <m:r>
                      <a:rPr lang="en-US" sz="2000" i="1" dirty="0" err="1" smtClean="0">
                        <a:latin typeface="Cambria Math"/>
                      </a:rPr>
                      <m:t>h</m:t>
                    </m:r>
                    <m:r>
                      <a:rPr lang="en-US" sz="2000" i="1" dirty="0" err="1" smtClean="0">
                        <a:latin typeface="Cambria Math"/>
                      </a:rPr>
                      <m:t>𝑎𝑛</m:t>
                    </m:r>
                    <m:r>
                      <a:rPr lang="en-US" sz="2000" b="0" i="1" dirty="0" smtClean="0">
                        <a:latin typeface="Cambria Math"/>
                      </a:rPr>
                      <m:t>〉</m:t>
                    </m:r>
                    <m:r>
                      <a:rPr lang="he-IL" sz="20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algn="ctr">
                  <a:lnSpc>
                    <a:spcPct val="120000"/>
                  </a:lnSpc>
                  <a:spcBef>
                    <a:spcPts val="2400"/>
                  </a:spcBef>
                  <a:buNone/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𝐶𝑆</m:t>
                    </m:r>
                    <m:r>
                      <a:rPr lang="en-US" sz="2000" i="1" dirty="0" smtClean="0">
                        <a:latin typeface="Cambria Math"/>
                      </a:rPr>
                      <m:t> = [</m:t>
                    </m:r>
                    <m:r>
                      <a:rPr lang="en-US" sz="2000" i="1" dirty="0" smtClean="0">
                        <a:latin typeface="Cambria Math"/>
                      </a:rPr>
                      <m:t>𝑃𝐺</m:t>
                    </m:r>
                    <m:r>
                      <a:rPr lang="en-US" sz="2000" i="1" baseline="-25000" dirty="0" smtClean="0">
                        <a:latin typeface="Cambria Math"/>
                      </a:rPr>
                      <m:t>1</m:t>
                    </m:r>
                    <m:r>
                      <a:rPr lang="en-US" sz="2000" i="1" dirty="0" smtClean="0">
                        <a:latin typeface="Cambria Math"/>
                      </a:rPr>
                      <m:t> | </m:t>
                    </m:r>
                    <m:r>
                      <a:rPr lang="en-US" sz="2000" i="1" dirty="0" smtClean="0">
                        <a:latin typeface="Cambria Math"/>
                        <a:sym typeface="MT Extra"/>
                      </a:rPr>
                      <m:t></m:t>
                    </m:r>
                    <m:r>
                      <a:rPr lang="en-US" sz="2000" i="1" dirty="0" smtClean="0">
                        <a:latin typeface="Cambria Math"/>
                      </a:rPr>
                      <m:t> | </m:t>
                    </m:r>
                    <m:r>
                      <a:rPr lang="en-US" sz="2000" i="1" dirty="0" err="1" smtClean="0">
                        <a:latin typeface="Cambria Math"/>
                      </a:rPr>
                      <m:t>𝑃𝐺</m:t>
                    </m:r>
                    <m:r>
                      <a:rPr lang="en-US" sz="2000" i="1" baseline="-25000" dirty="0" err="1" smtClean="0">
                        <a:latin typeface="Cambria Math"/>
                      </a:rPr>
                      <m:t>𝑛</m:t>
                    </m:r>
                    <m:r>
                      <a:rPr lang="en-US" sz="2000" i="1" dirty="0" smtClean="0">
                        <a:latin typeface="Cambria Math"/>
                      </a:rPr>
                      <m:t>]</m:t>
                    </m:r>
                  </m:oMath>
                </a14:m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lnSpc>
                    <a:spcPct val="120000"/>
                  </a:lnSpc>
                  <a:spcBef>
                    <a:spcPts val="2400"/>
                  </a:spcBef>
                  <a:buNone/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	עבור גרפי תוכנית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𝑃𝐺</m:t>
                    </m:r>
                    <m:r>
                      <a:rPr lang="en-US" sz="2000" i="1" baseline="-25000" dirty="0" err="1" smtClean="0">
                        <a:latin typeface="Cambria Math"/>
                      </a:rPr>
                      <m:t>𝑖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מעל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〈</m:t>
                    </m:r>
                    <m:r>
                      <a:rPr lang="en-US" sz="2000" i="1" dirty="0" smtClean="0">
                        <a:latin typeface="Cambria Math"/>
                      </a:rPr>
                      <m:t>𝑉𝑎𝑟</m:t>
                    </m:r>
                    <m:r>
                      <a:rPr lang="en-US" sz="2000" i="1" baseline="-25000" dirty="0" err="1" smtClean="0">
                        <a:latin typeface="Cambria Math"/>
                      </a:rPr>
                      <m:t>𝑖</m:t>
                    </m:r>
                    <m:r>
                      <a:rPr lang="en-US" sz="2000" i="1" dirty="0" smtClean="0">
                        <a:latin typeface="Cambria Math"/>
                      </a:rPr>
                      <m:t>,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err="1" smtClean="0">
                        <a:latin typeface="Cambria Math"/>
                      </a:rPr>
                      <m:t>𝐶</m:t>
                    </m:r>
                    <m:r>
                      <a:rPr lang="en-US" sz="2000" i="1" dirty="0" err="1" smtClean="0">
                        <a:latin typeface="Cambria Math"/>
                      </a:rPr>
                      <m:t>h</m:t>
                    </m:r>
                    <m:r>
                      <a:rPr lang="en-US" sz="2000" i="1" dirty="0" err="1" smtClean="0">
                        <a:latin typeface="Cambria Math"/>
                      </a:rPr>
                      <m:t>𝑎𝑛</m:t>
                    </m:r>
                    <m:r>
                      <a:rPr lang="en-US" sz="2000" b="0" i="1" dirty="0" smtClean="0">
                        <a:latin typeface="Cambria Math"/>
                      </a:rPr>
                      <m:t>〉</m:t>
                    </m:r>
                  </m:oMath>
                </a14:m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lnSpc>
                    <a:spcPct val="120000"/>
                  </a:lnSpc>
                  <a:spcBef>
                    <a:spcPts val="2400"/>
                  </a:spcBef>
                  <a:buNone/>
                </a:pPr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lnSpc>
                    <a:spcPct val="120000"/>
                  </a:lnSpc>
                  <a:spcBef>
                    <a:spcPts val="2400"/>
                  </a:spcBef>
                  <a:buNone/>
                </a:pPr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" y="1234440"/>
                <a:ext cx="8839200" cy="4648200"/>
              </a:xfrm>
              <a:blipFill>
                <a:blip r:embed="rId2"/>
                <a:stretch>
                  <a:fillRect l="-69" t="-131" r="-483" b="-18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Distributed computi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74" b="15901"/>
          <a:stretch/>
        </p:blipFill>
        <p:spPr bwMode="auto">
          <a:xfrm>
            <a:off x="0" y="5124163"/>
            <a:ext cx="2468410" cy="1429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771460" y="5114927"/>
            <a:ext cx="975418" cy="5908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762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סוגי תקשורת שונים</a:t>
            </a:r>
          </a:p>
        </p:txBody>
      </p:sp>
      <p:sp>
        <p:nvSpPr>
          <p:cNvPr id="35" name="Slide Number Placeholder 3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5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04800" y="1371600"/>
                <a:ext cx="8686800" cy="5410200"/>
              </a:xfrm>
            </p:spPr>
            <p:txBody>
              <a:bodyPr>
                <a:normAutofit lnSpcReduction="10000"/>
              </a:bodyPr>
              <a:lstStyle/>
              <a:p>
                <a:pPr>
                  <a:spcBef>
                    <a:spcPts val="2400"/>
                  </a:spcBef>
                </a:pPr>
                <a:r>
                  <a:rPr lang="he-IL" sz="32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העברת הודעות סִינְכְרוֹנִית</a:t>
                </a:r>
                <a:endParaRPr lang="en-US" sz="32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Bef>
                    <a:spcPts val="2400"/>
                  </a:spcBef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אם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𝑐𝑎𝑝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latin typeface="Cambria Math"/>
                      </a:rPr>
                      <m:t>𝐶</m:t>
                    </m:r>
                    <m:r>
                      <a:rPr lang="en-US" sz="2000" i="1" dirty="0" smtClean="0">
                        <a:latin typeface="Cambria Math"/>
                      </a:rPr>
                      <m:t>)=</m:t>
                    </m:r>
                    <m:r>
                      <a:rPr lang="en-US" sz="2000" i="1" dirty="0" smtClean="0">
                        <a:latin typeface="Cambria Math"/>
                      </a:rPr>
                      <m:t>0</m:t>
                    </m:r>
                    <m:r>
                      <a:rPr lang="en-US" sz="20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אפשר לבצע</a:t>
                </a:r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groupCh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רק ביחד עם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b="0" i="1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?</m:t>
                        </m:r>
                        <m:r>
                          <a:rPr lang="en-US" sz="2000" b="0" i="1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groupCh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Bef>
                    <a:spcPts val="2400"/>
                  </a:spcBef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אפקט הפעולה: כמו ההשמה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𝑣𝑎𝑙𝑢𝑒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Bef>
                    <a:spcPts val="2400"/>
                  </a:spcBef>
                </a:pPr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2400"/>
                  </a:spcBef>
                </a:pPr>
                <a:r>
                  <a:rPr lang="he-IL" sz="32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העברת הודעות אָסִינְכְרוֹנִית</a:t>
                </a:r>
              </a:p>
              <a:p>
                <a:pPr lvl="1">
                  <a:spcBef>
                    <a:spcPts val="2400"/>
                  </a:spcBef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אם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𝑐𝑎𝑝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sz="2000" i="0" dirty="0" smtClean="0"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&gt;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אפשר לבצע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groupCh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רק אם מספר ההודעות ב</a:t>
                </a:r>
                <a14:m>
                  <m:oMath xmlns:m="http://schemas.openxmlformats.org/officeDocument/2006/math">
                    <m:r>
                      <a:rPr lang="he-IL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he-IL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קטן מ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𝑐𝑎𝑝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Bef>
                    <a:spcPts val="2400"/>
                  </a:spcBef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אפשר לבצע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i="1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?</m:t>
                        </m:r>
                        <m:r>
                          <a:rPr lang="en-US" sz="2000" i="1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groupCh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רק אם התור של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אינו ריק</a:t>
                </a:r>
              </a:p>
              <a:p>
                <a:pPr lvl="1">
                  <a:spcBef>
                    <a:spcPts val="2400"/>
                  </a:spcBef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אפקט הפעולה: הערך הראשון בתור מושם ב-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000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2400"/>
                  </a:spcBef>
                </a:pPr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spcBef>
                    <a:spcPts val="2400"/>
                  </a:spcBef>
                  <a:buNone/>
                </a:pPr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04800" y="1371600"/>
                <a:ext cx="8686800" cy="5410200"/>
              </a:xfrm>
              <a:blipFill>
                <a:blip r:embed="rId2"/>
                <a:stretch>
                  <a:fillRect t="-2365" r="-1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381B8F20-387D-ACF9-3C7F-6FE6083E96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AF5EC"/>
              </a:clrFrom>
              <a:clrTo>
                <a:srgbClr val="FAF5E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222"/>
          <a:stretch/>
        </p:blipFill>
        <p:spPr bwMode="auto">
          <a:xfrm>
            <a:off x="1066800" y="5334000"/>
            <a:ext cx="1843243" cy="1319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3F1EEA5-4ED2-AA01-DAAF-A35F3E215C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BF7ED"/>
              </a:clrFrom>
              <a:clrTo>
                <a:srgbClr val="FBF7E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288"/>
          <a:stretch/>
        </p:blipFill>
        <p:spPr bwMode="auto">
          <a:xfrm>
            <a:off x="1066799" y="2819400"/>
            <a:ext cx="1843243" cy="1319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פעולות תקשורת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ספטמבר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18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303640"/>
                  </p:ext>
                </p:extLst>
              </p:nvPr>
            </p:nvGraphicFramePr>
            <p:xfrm>
              <a:off x="457200" y="2133600"/>
              <a:ext cx="8382000" cy="1828801"/>
            </p:xfrm>
            <a:graphic>
              <a:graphicData uri="http://schemas.openxmlformats.org/drawingml/2006/table">
                <a:tbl>
                  <a:tblPr firstRow="1" bandRow="1">
                    <a:tableStyleId>{35758FB7-9AC5-4552-8A53-C91805E547FA}</a:tableStyleId>
                  </a:tblPr>
                  <a:tblGrid>
                    <a:gridCol w="4267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438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76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188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e-IL" sz="2400" b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אפקט</a:t>
                          </a:r>
                          <a:endParaRPr lang="en-US" sz="2400" b="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e-IL" sz="2400" b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תנאי הפעלה</a:t>
                          </a:r>
                          <a:endParaRPr lang="en-US" sz="2400" b="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e-IL" sz="2400" b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סימון</a:t>
                          </a:r>
                          <a:endParaRPr lang="en-US" sz="2400" b="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0908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𝐸𝑛𝑞𝑢𝑒𝑢𝑒</m:t>
                                </m:r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𝑣𝑎𝑙𝑢𝑒</m:t>
                                </m:r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oMath>
                            </m:oMathPara>
                          </a14:m>
                          <a:endParaRPr lang="en-US" sz="2400">
                            <a:latin typeface="cmr1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e-IL" sz="240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אינו</a:t>
                          </a:r>
                          <a:r>
                            <a:rPr lang="he-IL" sz="2400" baseline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 מלא</a:t>
                          </a:r>
                          <a:r>
                            <a:rPr lang="en-US" sz="2400" baseline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aseline="0" dirty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oMath>
                          </a14:m>
                          <a:endParaRPr lang="en-US" sz="240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sz="2400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  <m:r>
                                  <a:rPr lang="en-US" sz="2400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oMath>
                            </m:oMathPara>
                          </a14:m>
                          <a:endParaRPr lang="en-US" sz="2400">
                            <a:solidFill>
                              <a:srgbClr val="FF0000"/>
                            </a:solidFill>
                            <a:latin typeface="cmmi1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0086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〈</m:t>
                                </m:r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he-IL" sz="240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:=</m:t>
                                </m:r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𝐹𝑟𝑜𝑛𝑡</m:t>
                                </m:r>
                                <m:d>
                                  <m:dPr>
                                    <m:ctrlPr>
                                      <a:rPr lang="en-US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dirty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d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sz="2400" dirty="0" err="1" smtClean="0">
                                    <a:latin typeface="Cambria Math" panose="02040503050406030204" pitchFamily="18" charset="0"/>
                                  </a:rPr>
                                  <m:t>𝐷𝑒𝑞𝑢𝑒𝑢𝑒</m:t>
                                </m:r>
                                <m:d>
                                  <m:dPr>
                                    <m:ctrlPr>
                                      <a:rPr lang="en-US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dirty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d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〉</m:t>
                                </m:r>
                              </m:oMath>
                            </m:oMathPara>
                          </a14:m>
                          <a:endParaRPr lang="en-US" sz="2400">
                            <a:latin typeface="cmsy1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he-IL" sz="240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 אינו</a:t>
                          </a:r>
                          <a:r>
                            <a:rPr lang="he-IL" sz="2400" baseline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 ריק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aseline="0" dirty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oMath>
                          </a14:m>
                          <a:endParaRPr lang="en-US" sz="240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dirty="0" smtClean="0">
                                    <a:solidFill>
                                      <a:srgbClr val="2E41FA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sz="2400" dirty="0" smtClean="0">
                                    <a:solidFill>
                                      <a:srgbClr val="2E41FA"/>
                                    </a:solidFill>
                                    <a:latin typeface="Cambria Math" panose="02040503050406030204" pitchFamily="18" charset="0"/>
                                  </a:rPr>
                                  <m:t>?</m:t>
                                </m:r>
                                <m:r>
                                  <a:rPr lang="en-US" sz="2400" dirty="0" smtClean="0">
                                    <a:solidFill>
                                      <a:srgbClr val="2E41FA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400">
                            <a:solidFill>
                              <a:srgbClr val="2E41FA"/>
                            </a:solidFill>
                            <a:latin typeface="cmmi1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303640"/>
                  </p:ext>
                </p:extLst>
              </p:nvPr>
            </p:nvGraphicFramePr>
            <p:xfrm>
              <a:off x="457200" y="2133600"/>
              <a:ext cx="8382000" cy="1828801"/>
            </p:xfrm>
            <a:graphic>
              <a:graphicData uri="http://schemas.openxmlformats.org/drawingml/2006/table">
                <a:tbl>
                  <a:tblPr firstRow="1" bandRow="1">
                    <a:tableStyleId>{35758FB7-9AC5-4552-8A53-C91805E547FA}</a:tableStyleId>
                  </a:tblPr>
                  <a:tblGrid>
                    <a:gridCol w="4267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438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76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188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e-IL" sz="2400" b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אפקט</a:t>
                          </a:r>
                          <a:endParaRPr lang="en-US" sz="2400" b="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e-IL" sz="2400" b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תנאי הפעלה</a:t>
                          </a:r>
                          <a:endParaRPr lang="en-US" sz="2400" b="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he-IL" sz="2400" b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סימון</a:t>
                          </a:r>
                          <a:endParaRPr lang="en-US" sz="2400" b="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090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14" t="-77778" r="-98714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000" t="-77778" r="-7275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4364" t="-77778" r="-581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008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14" t="-210101" r="-98714" b="-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000" t="-210101" r="-72750" b="-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4364" t="-210101" r="-5818" b="-181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26" name="Picture 2" descr="Image result for enque dequeue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5960" y="4967288"/>
            <a:ext cx="4686300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30 ספטמבר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19</a:t>
            </a:fld>
            <a:endParaRPr lang="he-IL"/>
          </a:p>
        </p:txBody>
      </p:sp>
      <p:sp>
        <p:nvSpPr>
          <p:cNvPr id="5" name="Rectangle 4"/>
          <p:cNvSpPr/>
          <p:nvPr/>
        </p:nvSpPr>
        <p:spPr>
          <a:xfrm>
            <a:off x="459274" y="990600"/>
            <a:ext cx="609600" cy="381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/>
              <a:t>1</a:t>
            </a:r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459274" y="1778000"/>
            <a:ext cx="609600" cy="381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/>
              <a:t>2</a:t>
            </a:r>
            <a:endParaRPr lang="he-IL"/>
          </a:p>
        </p:txBody>
      </p:sp>
      <p:cxnSp>
        <p:nvCxnSpPr>
          <p:cNvPr id="11" name="Straight Arrow Connector 10"/>
          <p:cNvCxnSpPr>
            <a:endCxn id="5" idx="0"/>
          </p:cNvCxnSpPr>
          <p:nvPr/>
        </p:nvCxnSpPr>
        <p:spPr>
          <a:xfrm>
            <a:off x="764074" y="685800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13" name="Straight Arrow Connector 12"/>
          <p:cNvCxnSpPr>
            <a:stCxn id="5" idx="2"/>
            <a:endCxn id="7" idx="0"/>
          </p:cNvCxnSpPr>
          <p:nvPr/>
        </p:nvCxnSpPr>
        <p:spPr>
          <a:xfrm>
            <a:off x="764074" y="1371600"/>
            <a:ext cx="0" cy="406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14" name="Rectangle 13"/>
          <p:cNvSpPr/>
          <p:nvPr/>
        </p:nvSpPr>
        <p:spPr>
          <a:xfrm>
            <a:off x="459274" y="2565400"/>
            <a:ext cx="609600" cy="381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/>
              <a:t>3</a:t>
            </a:r>
            <a:endParaRPr lang="he-IL"/>
          </a:p>
        </p:txBody>
      </p:sp>
      <p:cxnSp>
        <p:nvCxnSpPr>
          <p:cNvPr id="15" name="Straight Arrow Connector 14"/>
          <p:cNvCxnSpPr>
            <a:stCxn id="7" idx="2"/>
            <a:endCxn id="14" idx="0"/>
          </p:cNvCxnSpPr>
          <p:nvPr/>
        </p:nvCxnSpPr>
        <p:spPr>
          <a:xfrm>
            <a:off x="764074" y="2159000"/>
            <a:ext cx="0" cy="406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16" name="Rectangle 15"/>
          <p:cNvSpPr/>
          <p:nvPr/>
        </p:nvSpPr>
        <p:spPr>
          <a:xfrm>
            <a:off x="459274" y="3352800"/>
            <a:ext cx="609600" cy="381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/>
              <a:t>4</a:t>
            </a:r>
            <a:endParaRPr lang="he-IL"/>
          </a:p>
        </p:txBody>
      </p:sp>
      <p:cxnSp>
        <p:nvCxnSpPr>
          <p:cNvPr id="17" name="Straight Arrow Connector 16"/>
          <p:cNvCxnSpPr>
            <a:stCxn id="14" idx="2"/>
            <a:endCxn id="16" idx="0"/>
          </p:cNvCxnSpPr>
          <p:nvPr/>
        </p:nvCxnSpPr>
        <p:spPr>
          <a:xfrm>
            <a:off x="764074" y="2946400"/>
            <a:ext cx="0" cy="406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64074" y="1371600"/>
                <a:ext cx="83612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lang="en-US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𝑜𝑘</m:t>
                      </m:r>
                    </m:oMath>
                  </m:oMathPara>
                </a14:m>
                <a:endParaRPr lang="he-IL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074" y="1371600"/>
                <a:ext cx="83612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840274" y="2171700"/>
                <a:ext cx="747128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US" b="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he-IL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274" y="2171700"/>
                <a:ext cx="74712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64074" y="2971800"/>
                <a:ext cx="87453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lang="en-US" b="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𝑔𝑜</m:t>
                      </m:r>
                    </m:oMath>
                  </m:oMathPara>
                </a14:m>
                <a:endParaRPr lang="he-IL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074" y="2971800"/>
                <a:ext cx="874535" cy="369332"/>
              </a:xfrm>
              <a:prstGeom prst="rect">
                <a:avLst/>
              </a:prstGeom>
              <a:blipFill>
                <a:blip r:embed="rId4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/>
          <p:cNvSpPr/>
          <p:nvPr/>
        </p:nvSpPr>
        <p:spPr>
          <a:xfrm>
            <a:off x="1907074" y="990600"/>
            <a:ext cx="609600" cy="381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/>
              <a:t>1</a:t>
            </a:r>
            <a:endParaRPr lang="he-IL"/>
          </a:p>
        </p:txBody>
      </p:sp>
      <p:sp>
        <p:nvSpPr>
          <p:cNvPr id="28" name="Rectangle 27"/>
          <p:cNvSpPr/>
          <p:nvPr/>
        </p:nvSpPr>
        <p:spPr>
          <a:xfrm>
            <a:off x="1907074" y="1778000"/>
            <a:ext cx="609600" cy="381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/>
              <a:t>2</a:t>
            </a:r>
            <a:endParaRPr lang="he-IL"/>
          </a:p>
        </p:txBody>
      </p:sp>
      <p:cxnSp>
        <p:nvCxnSpPr>
          <p:cNvPr id="30" name="Straight Arrow Connector 29"/>
          <p:cNvCxnSpPr>
            <a:stCxn id="27" idx="2"/>
            <a:endCxn id="28" idx="0"/>
          </p:cNvCxnSpPr>
          <p:nvPr/>
        </p:nvCxnSpPr>
        <p:spPr>
          <a:xfrm>
            <a:off x="2211874" y="1371600"/>
            <a:ext cx="0" cy="406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31" name="Rectangle 30"/>
          <p:cNvSpPr/>
          <p:nvPr/>
        </p:nvSpPr>
        <p:spPr>
          <a:xfrm>
            <a:off x="1907074" y="2565400"/>
            <a:ext cx="609600" cy="381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/>
              <a:t>3</a:t>
            </a:r>
            <a:endParaRPr lang="he-IL"/>
          </a:p>
        </p:txBody>
      </p:sp>
      <p:cxnSp>
        <p:nvCxnSpPr>
          <p:cNvPr id="32" name="Straight Arrow Connector 31"/>
          <p:cNvCxnSpPr>
            <a:stCxn id="28" idx="2"/>
            <a:endCxn id="31" idx="0"/>
          </p:cNvCxnSpPr>
          <p:nvPr/>
        </p:nvCxnSpPr>
        <p:spPr>
          <a:xfrm>
            <a:off x="2211874" y="2159000"/>
            <a:ext cx="0" cy="406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33" name="Rectangle 32"/>
          <p:cNvSpPr/>
          <p:nvPr/>
        </p:nvSpPr>
        <p:spPr>
          <a:xfrm>
            <a:off x="1907074" y="3352800"/>
            <a:ext cx="609600" cy="381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/>
              <a:t>4</a:t>
            </a:r>
            <a:endParaRPr lang="he-IL"/>
          </a:p>
        </p:txBody>
      </p:sp>
      <p:cxnSp>
        <p:nvCxnSpPr>
          <p:cNvPr id="34" name="Straight Arrow Connector 33"/>
          <p:cNvCxnSpPr>
            <a:stCxn id="31" idx="2"/>
            <a:endCxn id="33" idx="0"/>
          </p:cNvCxnSpPr>
          <p:nvPr/>
        </p:nvCxnSpPr>
        <p:spPr>
          <a:xfrm>
            <a:off x="2211874" y="2946400"/>
            <a:ext cx="0" cy="406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211874" y="1371600"/>
                <a:ext cx="83612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lang="en-US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𝑜𝑘</m:t>
                      </m:r>
                    </m:oMath>
                  </m:oMathPara>
                </a14:m>
                <a:endParaRPr lang="he-IL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1874" y="1371600"/>
                <a:ext cx="83612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2288074" y="2171700"/>
                <a:ext cx="747128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US" b="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he-IL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074" y="2171700"/>
                <a:ext cx="747128" cy="369332"/>
              </a:xfrm>
              <a:prstGeom prst="rect">
                <a:avLst/>
              </a:prstGeom>
              <a:blipFill>
                <a:blip r:embed="rId6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211874" y="2971800"/>
                <a:ext cx="753220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US" b="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he-IL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1874" y="2971800"/>
                <a:ext cx="75322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/>
          <p:cNvCxnSpPr/>
          <p:nvPr/>
        </p:nvCxnSpPr>
        <p:spPr>
          <a:xfrm>
            <a:off x="2211874" y="685800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grpSp>
        <p:nvGrpSpPr>
          <p:cNvPr id="101" name="Group 100"/>
          <p:cNvGrpSpPr/>
          <p:nvPr/>
        </p:nvGrpSpPr>
        <p:grpSpPr>
          <a:xfrm>
            <a:off x="3228389" y="1828800"/>
            <a:ext cx="5793427" cy="4419600"/>
            <a:chOff x="4175059" y="1676400"/>
            <a:chExt cx="4713298" cy="4419600"/>
          </a:xfrm>
        </p:grpSpPr>
        <p:cxnSp>
          <p:nvCxnSpPr>
            <p:cNvPr id="61" name="Elbow Connector 60"/>
            <p:cNvCxnSpPr>
              <a:stCxn id="41" idx="1"/>
              <a:endCxn id="42" idx="0"/>
            </p:cNvCxnSpPr>
            <p:nvPr/>
          </p:nvCxnSpPr>
          <p:spPr>
            <a:xfrm rot="10800000" flipV="1">
              <a:off x="6509677" y="2918460"/>
              <a:ext cx="1034124" cy="556260"/>
            </a:xfrm>
            <a:prstGeom prst="bentConnector2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6508031" y="1676400"/>
              <a:ext cx="0" cy="30480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39" name="Rectangle 38"/>
            <p:cNvSpPr/>
            <p:nvPr/>
          </p:nvSpPr>
          <p:spPr>
            <a:xfrm>
              <a:off x="6286500" y="1981200"/>
              <a:ext cx="446351" cy="3810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/>
                <a:t>1,1</a:t>
              </a:r>
              <a:endParaRPr lang="he-IL"/>
            </a:p>
          </p:txBody>
        </p:sp>
        <p:grpSp>
          <p:nvGrpSpPr>
            <p:cNvPr id="46" name="Group 45"/>
            <p:cNvGrpSpPr/>
            <p:nvPr/>
          </p:nvGrpSpPr>
          <p:grpSpPr>
            <a:xfrm>
              <a:off x="5029200" y="2727960"/>
              <a:ext cx="2960951" cy="381000"/>
              <a:chOff x="5029200" y="2590800"/>
              <a:chExt cx="2960951" cy="381000"/>
            </a:xfrm>
          </p:grpSpPr>
          <p:sp>
            <p:nvSpPr>
              <p:cNvPr id="40" name="Rectangle 39"/>
              <p:cNvSpPr/>
              <p:nvPr/>
            </p:nvSpPr>
            <p:spPr>
              <a:xfrm>
                <a:off x="5029200" y="2590800"/>
                <a:ext cx="446351" cy="38100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en-US"/>
                  <a:t>2,1</a:t>
                </a:r>
                <a:endParaRPr lang="he-IL"/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7543800" y="2590800"/>
                <a:ext cx="446351" cy="38100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en-US"/>
                  <a:t>1,2</a:t>
                </a:r>
                <a:endParaRPr lang="he-IL"/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5029200" y="3474720"/>
              <a:ext cx="2960951" cy="381000"/>
              <a:chOff x="5029200" y="3200400"/>
              <a:chExt cx="2960951" cy="381000"/>
            </a:xfrm>
          </p:grpSpPr>
          <p:sp>
            <p:nvSpPr>
              <p:cNvPr id="42" name="Rectangle 41"/>
              <p:cNvSpPr/>
              <p:nvPr/>
            </p:nvSpPr>
            <p:spPr>
              <a:xfrm>
                <a:off x="6286500" y="3200400"/>
                <a:ext cx="446351" cy="38100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en-US"/>
                  <a:t>2,2</a:t>
                </a:r>
                <a:endParaRPr lang="he-IL"/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7543800" y="3200400"/>
                <a:ext cx="446351" cy="38100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en-US"/>
                  <a:t>1,3</a:t>
                </a:r>
                <a:endParaRPr lang="he-IL"/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5029200" y="3200400"/>
                <a:ext cx="446351" cy="38100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en-US"/>
                  <a:t>3,1</a:t>
                </a:r>
                <a:endParaRPr lang="he-IL"/>
              </a:p>
            </p:txBody>
          </p:sp>
        </p:grpSp>
        <p:grpSp>
          <p:nvGrpSpPr>
            <p:cNvPr id="47" name="Group 46"/>
            <p:cNvGrpSpPr/>
            <p:nvPr/>
          </p:nvGrpSpPr>
          <p:grpSpPr>
            <a:xfrm>
              <a:off x="5029200" y="4221480"/>
              <a:ext cx="2960951" cy="381000"/>
              <a:chOff x="5029200" y="2590800"/>
              <a:chExt cx="2960951" cy="381000"/>
            </a:xfrm>
          </p:grpSpPr>
          <p:sp>
            <p:nvSpPr>
              <p:cNvPr id="48" name="Rectangle 47"/>
              <p:cNvSpPr/>
              <p:nvPr/>
            </p:nvSpPr>
            <p:spPr>
              <a:xfrm>
                <a:off x="5029200" y="2590800"/>
                <a:ext cx="446351" cy="38100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:r>
                  <a:rPr lang="en-US"/>
                  <a:t>3,2</a:t>
                </a:r>
                <a:endParaRPr lang="he-IL"/>
              </a:p>
            </p:txBody>
          </p:sp>
          <p:sp>
            <p:nvSpPr>
              <p:cNvPr id="49" name="Rectangle 48"/>
              <p:cNvSpPr/>
              <p:nvPr/>
            </p:nvSpPr>
            <p:spPr>
              <a:xfrm>
                <a:off x="7543800" y="2590800"/>
                <a:ext cx="446351" cy="38100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:r>
                  <a:rPr lang="en-US"/>
                  <a:t>2,3</a:t>
                </a:r>
                <a:endParaRPr lang="he-IL"/>
              </a:p>
            </p:txBody>
          </p:sp>
        </p:grpSp>
        <p:sp>
          <p:nvSpPr>
            <p:cNvPr id="50" name="Rectangle 49"/>
            <p:cNvSpPr/>
            <p:nvPr/>
          </p:nvSpPr>
          <p:spPr>
            <a:xfrm>
              <a:off x="6248400" y="4968240"/>
              <a:ext cx="446351" cy="3810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/>
                <a:t>3,3</a:t>
              </a:r>
              <a:endParaRPr lang="he-IL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6248400" y="5715000"/>
              <a:ext cx="446351" cy="3810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/>
                <a:t>4,4</a:t>
              </a:r>
              <a:endParaRPr lang="he-IL"/>
            </a:p>
          </p:txBody>
        </p:sp>
        <p:cxnSp>
          <p:nvCxnSpPr>
            <p:cNvPr id="54" name="Elbow Connector 53"/>
            <p:cNvCxnSpPr>
              <a:stCxn id="39" idx="3"/>
              <a:endCxn id="41" idx="0"/>
            </p:cNvCxnSpPr>
            <p:nvPr/>
          </p:nvCxnSpPr>
          <p:spPr>
            <a:xfrm>
              <a:off x="6732851" y="2171700"/>
              <a:ext cx="1034124" cy="556260"/>
            </a:xfrm>
            <a:prstGeom prst="bentConnector2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5" name="Elbow Connector 54"/>
            <p:cNvCxnSpPr>
              <a:stCxn id="39" idx="1"/>
              <a:endCxn id="40" idx="0"/>
            </p:cNvCxnSpPr>
            <p:nvPr/>
          </p:nvCxnSpPr>
          <p:spPr>
            <a:xfrm rot="10800000" flipV="1">
              <a:off x="5252377" y="2171700"/>
              <a:ext cx="1034124" cy="556260"/>
            </a:xfrm>
            <a:prstGeom prst="bentConnector2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>
              <a:stCxn id="41" idx="2"/>
              <a:endCxn id="43" idx="0"/>
            </p:cNvCxnSpPr>
            <p:nvPr/>
          </p:nvCxnSpPr>
          <p:spPr>
            <a:xfrm>
              <a:off x="7766975" y="3108960"/>
              <a:ext cx="0" cy="36576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6" name="Elbow Connector 65"/>
            <p:cNvCxnSpPr>
              <a:stCxn id="40" idx="3"/>
              <a:endCxn id="42" idx="0"/>
            </p:cNvCxnSpPr>
            <p:nvPr/>
          </p:nvCxnSpPr>
          <p:spPr>
            <a:xfrm>
              <a:off x="5475552" y="2918460"/>
              <a:ext cx="1034124" cy="556260"/>
            </a:xfrm>
            <a:prstGeom prst="bentConnector2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>
              <a:stCxn id="40" idx="2"/>
              <a:endCxn id="44" idx="0"/>
            </p:cNvCxnSpPr>
            <p:nvPr/>
          </p:nvCxnSpPr>
          <p:spPr>
            <a:xfrm>
              <a:off x="5252376" y="3108960"/>
              <a:ext cx="0" cy="36576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1" name="Elbow Connector 70"/>
            <p:cNvCxnSpPr>
              <a:stCxn id="42" idx="2"/>
              <a:endCxn id="49" idx="1"/>
            </p:cNvCxnSpPr>
            <p:nvPr/>
          </p:nvCxnSpPr>
          <p:spPr>
            <a:xfrm rot="16200000" flipH="1">
              <a:off x="6748607" y="3616787"/>
              <a:ext cx="556260" cy="1034124"/>
            </a:xfrm>
            <a:prstGeom prst="bentConnector2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7" name="Elbow Connector 76"/>
            <p:cNvCxnSpPr>
              <a:stCxn id="42" idx="2"/>
              <a:endCxn id="48" idx="3"/>
            </p:cNvCxnSpPr>
            <p:nvPr/>
          </p:nvCxnSpPr>
          <p:spPr>
            <a:xfrm rot="5400000">
              <a:off x="5714484" y="3616788"/>
              <a:ext cx="556260" cy="1034124"/>
            </a:xfrm>
            <a:prstGeom prst="bentConnector2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>
              <a:stCxn id="44" idx="2"/>
              <a:endCxn id="48" idx="0"/>
            </p:cNvCxnSpPr>
            <p:nvPr/>
          </p:nvCxnSpPr>
          <p:spPr>
            <a:xfrm>
              <a:off x="5252376" y="3855720"/>
              <a:ext cx="0" cy="36576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>
              <a:stCxn id="43" idx="2"/>
              <a:endCxn id="49" idx="0"/>
            </p:cNvCxnSpPr>
            <p:nvPr/>
          </p:nvCxnSpPr>
          <p:spPr>
            <a:xfrm>
              <a:off x="7766975" y="3855720"/>
              <a:ext cx="0" cy="36576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89" name="Elbow Connector 88"/>
            <p:cNvCxnSpPr>
              <a:stCxn id="49" idx="2"/>
              <a:endCxn id="50" idx="3"/>
            </p:cNvCxnSpPr>
            <p:nvPr/>
          </p:nvCxnSpPr>
          <p:spPr>
            <a:xfrm rot="5400000">
              <a:off x="6952733" y="4344498"/>
              <a:ext cx="556260" cy="1072224"/>
            </a:xfrm>
            <a:prstGeom prst="bentConnector2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92" name="Elbow Connector 91"/>
            <p:cNvCxnSpPr>
              <a:stCxn id="48" idx="2"/>
              <a:endCxn id="50" idx="1"/>
            </p:cNvCxnSpPr>
            <p:nvPr/>
          </p:nvCxnSpPr>
          <p:spPr>
            <a:xfrm rot="16200000" flipH="1">
              <a:off x="5472258" y="4382598"/>
              <a:ext cx="556260" cy="996024"/>
            </a:xfrm>
            <a:prstGeom prst="bentConnector2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>
              <a:stCxn id="50" idx="2"/>
              <a:endCxn id="51" idx="0"/>
            </p:cNvCxnSpPr>
            <p:nvPr/>
          </p:nvCxnSpPr>
          <p:spPr>
            <a:xfrm>
              <a:off x="6471576" y="5349240"/>
              <a:ext cx="0" cy="36576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/>
                <p:cNvSpPr txBox="1"/>
                <p:nvPr/>
              </p:nvSpPr>
              <p:spPr>
                <a:xfrm>
                  <a:off x="7809887" y="3114869"/>
                  <a:ext cx="1078470" cy="338554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sz="1600" b="0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𝐷𝑒𝑞</m:t>
                        </m:r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he-IL" sz="1600">
                    <a:solidFill>
                      <a:schemeClr val="accent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8" name="TextBox 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9887" y="3114869"/>
                  <a:ext cx="1078470" cy="338554"/>
                </a:xfrm>
                <a:prstGeom prst="rect">
                  <a:avLst/>
                </a:prstGeom>
                <a:blipFill>
                  <a:blip r:embed="rId8"/>
                  <a:stretch>
                    <a:fillRect b="-10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/>
                <p:cNvSpPr txBox="1"/>
                <p:nvPr/>
              </p:nvSpPr>
              <p:spPr>
                <a:xfrm>
                  <a:off x="5239719" y="1752600"/>
                  <a:ext cx="1075966" cy="338554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𝐸𝑛𝑞</m:t>
                        </m:r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𝑜𝑘</m:t>
                        </m:r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he-IL" sz="1600">
                    <a:solidFill>
                      <a:schemeClr val="accent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9" name="TextBox 9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9719" y="1752600"/>
                  <a:ext cx="1075966" cy="338554"/>
                </a:xfrm>
                <a:prstGeom prst="rect">
                  <a:avLst/>
                </a:prstGeom>
                <a:blipFill>
                  <a:blip r:embed="rId9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/>
                <p:cNvSpPr txBox="1"/>
                <p:nvPr/>
              </p:nvSpPr>
              <p:spPr>
                <a:xfrm>
                  <a:off x="6789550" y="1752600"/>
                  <a:ext cx="1075966" cy="338554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𝐸𝑛𝑞</m:t>
                        </m:r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𝑜𝑘</m:t>
                        </m:r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he-IL" sz="1600">
                    <a:solidFill>
                      <a:schemeClr val="accent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2" name="TextBox 10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9550" y="1752600"/>
                  <a:ext cx="1075966" cy="338554"/>
                </a:xfrm>
                <a:prstGeom prst="rect">
                  <a:avLst/>
                </a:prstGeom>
                <a:blipFill>
                  <a:blip r:embed="rId10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/>
                <p:cNvSpPr txBox="1"/>
                <p:nvPr/>
              </p:nvSpPr>
              <p:spPr>
                <a:xfrm>
                  <a:off x="6515622" y="2590800"/>
                  <a:ext cx="1075966" cy="338554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𝐸𝑛𝑞</m:t>
                        </m:r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𝑜𝑘</m:t>
                        </m:r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he-IL" sz="1600">
                    <a:solidFill>
                      <a:schemeClr val="accent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3" name="TextBox 10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5622" y="2590800"/>
                  <a:ext cx="1075966" cy="338554"/>
                </a:xfrm>
                <a:prstGeom prst="rect">
                  <a:avLst/>
                </a:prstGeom>
                <a:blipFill>
                  <a:blip r:embed="rId11"/>
                  <a:stretch>
                    <a:fillRect b="-10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/>
                <p:cNvSpPr txBox="1"/>
                <p:nvPr/>
              </p:nvSpPr>
              <p:spPr>
                <a:xfrm>
                  <a:off x="5454145" y="2590800"/>
                  <a:ext cx="1075966" cy="338554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𝐸𝑛𝑞</m:t>
                        </m:r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𝑜𝑘</m:t>
                        </m:r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he-IL" sz="1600">
                    <a:solidFill>
                      <a:schemeClr val="accent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TextBox 10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4145" y="2590800"/>
                  <a:ext cx="1075966" cy="338554"/>
                </a:xfrm>
                <a:prstGeom prst="rect">
                  <a:avLst/>
                </a:prstGeom>
                <a:blipFill>
                  <a:blip r:embed="rId12"/>
                  <a:stretch>
                    <a:fillRect b="-10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TextBox 104"/>
                <p:cNvSpPr txBox="1"/>
                <p:nvPr/>
              </p:nvSpPr>
              <p:spPr>
                <a:xfrm>
                  <a:off x="6508029" y="4038600"/>
                  <a:ext cx="1078470" cy="338554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sz="1600" b="0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𝐷𝑒𝑞</m:t>
                        </m:r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he-IL" sz="1600">
                    <a:solidFill>
                      <a:schemeClr val="accent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5" name="TextBox 10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8029" y="4038600"/>
                  <a:ext cx="1078470" cy="338554"/>
                </a:xfrm>
                <a:prstGeom prst="rect">
                  <a:avLst/>
                </a:prstGeom>
                <a:blipFill>
                  <a:blip r:embed="rId13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TextBox 106"/>
                <p:cNvSpPr txBox="1"/>
                <p:nvPr/>
              </p:nvSpPr>
              <p:spPr>
                <a:xfrm>
                  <a:off x="4175059" y="3867538"/>
                  <a:ext cx="1075966" cy="338554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𝐸𝑛𝑞</m:t>
                        </m:r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𝑜𝑘</m:t>
                        </m:r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he-IL" sz="1600">
                    <a:solidFill>
                      <a:schemeClr val="accent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7" name="TextBox 10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5059" y="3867538"/>
                  <a:ext cx="1075966" cy="338554"/>
                </a:xfrm>
                <a:prstGeom prst="rect">
                  <a:avLst/>
                </a:prstGeom>
                <a:blipFill>
                  <a:blip r:embed="rId14"/>
                  <a:stretch>
                    <a:fillRect b="-10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/>
                <p:cNvSpPr txBox="1"/>
                <p:nvPr/>
              </p:nvSpPr>
              <p:spPr>
                <a:xfrm>
                  <a:off x="7809889" y="3886200"/>
                  <a:ext cx="1075966" cy="338554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𝐸𝑛𝑞</m:t>
                        </m:r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𝑜𝑘</m:t>
                        </m:r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he-IL" sz="1600">
                    <a:solidFill>
                      <a:schemeClr val="accent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9" name="TextBox 10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9889" y="3886200"/>
                  <a:ext cx="1075966" cy="338554"/>
                </a:xfrm>
                <a:prstGeom prst="rect">
                  <a:avLst/>
                </a:prstGeom>
                <a:blipFill>
                  <a:blip r:embed="rId15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/>
                <p:cNvSpPr txBox="1"/>
                <p:nvPr/>
              </p:nvSpPr>
              <p:spPr>
                <a:xfrm>
                  <a:off x="4214282" y="4800600"/>
                  <a:ext cx="1078470" cy="338554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sz="1600" b="0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𝐷𝑒𝑞</m:t>
                        </m:r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he-IL" sz="1600">
                    <a:solidFill>
                      <a:schemeClr val="accent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1" name="TextBox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4282" y="4800600"/>
                  <a:ext cx="1078470" cy="338554"/>
                </a:xfrm>
                <a:prstGeom prst="rect">
                  <a:avLst/>
                </a:prstGeom>
                <a:blipFill>
                  <a:blip r:embed="rId13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Box 111"/>
                <p:cNvSpPr txBox="1"/>
                <p:nvPr/>
              </p:nvSpPr>
              <p:spPr>
                <a:xfrm>
                  <a:off x="6570025" y="5376446"/>
                  <a:ext cx="722910" cy="338554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16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𝑔𝑜</m:t>
                        </m:r>
                      </m:oMath>
                    </m:oMathPara>
                  </a14:m>
                  <a:endParaRPr lang="he-IL" sz="1600">
                    <a:solidFill>
                      <a:schemeClr val="accent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2" name="TextBox 1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0025" y="5376446"/>
                  <a:ext cx="722910" cy="338554"/>
                </a:xfrm>
                <a:prstGeom prst="rect">
                  <a:avLst/>
                </a:prstGeom>
                <a:blipFill>
                  <a:blip r:embed="rId16"/>
                  <a:stretch>
                    <a:fillRect b="-3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/>
              <p:cNvSpPr txBox="1"/>
              <p:nvPr/>
            </p:nvSpPr>
            <p:spPr>
              <a:xfrm>
                <a:off x="3200400" y="3276600"/>
                <a:ext cx="1330364" cy="33855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n-US" sz="1600" b="0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6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𝐷𝑒𝑞</m:t>
                      </m:r>
                      <m:r>
                        <a:rPr lang="en-US" sz="16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sz="160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0" name="TextBox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3276600"/>
                <a:ext cx="1330364" cy="338554"/>
              </a:xfrm>
              <a:prstGeom prst="rect">
                <a:avLst/>
              </a:prstGeom>
              <a:blipFill>
                <a:blip r:embed="rId17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/>
              <p:cNvSpPr txBox="1"/>
              <p:nvPr/>
            </p:nvSpPr>
            <p:spPr>
              <a:xfrm>
                <a:off x="4800600" y="4191000"/>
                <a:ext cx="1330364" cy="33855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n-US" sz="1600" b="0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6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𝐷𝑒𝑞</m:t>
                      </m:r>
                      <m:r>
                        <a:rPr lang="en-US" sz="16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sz="160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6" name="Text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4191000"/>
                <a:ext cx="1330364" cy="338554"/>
              </a:xfrm>
              <a:prstGeom prst="rect">
                <a:avLst/>
              </a:prstGeom>
              <a:blipFill>
                <a:blip r:embed="rId17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/>
              <p:cNvSpPr txBox="1"/>
              <p:nvPr/>
            </p:nvSpPr>
            <p:spPr>
              <a:xfrm>
                <a:off x="7620000" y="5071646"/>
                <a:ext cx="1330364" cy="33855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n-US" sz="1600" b="0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6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𝐷𝑒𝑞</m:t>
                      </m:r>
                      <m:r>
                        <a:rPr lang="en-US" sz="16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sz="160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0" name="TextBox 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0" y="5071646"/>
                <a:ext cx="1330364" cy="338554"/>
              </a:xfrm>
              <a:prstGeom prst="rect">
                <a:avLst/>
              </a:prstGeom>
              <a:blipFill>
                <a:blip r:embed="rId18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/>
              <p:cNvSpPr txBox="1"/>
              <p:nvPr/>
            </p:nvSpPr>
            <p:spPr>
              <a:xfrm>
                <a:off x="281474" y="3965511"/>
                <a:ext cx="2618473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𝑐𝑎𝑝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𝑐𝑎𝑝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=∞</m:t>
                      </m:r>
                    </m:oMath>
                  </m:oMathPara>
                </a14:m>
                <a:endParaRPr lang="he-IL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4" name="TextBox 1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74" y="3965511"/>
                <a:ext cx="2618473" cy="369332"/>
              </a:xfrm>
              <a:prstGeom prst="rect">
                <a:avLst/>
              </a:prstGeom>
              <a:blipFill>
                <a:blip r:embed="rId19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/>
              <p:cNvSpPr txBox="1"/>
              <p:nvPr/>
            </p:nvSpPr>
            <p:spPr>
              <a:xfrm>
                <a:off x="304800" y="4343400"/>
                <a:ext cx="148707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𝑐𝑎𝑝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he-IL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5" name="TextBox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4343400"/>
                <a:ext cx="1487074" cy="369332"/>
              </a:xfrm>
              <a:prstGeom prst="rect">
                <a:avLst/>
              </a:prstGeom>
              <a:blipFill>
                <a:blip r:embed="rId20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578380" y="6352219"/>
            <a:ext cx="5187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>
                <a:solidFill>
                  <a:srgbClr val="151AE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גרף </a:t>
            </a:r>
            <a:r>
              <a:rPr lang="he-IL" err="1">
                <a:solidFill>
                  <a:srgbClr val="151AE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תוכנית</a:t>
            </a:r>
            <a:r>
              <a:rPr lang="he-IL">
                <a:solidFill>
                  <a:srgbClr val="151AE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אחד השקול לחיבור שני גרפי התוכנית הנ"ל</a:t>
            </a:r>
            <a:endParaRPr lang="en-US">
              <a:solidFill>
                <a:srgbClr val="151AE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582698" y="4792074"/>
            <a:ext cx="1635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>
                <a:solidFill>
                  <a:srgbClr val="151AE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שני גרפי </a:t>
            </a:r>
            <a:r>
              <a:rPr lang="he-IL" err="1">
                <a:solidFill>
                  <a:srgbClr val="151AE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תוכנית</a:t>
            </a:r>
            <a:endParaRPr lang="en-US">
              <a:solidFill>
                <a:srgbClr val="151AE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8" name="Pentagon 7"/>
          <p:cNvSpPr/>
          <p:nvPr/>
        </p:nvSpPr>
        <p:spPr>
          <a:xfrm rot="20623804">
            <a:off x="317797" y="5500702"/>
            <a:ext cx="2804667" cy="792480"/>
          </a:xfrm>
          <a:prstGeom prst="homePlate">
            <a:avLst/>
          </a:prstGeom>
          <a:solidFill>
            <a:srgbClr val="FFFF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>
                <a:solidFill>
                  <a:schemeClr val="accent6">
                    <a:lumMod val="75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זה "להמחשה בלבד"</a:t>
            </a:r>
            <a:br>
              <a:rPr lang="en-US">
                <a:solidFill>
                  <a:schemeClr val="accent6">
                    <a:lumMod val="75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solidFill>
                  <a:schemeClr val="accent6">
                    <a:lumMod val="75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לא כך נגדיר את השזירה</a:t>
            </a:r>
            <a:endParaRPr lang="en-US">
              <a:solidFill>
                <a:schemeClr val="accent6">
                  <a:lumMod val="75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3794399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sender reciever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955" b="96020" l="4181" r="96690">
                        <a14:foregroundMark x1="6098" y1="95025" x2="9408" y2="17910"/>
                        <a14:foregroundMark x1="9408" y1="17910" x2="17596" y2="71144"/>
                        <a14:foregroundMark x1="17596" y1="71144" x2="16376" y2="94527"/>
                        <a14:foregroundMark x1="16376" y1="94527" x2="7840" y2="93532"/>
                        <a14:foregroundMark x1="7840" y1="93532" x2="11847" y2="19900"/>
                        <a14:foregroundMark x1="22822" y1="51244" x2="29791" y2="47761"/>
                        <a14:foregroundMark x1="29791" y1="47761" x2="46167" y2="52736"/>
                        <a14:foregroundMark x1="46167" y1="52736" x2="51568" y2="40299"/>
                        <a14:foregroundMark x1="51568" y1="40299" x2="60453" y2="50746"/>
                        <a14:foregroundMark x1="60453" y1="50746" x2="77352" y2="41791"/>
                        <a14:foregroundMark x1="77352" y1="41791" x2="78397" y2="73134"/>
                        <a14:foregroundMark x1="78397" y1="73134" x2="87805" y2="50746"/>
                        <a14:foregroundMark x1="87805" y1="50746" x2="96690" y2="76617"/>
                        <a14:foregroundMark x1="96690" y1="76617" x2="92509" y2="60199"/>
                        <a14:foregroundMark x1="92509" y1="60199" x2="91289" y2="88557"/>
                        <a14:foregroundMark x1="91289" y1="88557" x2="82927" y2="96517"/>
                        <a14:foregroundMark x1="82927" y1="96517" x2="86063" y2="69154"/>
                        <a14:foregroundMark x1="86063" y1="69154" x2="86063" y2="69154"/>
                        <a14:foregroundMark x1="92509" y1="58706" x2="96864" y2="74627"/>
                        <a14:foregroundMark x1="96864" y1="74627" x2="96864" y2="93532"/>
                        <a14:foregroundMark x1="75087" y1="62189" x2="80314" y2="77114"/>
                        <a14:foregroundMark x1="80314" y1="77114" x2="81533" y2="78607"/>
                        <a14:foregroundMark x1="74390" y1="67164" x2="79617" y2="81095"/>
                        <a14:foregroundMark x1="79617" y1="81095" x2="80139" y2="81592"/>
                        <a14:foregroundMark x1="4355" y1="52239" x2="6098" y2="69652"/>
                        <a14:foregroundMark x1="9233" y1="8955" x2="13763" y2="10448"/>
                        <a14:foregroundMark x1="16376" y1="30348" x2="16028" y2="38308"/>
                        <a14:foregroundMark x1="74564" y1="36816" x2="78223" y2="36816"/>
                        <a14:foregroundMark x1="52265" y1="43781" x2="58362" y2="32836"/>
                        <a14:foregroundMark x1="58362" y1="32836" x2="60976" y2="45274"/>
                      </a14:backgroundRemoval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371600"/>
            <a:ext cx="6858000" cy="2401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24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פרוטוקול הביט המתהפך</a:t>
            </a:r>
            <a:b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Alternating Bit Protocol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ספטמבר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20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6"/>
              <p:cNvSpPr>
                <a:spLocks noChangeArrowheads="1"/>
              </p:cNvSpPr>
              <p:nvPr/>
            </p:nvSpPr>
            <p:spPr bwMode="auto">
              <a:xfrm>
                <a:off x="1439714" y="3572162"/>
                <a:ext cx="936625" cy="1873250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headEnd/>
                <a:tailEnd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/>
                <a:r>
                  <a:rPr lang="he-IL" sz="24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השולח</a:t>
                </a:r>
                <a:endParaRPr lang="en-US">
                  <a:solidFill>
                    <a:schemeClr val="tx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/>
                <a:endParaRPr lang="he-IL">
                  <a:solidFill>
                    <a:schemeClr val="tx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𝑆</m:t>
                      </m:r>
                    </m:oMath>
                  </m:oMathPara>
                </a14:m>
                <a:endParaRPr lang="he-IL">
                  <a:solidFill>
                    <a:schemeClr val="tx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2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39714" y="3572162"/>
                <a:ext cx="936625" cy="187325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9"/>
          <p:cNvSpPr>
            <a:spLocks noChangeArrowheads="1"/>
          </p:cNvSpPr>
          <p:nvPr/>
        </p:nvSpPr>
        <p:spPr bwMode="auto">
          <a:xfrm rot="10800000">
            <a:off x="3895175" y="4682231"/>
            <a:ext cx="1359269" cy="947720"/>
          </a:xfrm>
          <a:prstGeom prst="homePlat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6794628" y="3583394"/>
            <a:ext cx="936625" cy="187325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3" name="Text Box 19"/>
          <p:cNvSpPr txBox="1">
            <a:spLocks noChangeArrowheads="1"/>
          </p:cNvSpPr>
          <p:nvPr/>
        </p:nvSpPr>
        <p:spPr bwMode="auto">
          <a:xfrm>
            <a:off x="4165840" y="4699337"/>
            <a:ext cx="1083951" cy="101566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he-IL" sz="2400">
                <a:solidFill>
                  <a:srgbClr val="151AE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קו אמין</a:t>
            </a:r>
          </a:p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(אישור)</a:t>
            </a:r>
            <a:b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</a:b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Box 22"/>
              <p:cNvSpPr txBox="1">
                <a:spLocks noChangeArrowheads="1"/>
              </p:cNvSpPr>
              <p:nvPr/>
            </p:nvSpPr>
            <p:spPr bwMode="auto">
              <a:xfrm>
                <a:off x="6735155" y="4001160"/>
                <a:ext cx="1067921" cy="101566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lang="he-IL" sz="24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המקבל</a:t>
                </a:r>
                <a:endParaRPr lang="he-IL">
                  <a:solidFill>
                    <a:schemeClr val="tx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>
                  <a:solidFill>
                    <a:schemeClr val="tx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𝑅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6" name="Text 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35155" y="4001160"/>
                <a:ext cx="1067921" cy="1015663"/>
              </a:xfrm>
              <a:prstGeom prst="rect">
                <a:avLst/>
              </a:prstGeom>
              <a:blipFill>
                <a:blip r:embed="rId5"/>
                <a:stretch>
                  <a:fillRect l="-6857" t="-4192" r="-6286"/>
                </a:stretch>
              </a:blipFill>
              <a:ln w="1905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4520063" y="5295114"/>
                <a:ext cx="4158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0063" y="5295114"/>
                <a:ext cx="41581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286000" y="5998613"/>
                <a:ext cx="430151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𝑐𝑎𝑝</m:t>
                      </m:r>
                      <m:d>
                        <m:d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𝑐𝑎𝑝</m:t>
                      </m:r>
                      <m:d>
                        <m:d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sz="2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5998613"/>
                <a:ext cx="430151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Pentagon 29"/>
              <p:cNvSpPr/>
              <p:nvPr/>
            </p:nvSpPr>
            <p:spPr>
              <a:xfrm>
                <a:off x="3341129" y="3157881"/>
                <a:ext cx="2623934" cy="1295400"/>
              </a:xfrm>
              <a:prstGeom prst="homePlate">
                <a:avLst>
                  <a:gd name="adj" fmla="val 26706"/>
                </a:avLst>
              </a:prstGeom>
              <a:ln w="12700">
                <a:solidFill>
                  <a:schemeClr val="tx2">
                    <a:lumMod val="40000"/>
                    <a:lumOff val="60000"/>
                  </a:schemeClr>
                </a:solidFill>
                <a:headEnd/>
                <a:tailEnd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קו לא אמין</a:t>
                </a:r>
              </a:p>
              <a:p>
                <a:pPr algn="ctr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הודעות יכולות לא להגיע.</a:t>
                </a:r>
              </a:p>
              <a:p>
                <a:pPr algn="ctr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לא יכולות "להתקלקל".</a:t>
                </a:r>
              </a:p>
              <a:p>
                <a:pPr algn="ctr"/>
                <a:r>
                  <a:rPr lang="he-IL" sz="1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1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0" name="Pentagon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1129" y="3157881"/>
                <a:ext cx="2623934" cy="1295400"/>
              </a:xfrm>
              <a:prstGeom prst="homePlate">
                <a:avLst>
                  <a:gd name="adj" fmla="val 26706"/>
                </a:avLst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chemeClr val="tx2">
                    <a:lumMod val="40000"/>
                    <a:lumOff val="60000"/>
                  </a:schemeClr>
                </a:solidFill>
                <a:headEnd/>
                <a:tailEnd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ight Arrow 4"/>
          <p:cNvSpPr/>
          <p:nvPr/>
        </p:nvSpPr>
        <p:spPr>
          <a:xfrm>
            <a:off x="2458369" y="3656623"/>
            <a:ext cx="851910" cy="37503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2" name="Right Arrow 21"/>
          <p:cNvSpPr/>
          <p:nvPr/>
        </p:nvSpPr>
        <p:spPr>
          <a:xfrm>
            <a:off x="6003072" y="3647292"/>
            <a:ext cx="760706" cy="37503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8" name="Right Arrow 27"/>
          <p:cNvSpPr/>
          <p:nvPr/>
        </p:nvSpPr>
        <p:spPr>
          <a:xfrm flipH="1">
            <a:off x="5344310" y="4995187"/>
            <a:ext cx="1318376" cy="37503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9" name="Right Arrow 28"/>
          <p:cNvSpPr/>
          <p:nvPr/>
        </p:nvSpPr>
        <p:spPr>
          <a:xfrm flipH="1">
            <a:off x="2448473" y="4975695"/>
            <a:ext cx="1352196" cy="37503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2770632" y="2130647"/>
            <a:ext cx="3419856" cy="688753"/>
          </a:xfrm>
          <a:custGeom>
            <a:avLst/>
            <a:gdLst>
              <a:gd name="connsiteX0" fmla="*/ 0 w 3419856"/>
              <a:gd name="connsiteY0" fmla="*/ 402859 h 688753"/>
              <a:gd name="connsiteX1" fmla="*/ 301752 w 3419856"/>
              <a:gd name="connsiteY1" fmla="*/ 412003 h 688753"/>
              <a:gd name="connsiteX2" fmla="*/ 667512 w 3419856"/>
              <a:gd name="connsiteY2" fmla="*/ 192547 h 688753"/>
              <a:gd name="connsiteX3" fmla="*/ 886968 w 3419856"/>
              <a:gd name="connsiteY3" fmla="*/ 366283 h 688753"/>
              <a:gd name="connsiteX4" fmla="*/ 1115568 w 3419856"/>
              <a:gd name="connsiteY4" fmla="*/ 338851 h 688753"/>
              <a:gd name="connsiteX5" fmla="*/ 1380744 w 3419856"/>
              <a:gd name="connsiteY5" fmla="*/ 613171 h 688753"/>
              <a:gd name="connsiteX6" fmla="*/ 1499616 w 3419856"/>
              <a:gd name="connsiteY6" fmla="*/ 668035 h 688753"/>
              <a:gd name="connsiteX7" fmla="*/ 1737360 w 3419856"/>
              <a:gd name="connsiteY7" fmla="*/ 311419 h 688753"/>
              <a:gd name="connsiteX8" fmla="*/ 1993392 w 3419856"/>
              <a:gd name="connsiteY8" fmla="*/ 329707 h 688753"/>
              <a:gd name="connsiteX9" fmla="*/ 2395728 w 3419856"/>
              <a:gd name="connsiteY9" fmla="*/ 523 h 688753"/>
              <a:gd name="connsiteX10" fmla="*/ 2551176 w 3419856"/>
              <a:gd name="connsiteY10" fmla="*/ 256555 h 688753"/>
              <a:gd name="connsiteX11" fmla="*/ 2715768 w 3419856"/>
              <a:gd name="connsiteY11" fmla="*/ 384571 h 688753"/>
              <a:gd name="connsiteX12" fmla="*/ 2843784 w 3419856"/>
              <a:gd name="connsiteY12" fmla="*/ 613171 h 688753"/>
              <a:gd name="connsiteX13" fmla="*/ 2971800 w 3419856"/>
              <a:gd name="connsiteY13" fmla="*/ 649747 h 688753"/>
              <a:gd name="connsiteX14" fmla="*/ 3118104 w 3419856"/>
              <a:gd name="connsiteY14" fmla="*/ 347995 h 688753"/>
              <a:gd name="connsiteX15" fmla="*/ 3236976 w 3419856"/>
              <a:gd name="connsiteY15" fmla="*/ 256555 h 688753"/>
              <a:gd name="connsiteX16" fmla="*/ 3419856 w 3419856"/>
              <a:gd name="connsiteY16" fmla="*/ 229123 h 688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19856" h="688753">
                <a:moveTo>
                  <a:pt x="0" y="402859"/>
                </a:moveTo>
                <a:cubicBezTo>
                  <a:pt x="95250" y="424957"/>
                  <a:pt x="190500" y="447055"/>
                  <a:pt x="301752" y="412003"/>
                </a:cubicBezTo>
                <a:cubicBezTo>
                  <a:pt x="413004" y="376951"/>
                  <a:pt x="569976" y="200167"/>
                  <a:pt x="667512" y="192547"/>
                </a:cubicBezTo>
                <a:cubicBezTo>
                  <a:pt x="765048" y="184927"/>
                  <a:pt x="812292" y="341899"/>
                  <a:pt x="886968" y="366283"/>
                </a:cubicBezTo>
                <a:cubicBezTo>
                  <a:pt x="961644" y="390667"/>
                  <a:pt x="1033272" y="297703"/>
                  <a:pt x="1115568" y="338851"/>
                </a:cubicBezTo>
                <a:cubicBezTo>
                  <a:pt x="1197864" y="379999"/>
                  <a:pt x="1316736" y="558307"/>
                  <a:pt x="1380744" y="613171"/>
                </a:cubicBezTo>
                <a:cubicBezTo>
                  <a:pt x="1444752" y="668035"/>
                  <a:pt x="1440180" y="718327"/>
                  <a:pt x="1499616" y="668035"/>
                </a:cubicBezTo>
                <a:cubicBezTo>
                  <a:pt x="1559052" y="617743"/>
                  <a:pt x="1655064" y="367807"/>
                  <a:pt x="1737360" y="311419"/>
                </a:cubicBezTo>
                <a:cubicBezTo>
                  <a:pt x="1819656" y="255031"/>
                  <a:pt x="1883664" y="381523"/>
                  <a:pt x="1993392" y="329707"/>
                </a:cubicBezTo>
                <a:cubicBezTo>
                  <a:pt x="2103120" y="277891"/>
                  <a:pt x="2302764" y="12715"/>
                  <a:pt x="2395728" y="523"/>
                </a:cubicBezTo>
                <a:cubicBezTo>
                  <a:pt x="2488692" y="-11669"/>
                  <a:pt x="2497836" y="192547"/>
                  <a:pt x="2551176" y="256555"/>
                </a:cubicBezTo>
                <a:cubicBezTo>
                  <a:pt x="2604516" y="320563"/>
                  <a:pt x="2667000" y="325135"/>
                  <a:pt x="2715768" y="384571"/>
                </a:cubicBezTo>
                <a:cubicBezTo>
                  <a:pt x="2764536" y="444007"/>
                  <a:pt x="2801112" y="568975"/>
                  <a:pt x="2843784" y="613171"/>
                </a:cubicBezTo>
                <a:cubicBezTo>
                  <a:pt x="2886456" y="657367"/>
                  <a:pt x="2926080" y="693943"/>
                  <a:pt x="2971800" y="649747"/>
                </a:cubicBezTo>
                <a:cubicBezTo>
                  <a:pt x="3017520" y="605551"/>
                  <a:pt x="3073908" y="413527"/>
                  <a:pt x="3118104" y="347995"/>
                </a:cubicBezTo>
                <a:cubicBezTo>
                  <a:pt x="3162300" y="282463"/>
                  <a:pt x="3186684" y="276367"/>
                  <a:pt x="3236976" y="256555"/>
                </a:cubicBezTo>
                <a:cubicBezTo>
                  <a:pt x="3287268" y="236743"/>
                  <a:pt x="3353562" y="232933"/>
                  <a:pt x="3419856" y="229123"/>
                </a:cubicBez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79" y="4181856"/>
            <a:ext cx="5368521" cy="242023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509" y="1350706"/>
            <a:ext cx="3736154" cy="239833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170" y="-194044"/>
            <a:ext cx="7772400" cy="1143000"/>
          </a:xfrm>
        </p:spPr>
        <p:txBody>
          <a:bodyPr/>
          <a:lstStyle/>
          <a:p>
            <a:r>
              <a:rPr lang="he-IL">
                <a:solidFill>
                  <a:srgbClr val="2E41FA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מידול כמערכות ערוצים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ספטמבר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21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2945166" y="2674136"/>
            <a:ext cx="1371600" cy="381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4079808" y="2709648"/>
            <a:ext cx="152400" cy="304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86" name="Elbow Connector 85"/>
          <p:cNvCxnSpPr>
            <a:endCxn id="83" idx="1"/>
          </p:cNvCxnSpPr>
          <p:nvPr/>
        </p:nvCxnSpPr>
        <p:spPr>
          <a:xfrm rot="5400000" flipH="1" flipV="1">
            <a:off x="1908882" y="3138920"/>
            <a:ext cx="1310568" cy="762000"/>
          </a:xfrm>
          <a:prstGeom prst="bentConnector2">
            <a:avLst/>
          </a:prstGeom>
          <a:ln w="571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Oval 88"/>
          <p:cNvSpPr/>
          <p:nvPr/>
        </p:nvSpPr>
        <p:spPr>
          <a:xfrm>
            <a:off x="6028678" y="2032726"/>
            <a:ext cx="76200" cy="762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91" name="Elbow Connector 90"/>
          <p:cNvCxnSpPr>
            <a:stCxn id="83" idx="3"/>
            <a:endCxn id="89" idx="5"/>
          </p:cNvCxnSpPr>
          <p:nvPr/>
        </p:nvCxnSpPr>
        <p:spPr>
          <a:xfrm flipV="1">
            <a:off x="4316766" y="2097767"/>
            <a:ext cx="1776953" cy="766869"/>
          </a:xfrm>
          <a:prstGeom prst="bentConnector2">
            <a:avLst/>
          </a:prstGeom>
          <a:ln w="571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3021146" y="2709648"/>
            <a:ext cx="152400" cy="304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2" name="TextBox 1031"/>
              <p:cNvSpPr txBox="1"/>
              <p:nvPr/>
            </p:nvSpPr>
            <p:spPr>
              <a:xfrm>
                <a:off x="3521096" y="3050697"/>
                <a:ext cx="24878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032" name="TextBox 10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1096" y="3050697"/>
                <a:ext cx="248786" cy="369332"/>
              </a:xfrm>
              <a:prstGeom prst="rect">
                <a:avLst/>
              </a:prstGeom>
              <a:blipFill>
                <a:blip r:embed="rId4"/>
                <a:stretch>
                  <a:fillRect r="-2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/>
              <p:cNvSpPr txBox="1"/>
              <p:nvPr/>
            </p:nvSpPr>
            <p:spPr>
              <a:xfrm>
                <a:off x="3443363" y="2668649"/>
                <a:ext cx="361900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⋯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07" name="TextBox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3363" y="2668649"/>
                <a:ext cx="36190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ectangle 107"/>
          <p:cNvSpPr/>
          <p:nvPr/>
        </p:nvSpPr>
        <p:spPr>
          <a:xfrm>
            <a:off x="3239389" y="2712236"/>
            <a:ext cx="152400" cy="304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3856303" y="2712236"/>
            <a:ext cx="152400" cy="304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6677517" y="4276436"/>
            <a:ext cx="1371600" cy="381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7812159" y="4302712"/>
            <a:ext cx="152400" cy="304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6753497" y="4302712"/>
            <a:ext cx="152400" cy="304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/>
              <p:cNvSpPr txBox="1"/>
              <p:nvPr/>
            </p:nvSpPr>
            <p:spPr>
              <a:xfrm>
                <a:off x="7310054" y="4648200"/>
                <a:ext cx="24878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14" name="TextBox 1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054" y="4648200"/>
                <a:ext cx="248786" cy="369332"/>
              </a:xfrm>
              <a:prstGeom prst="rect">
                <a:avLst/>
              </a:prstGeom>
              <a:blipFill>
                <a:blip r:embed="rId6"/>
                <a:stretch>
                  <a:fillRect r="-341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/>
              <p:cNvSpPr txBox="1"/>
              <p:nvPr/>
            </p:nvSpPr>
            <p:spPr>
              <a:xfrm>
                <a:off x="7155134" y="4261713"/>
                <a:ext cx="299091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⋯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15" name="TextBox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5134" y="4261713"/>
                <a:ext cx="299091" cy="369332"/>
              </a:xfrm>
              <a:prstGeom prst="rect">
                <a:avLst/>
              </a:prstGeom>
              <a:blipFill>
                <a:blip r:embed="rId7"/>
                <a:stretch>
                  <a:fillRect r="-12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Rectangle 115"/>
          <p:cNvSpPr/>
          <p:nvPr/>
        </p:nvSpPr>
        <p:spPr>
          <a:xfrm>
            <a:off x="6971740" y="4305300"/>
            <a:ext cx="152400" cy="304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7588654" y="4305300"/>
            <a:ext cx="152400" cy="304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1035" name="Elbow Connector 1034"/>
          <p:cNvCxnSpPr/>
          <p:nvPr/>
        </p:nvCxnSpPr>
        <p:spPr>
          <a:xfrm flipH="1">
            <a:off x="8077200" y="2472934"/>
            <a:ext cx="365962" cy="2011680"/>
          </a:xfrm>
          <a:prstGeom prst="bentConnector3">
            <a:avLst>
              <a:gd name="adj1" fmla="val -94948"/>
            </a:avLst>
          </a:prstGeom>
          <a:ln w="571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8229600" y="2438400"/>
            <a:ext cx="76200" cy="762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1040" name="Elbow Connector 1039"/>
          <p:cNvCxnSpPr>
            <a:stCxn id="111" idx="1"/>
          </p:cNvCxnSpPr>
          <p:nvPr/>
        </p:nvCxnSpPr>
        <p:spPr>
          <a:xfrm rot="10800000">
            <a:off x="5027259" y="4276436"/>
            <a:ext cx="1650259" cy="190500"/>
          </a:xfrm>
          <a:prstGeom prst="bentConnector3">
            <a:avLst/>
          </a:prstGeom>
          <a:ln w="571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" descr="Image result for sender reciever"/>
          <p:cNvPicPr>
            <a:picLocks noChangeAspect="1" noChangeArrowheads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1889"/>
          <a:stretch/>
        </p:blipFill>
        <p:spPr bwMode="auto">
          <a:xfrm>
            <a:off x="7291756" y="-68171"/>
            <a:ext cx="1360979" cy="1695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reeform 6"/>
          <p:cNvSpPr/>
          <p:nvPr/>
        </p:nvSpPr>
        <p:spPr>
          <a:xfrm>
            <a:off x="1654928" y="700387"/>
            <a:ext cx="5834144" cy="3037523"/>
          </a:xfrm>
          <a:custGeom>
            <a:avLst/>
            <a:gdLst>
              <a:gd name="connsiteX0" fmla="*/ 0 w 5916168"/>
              <a:gd name="connsiteY0" fmla="*/ 2980944 h 3037523"/>
              <a:gd name="connsiteX1" fmla="*/ 274320 w 5916168"/>
              <a:gd name="connsiteY1" fmla="*/ 2926080 h 3037523"/>
              <a:gd name="connsiteX2" fmla="*/ 365760 w 5916168"/>
              <a:gd name="connsiteY2" fmla="*/ 1975104 h 3037523"/>
              <a:gd name="connsiteX3" fmla="*/ 832104 w 5916168"/>
              <a:gd name="connsiteY3" fmla="*/ 1325880 h 3037523"/>
              <a:gd name="connsiteX4" fmla="*/ 1956816 w 5916168"/>
              <a:gd name="connsiteY4" fmla="*/ 1271016 h 3037523"/>
              <a:gd name="connsiteX5" fmla="*/ 2779776 w 5916168"/>
              <a:gd name="connsiteY5" fmla="*/ 731520 h 3037523"/>
              <a:gd name="connsiteX6" fmla="*/ 3182112 w 5916168"/>
              <a:gd name="connsiteY6" fmla="*/ 484632 h 3037523"/>
              <a:gd name="connsiteX7" fmla="*/ 4343400 w 5916168"/>
              <a:gd name="connsiteY7" fmla="*/ 448056 h 3037523"/>
              <a:gd name="connsiteX8" fmla="*/ 5266944 w 5916168"/>
              <a:gd name="connsiteY8" fmla="*/ 438912 h 3037523"/>
              <a:gd name="connsiteX9" fmla="*/ 5916168 w 5916168"/>
              <a:gd name="connsiteY9" fmla="*/ 0 h 3037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916168" h="3037523">
                <a:moveTo>
                  <a:pt x="0" y="2980944"/>
                </a:moveTo>
                <a:cubicBezTo>
                  <a:pt x="106680" y="3037332"/>
                  <a:pt x="213360" y="3093720"/>
                  <a:pt x="274320" y="2926080"/>
                </a:cubicBezTo>
                <a:cubicBezTo>
                  <a:pt x="335280" y="2758440"/>
                  <a:pt x="272796" y="2241804"/>
                  <a:pt x="365760" y="1975104"/>
                </a:cubicBezTo>
                <a:cubicBezTo>
                  <a:pt x="458724" y="1708404"/>
                  <a:pt x="566928" y="1443228"/>
                  <a:pt x="832104" y="1325880"/>
                </a:cubicBezTo>
                <a:cubicBezTo>
                  <a:pt x="1097280" y="1208532"/>
                  <a:pt x="1632204" y="1370076"/>
                  <a:pt x="1956816" y="1271016"/>
                </a:cubicBezTo>
                <a:cubicBezTo>
                  <a:pt x="2281428" y="1171956"/>
                  <a:pt x="2575560" y="862584"/>
                  <a:pt x="2779776" y="731520"/>
                </a:cubicBezTo>
                <a:cubicBezTo>
                  <a:pt x="2983992" y="600456"/>
                  <a:pt x="2921508" y="531876"/>
                  <a:pt x="3182112" y="484632"/>
                </a:cubicBezTo>
                <a:cubicBezTo>
                  <a:pt x="3442716" y="437388"/>
                  <a:pt x="3995928" y="455676"/>
                  <a:pt x="4343400" y="448056"/>
                </a:cubicBezTo>
                <a:cubicBezTo>
                  <a:pt x="4690872" y="440436"/>
                  <a:pt x="5004816" y="513588"/>
                  <a:pt x="5266944" y="438912"/>
                </a:cubicBezTo>
                <a:cubicBezTo>
                  <a:pt x="5529072" y="364236"/>
                  <a:pt x="5722620" y="182118"/>
                  <a:pt x="5916168" y="0"/>
                </a:cubicBez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5" name="Picture 2" descr="Image result for sender reciever">
            <a:extLst>
              <a:ext uri="{FF2B5EF4-FFF2-40B4-BE49-F238E27FC236}">
                <a16:creationId xmlns:a16="http://schemas.microsoft.com/office/drawing/2014/main" id="{27011E4D-B65C-3F00-6F48-D36D0BF11A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1889"/>
          <a:stretch/>
        </p:blipFill>
        <p:spPr bwMode="auto">
          <a:xfrm>
            <a:off x="7223220" y="-19837"/>
            <a:ext cx="1360979" cy="1695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mage result for sender reciever">
            <a:extLst>
              <a:ext uri="{FF2B5EF4-FFF2-40B4-BE49-F238E27FC236}">
                <a16:creationId xmlns:a16="http://schemas.microsoft.com/office/drawing/2014/main" id="{841688EB-2492-313F-5BCB-CC1574ED8F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361" t="-20441" r="71111" b="20441"/>
          <a:stretch/>
        </p:blipFill>
        <p:spPr bwMode="auto">
          <a:xfrm>
            <a:off x="479493" y="2219148"/>
            <a:ext cx="1524400" cy="2091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0811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762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שיטה לשליחת נתונים דרך ערוץ לא אמין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ספטמבר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22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371600"/>
            <a:ext cx="8534400" cy="4572000"/>
          </a:xfrm>
        </p:spPr>
        <p:txBody>
          <a:bodyPr>
            <a:normAutofit/>
          </a:bodyPr>
          <a:lstStyle/>
          <a:p>
            <a:pPr>
              <a:spcBef>
                <a:spcPts val="2400"/>
              </a:spcBef>
            </a:pPr>
            <a:r>
              <a:rPr lang="he-IL">
                <a:solidFill>
                  <a:srgbClr val="2E41FA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פרוטוקול הביט המתהפך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:</a:t>
            </a:r>
          </a:p>
          <a:p>
            <a:pPr lvl="1">
              <a:spcBef>
                <a:spcPts val="2400"/>
              </a:spcBef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מטרה: להעביר את כל המידע למרות האפשרות לאיבוד הודעות</a:t>
            </a:r>
          </a:p>
          <a:p>
            <a:pPr lvl="1">
              <a:spcBef>
                <a:spcPts val="2400"/>
              </a:spcBef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פתרון: שליחה חוזרת של מידע שאבד (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retransmission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</a:p>
          <a:p>
            <a:pPr>
              <a:spcBef>
                <a:spcPts val="4800"/>
              </a:spcBef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הודעות נשלחות ,ע"פ הסדר, כשההודעה הבאה נשלחת רק לאחר אישור ההודעה הקודמת</a:t>
            </a:r>
          </a:p>
          <a:p>
            <a:pPr>
              <a:spcBef>
                <a:spcPts val="4800"/>
              </a:spcBef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עיקרון "שלח והמתן" (</a:t>
            </a:r>
            <a:r>
              <a:rPr lang="en-US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send and wait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</a:p>
          <a:p>
            <a:pPr>
              <a:spcBef>
                <a:spcPts val="2400"/>
              </a:spcBef>
            </a:pP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lvl="1">
              <a:spcBef>
                <a:spcPts val="2400"/>
              </a:spcBef>
              <a:buNone/>
            </a:pP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3074" name="Picture 2" descr="Image result for send and wait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419600"/>
            <a:ext cx="2048715" cy="2237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ייצוג הפרוטוקול 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ספטמבר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23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76200" y="1447800"/>
                <a:ext cx="8991600" cy="4876800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0"/>
                  </a:spcBef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הצגה מופשטת של מבנה התקשורת:</a:t>
                </a:r>
              </a:p>
              <a:p>
                <a:pPr lvl="1">
                  <a:spcBef>
                    <a:spcPts val="2400"/>
                  </a:spcBef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 שולח הודעות עוקבות </a:t>
                </a:r>
                <a:r>
                  <a:rPr lang="en-US" sz="18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800" i="1" baseline="-250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8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, …</m:t>
                    </m:r>
                    <m:r>
                      <a:rPr lang="he-IL" sz="1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וסיביות בקרה "מתהפכות" </a:t>
                </a:r>
                <a:r>
                  <a:rPr lang="en-US" sz="18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800" i="1" baseline="-250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8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כך ש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800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Bef>
                    <a:spcPts val="2400"/>
                  </a:spcBef>
                </a:pPr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ההודעות שנשלחות הן, לכן, זוגות:  </a:t>
                </a:r>
                <a:r>
                  <a:rPr lang="en-US" sz="1800"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latin typeface="Cambria Math"/>
                      </a:rPr>
                      <m:t>〈</m:t>
                    </m:r>
                    <m:r>
                      <a:rPr lang="en-US" sz="1800" i="1" dirty="0" smtClean="0">
                        <a:latin typeface="Cambria Math"/>
                      </a:rPr>
                      <m:t>𝑚</m:t>
                    </m:r>
                    <m:r>
                      <a:rPr lang="en-US" sz="1800" i="1" baseline="-25000" dirty="0" smtClean="0">
                        <a:latin typeface="Cambria Math"/>
                      </a:rPr>
                      <m:t>0</m:t>
                    </m:r>
                    <m:r>
                      <a:rPr lang="en-US" sz="1800" i="1" dirty="0" smtClean="0">
                        <a:latin typeface="Cambria Math"/>
                      </a:rPr>
                      <m:t>,</m:t>
                    </m:r>
                    <m:r>
                      <a:rPr lang="en-US" sz="1800" i="1" dirty="0" smtClean="0">
                        <a:latin typeface="Cambria Math"/>
                      </a:rPr>
                      <m:t>0</m:t>
                    </m:r>
                    <m:r>
                      <a:rPr lang="en-US" sz="1800" b="0" i="1" dirty="0" smtClean="0">
                        <a:latin typeface="Cambria Math"/>
                      </a:rPr>
                      <m:t>〉</m:t>
                    </m:r>
                    <m:r>
                      <a:rPr lang="en-US" sz="1800" i="1" dirty="0" smtClean="0">
                        <a:latin typeface="Cambria Math"/>
                      </a:rPr>
                      <m:t>, </m:t>
                    </m:r>
                    <m:r>
                      <a:rPr lang="en-US" sz="1800" b="0" i="1" dirty="0" smtClean="0">
                        <a:latin typeface="Cambria Math"/>
                      </a:rPr>
                      <m:t>〈</m:t>
                    </m:r>
                    <m:r>
                      <a:rPr lang="en-US" sz="1800" i="1" dirty="0" smtClean="0">
                        <a:latin typeface="Cambria Math"/>
                      </a:rPr>
                      <m:t>𝑚</m:t>
                    </m:r>
                    <m:r>
                      <a:rPr lang="en-US" sz="1800" i="1" baseline="-25000" dirty="0" smtClean="0">
                        <a:latin typeface="Cambria Math"/>
                      </a:rPr>
                      <m:t>1</m:t>
                    </m:r>
                    <m:r>
                      <a:rPr lang="en-US" sz="1800" i="1" dirty="0" smtClean="0">
                        <a:latin typeface="Cambria Math"/>
                      </a:rPr>
                      <m:t>,</m:t>
                    </m:r>
                    <m:r>
                      <a:rPr lang="en-US" sz="1800" i="1" dirty="0" smtClean="0">
                        <a:latin typeface="Cambria Math"/>
                      </a:rPr>
                      <m:t>1</m:t>
                    </m:r>
                    <m:r>
                      <a:rPr lang="en-US" sz="1800" b="0" i="1" dirty="0" smtClean="0">
                        <a:latin typeface="Cambria Math"/>
                      </a:rPr>
                      <m:t>〉</m:t>
                    </m:r>
                    <m:r>
                      <a:rPr lang="en-US" sz="1800" i="1" dirty="0" smtClean="0">
                        <a:latin typeface="Cambria Math"/>
                      </a:rPr>
                      <m:t>, </m:t>
                    </m:r>
                    <m:r>
                      <a:rPr lang="en-US" sz="1800" b="0" i="1" dirty="0" smtClean="0">
                        <a:latin typeface="Cambria Math"/>
                      </a:rPr>
                      <m:t>〈</m:t>
                    </m:r>
                    <m:r>
                      <a:rPr lang="en-US" sz="1800" i="1" dirty="0" smtClean="0">
                        <a:latin typeface="Cambria Math"/>
                      </a:rPr>
                      <m:t>𝑚</m:t>
                    </m:r>
                    <m:r>
                      <a:rPr lang="en-US" sz="1800" i="1" baseline="-25000" dirty="0" smtClean="0">
                        <a:latin typeface="Cambria Math"/>
                      </a:rPr>
                      <m:t>3</m:t>
                    </m:r>
                    <m:r>
                      <a:rPr lang="en-US" sz="1800" i="1" dirty="0" smtClean="0">
                        <a:latin typeface="Cambria Math"/>
                      </a:rPr>
                      <m:t>,</m:t>
                    </m:r>
                    <m:r>
                      <a:rPr lang="en-US" sz="1800" i="1" dirty="0" smtClean="0">
                        <a:latin typeface="Cambria Math"/>
                      </a:rPr>
                      <m:t>0</m:t>
                    </m:r>
                    <m:r>
                      <a:rPr lang="en-US" sz="1800" b="0" i="1" dirty="0" smtClean="0">
                        <a:latin typeface="Cambria Math"/>
                      </a:rPr>
                      <m:t>〉</m:t>
                    </m:r>
                    <m:r>
                      <a:rPr lang="en-US" sz="1800" i="1" dirty="0" smtClean="0">
                        <a:latin typeface="Cambria Math"/>
                      </a:rPr>
                      <m:t>, </m:t>
                    </m:r>
                    <m:r>
                      <a:rPr lang="en-US" sz="1800" b="0" i="1" dirty="0" smtClean="0">
                        <a:latin typeface="Cambria Math"/>
                      </a:rPr>
                      <m:t>〈</m:t>
                    </m:r>
                    <m:r>
                      <a:rPr lang="en-US" sz="1800" i="1" dirty="0" smtClean="0">
                        <a:latin typeface="Cambria Math"/>
                      </a:rPr>
                      <m:t>𝑚</m:t>
                    </m:r>
                    <m:r>
                      <a:rPr lang="en-US" sz="1800" i="1" baseline="-25000" dirty="0" smtClean="0">
                        <a:latin typeface="Cambria Math"/>
                      </a:rPr>
                      <m:t>4</m:t>
                    </m:r>
                    <m:r>
                      <a:rPr lang="en-US" sz="1800" i="1" dirty="0" smtClean="0">
                        <a:latin typeface="Cambria Math"/>
                      </a:rPr>
                      <m:t>,</m:t>
                    </m:r>
                    <m:r>
                      <a:rPr lang="en-US" sz="1800" i="1" dirty="0" smtClean="0">
                        <a:latin typeface="Cambria Math"/>
                      </a:rPr>
                      <m:t>1</m:t>
                    </m:r>
                    <m:r>
                      <a:rPr lang="en-US" sz="1800" b="0" i="1" dirty="0" smtClean="0">
                        <a:latin typeface="Cambria Math"/>
                      </a:rPr>
                      <m:t>〉</m:t>
                    </m:r>
                    <m:r>
                      <a:rPr lang="en-US" sz="1800" i="1" dirty="0" smtClean="0">
                        <a:latin typeface="Cambria Math"/>
                      </a:rPr>
                      <m:t>, …</m:t>
                    </m:r>
                  </m:oMath>
                </a14:m>
                <a:endParaRPr lang="en-US" sz="1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6000"/>
                  </a:spcBef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כשמתקבלת ההודעה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〈</m:t>
                    </m:r>
                    <m:r>
                      <a:rPr lang="en-US" sz="2000" i="1" dirty="0" smtClean="0">
                        <a:latin typeface="Cambria Math"/>
                      </a:rPr>
                      <m:t>𝑚</m:t>
                    </m:r>
                    <m:r>
                      <a:rPr lang="en-US" sz="2000" i="1" dirty="0" smtClean="0">
                        <a:latin typeface="Cambria Math"/>
                      </a:rPr>
                      <m:t>,</m:t>
                    </m:r>
                    <m:r>
                      <a:rPr lang="en-US" sz="2000" i="1" dirty="0" smtClean="0">
                        <a:latin typeface="Cambria Math"/>
                      </a:rPr>
                      <m:t>𝑏</m:t>
                    </m:r>
                    <m:r>
                      <a:rPr lang="en-US" sz="2000" b="0" i="1" dirty="0" smtClean="0">
                        <a:latin typeface="Cambria Math"/>
                      </a:rPr>
                      <m:t>〉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, בערוץ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𝑅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שולח אישור המכיל את הביט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𝑏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שהתקבל</a:t>
                </a:r>
              </a:p>
              <a:p>
                <a:pPr>
                  <a:spcBef>
                    <a:spcPts val="6000"/>
                  </a:spcBef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כשמתקבל האישור,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𝑆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שולח את ההודעה הבאה</a:t>
                </a:r>
              </a:p>
              <a:p>
                <a:pPr>
                  <a:spcBef>
                    <a:spcPts val="6000"/>
                  </a:spcBef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אם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𝑆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ממתין "</a:t>
                </a:r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יותר מדי זמן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" לאישור, הוא שולח את ההודעה שוב</a:t>
                </a:r>
              </a:p>
              <a:p>
                <a:pPr>
                  <a:spcBef>
                    <a:spcPts val="2400"/>
                  </a:spcBef>
                  <a:buNone/>
                </a:pPr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2400"/>
                  </a:spcBef>
                  <a:buNone/>
                </a:pPr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Bef>
                    <a:spcPts val="2400"/>
                  </a:spcBef>
                </a:pPr>
                <a:endParaRPr lang="en-US" sz="1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76200" y="1447800"/>
                <a:ext cx="8991600" cy="4876800"/>
              </a:xfrm>
              <a:blipFill>
                <a:blip r:embed="rId2"/>
                <a:stretch>
                  <a:fillRect t="-625" r="-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פרוטוקול הביט המתהפך: מקבל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ספטמבר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24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109" name="Group 108"/>
          <p:cNvGrpSpPr/>
          <p:nvPr/>
        </p:nvGrpSpPr>
        <p:grpSpPr>
          <a:xfrm>
            <a:off x="1447800" y="2105922"/>
            <a:ext cx="5956093" cy="3874532"/>
            <a:chOff x="1258185" y="2311878"/>
            <a:chExt cx="5956093" cy="3874532"/>
          </a:xfrm>
        </p:grpSpPr>
        <p:sp>
          <p:nvSpPr>
            <p:cNvPr id="6" name="Rectangle 5"/>
            <p:cNvSpPr/>
            <p:nvPr/>
          </p:nvSpPr>
          <p:spPr>
            <a:xfrm>
              <a:off x="3727783" y="2895600"/>
              <a:ext cx="1249499" cy="457200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Gisha" panose="020B0502040204020203" pitchFamily="34" charset="-79"/>
                  <a:cs typeface="Gisha" panose="020B0502040204020203" pitchFamily="34" charset="-79"/>
                </a:rPr>
                <a:t>pr-</a:t>
              </a:r>
              <a:r>
                <a:rPr lang="en-US" err="1">
                  <a:latin typeface="Gisha" panose="020B0502040204020203" pitchFamily="34" charset="-79"/>
                  <a:cs typeface="Gisha" panose="020B0502040204020203" pitchFamily="34" charset="-79"/>
                </a:rPr>
                <a:t>msg</a:t>
              </a:r>
              <a:r>
                <a:rPr lang="en-US">
                  <a:latin typeface="Gisha" panose="020B0502040204020203" pitchFamily="34" charset="-79"/>
                  <a:cs typeface="Gisha" panose="020B0502040204020203" pitchFamily="34" charset="-79"/>
                </a:rPr>
                <a:t>(0)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508084" y="2895600"/>
              <a:ext cx="1249499" cy="457200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Gisha" panose="020B0502040204020203" pitchFamily="34" charset="-79"/>
                  <a:cs typeface="Gisha" panose="020B0502040204020203" pitchFamily="34" charset="-79"/>
                </a:rPr>
                <a:t>wait (0)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947481" y="2895600"/>
              <a:ext cx="1249499" cy="457200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err="1">
                  <a:latin typeface="Gisha" panose="020B0502040204020203" pitchFamily="34" charset="-79"/>
                  <a:cs typeface="Gisha" panose="020B0502040204020203" pitchFamily="34" charset="-79"/>
                </a:rPr>
                <a:t>snd-ack</a:t>
              </a:r>
              <a:r>
                <a:rPr lang="en-US">
                  <a:latin typeface="Gisha" panose="020B0502040204020203" pitchFamily="34" charset="-79"/>
                  <a:cs typeface="Gisha" panose="020B0502040204020203" pitchFamily="34" charset="-79"/>
                </a:rPr>
                <a:t>(0)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723901" y="5181600"/>
              <a:ext cx="1249499" cy="457200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Gisha" panose="020B0502040204020203" pitchFamily="34" charset="-79"/>
                  <a:cs typeface="Gisha" panose="020B0502040204020203" pitchFamily="34" charset="-79"/>
                </a:rPr>
                <a:t>pr-</a:t>
              </a:r>
              <a:r>
                <a:rPr lang="en-US" err="1">
                  <a:latin typeface="Gisha" panose="020B0502040204020203" pitchFamily="34" charset="-79"/>
                  <a:cs typeface="Gisha" panose="020B0502040204020203" pitchFamily="34" charset="-79"/>
                </a:rPr>
                <a:t>msg</a:t>
              </a:r>
              <a:r>
                <a:rPr lang="en-US">
                  <a:latin typeface="Gisha" panose="020B0502040204020203" pitchFamily="34" charset="-79"/>
                  <a:cs typeface="Gisha" panose="020B0502040204020203" pitchFamily="34" charset="-79"/>
                </a:rPr>
                <a:t>(1)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504203" y="5181600"/>
              <a:ext cx="1249499" cy="457200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err="1">
                  <a:latin typeface="Gisha" panose="020B0502040204020203" pitchFamily="34" charset="-79"/>
                  <a:cs typeface="Gisha" panose="020B0502040204020203" pitchFamily="34" charset="-79"/>
                </a:rPr>
                <a:t>snd-ack</a:t>
              </a:r>
              <a:r>
                <a:rPr lang="en-US">
                  <a:latin typeface="Gisha" panose="020B0502040204020203" pitchFamily="34" charset="-79"/>
                  <a:cs typeface="Gisha" panose="020B0502040204020203" pitchFamily="34" charset="-79"/>
                </a:rPr>
                <a:t>(1)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943600" y="5181600"/>
              <a:ext cx="1249499" cy="457200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Gisha" panose="020B0502040204020203" pitchFamily="34" charset="-79"/>
                  <a:cs typeface="Gisha" panose="020B0502040204020203" pitchFamily="34" charset="-79"/>
                </a:rPr>
                <a:t>wait(1)</a:t>
              </a:r>
            </a:p>
          </p:txBody>
        </p:sp>
        <p:cxnSp>
          <p:nvCxnSpPr>
            <p:cNvPr id="15" name="Elbow Connector 14"/>
            <p:cNvCxnSpPr/>
            <p:nvPr/>
          </p:nvCxnSpPr>
          <p:spPr>
            <a:xfrm>
              <a:off x="1258185" y="3124200"/>
              <a:ext cx="249900" cy="1588"/>
            </a:xfrm>
            <a:prstGeom prst="bentConnector3">
              <a:avLst>
                <a:gd name="adj1" fmla="val 50000"/>
              </a:avLst>
            </a:prstGeom>
            <a:ln w="19050"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rot="5400000" flipH="1" flipV="1">
              <a:off x="1216493" y="4265259"/>
              <a:ext cx="1828800" cy="3881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/>
            <p:nvPr/>
          </p:nvCxnSpPr>
          <p:spPr>
            <a:xfrm>
              <a:off x="4977282" y="3124200"/>
              <a:ext cx="970199" cy="1588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Straight Arrow Connector 87"/>
            <p:cNvCxnSpPr/>
            <p:nvPr/>
          </p:nvCxnSpPr>
          <p:spPr>
            <a:xfrm>
              <a:off x="2757583" y="3124200"/>
              <a:ext cx="970200" cy="1588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Elbow Connector 89"/>
            <p:cNvCxnSpPr/>
            <p:nvPr/>
          </p:nvCxnSpPr>
          <p:spPr>
            <a:xfrm rot="16200000" flipV="1">
              <a:off x="3242684" y="1785750"/>
              <a:ext cx="1588" cy="2219699"/>
            </a:xfrm>
            <a:prstGeom prst="bentConnector3">
              <a:avLst>
                <a:gd name="adj1" fmla="val 14395466"/>
              </a:avLst>
            </a:prstGeom>
            <a:ln w="19050"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Arrow Connector 91"/>
            <p:cNvCxnSpPr/>
            <p:nvPr/>
          </p:nvCxnSpPr>
          <p:spPr>
            <a:xfrm rot="5400000">
              <a:off x="5655891" y="4265260"/>
              <a:ext cx="1828800" cy="3881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/>
            <p:nvPr/>
          </p:nvCxnSpPr>
          <p:spPr>
            <a:xfrm rot="10800000">
              <a:off x="4973400" y="5410200"/>
              <a:ext cx="970200" cy="1588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Elbow Connector 95"/>
            <p:cNvCxnSpPr/>
            <p:nvPr/>
          </p:nvCxnSpPr>
          <p:spPr>
            <a:xfrm rot="16200000" flipH="1">
              <a:off x="5458500" y="4528950"/>
              <a:ext cx="1588" cy="2219699"/>
            </a:xfrm>
            <a:prstGeom prst="bentConnector3">
              <a:avLst>
                <a:gd name="adj1" fmla="val 14395466"/>
              </a:avLst>
            </a:prstGeom>
            <a:ln w="19050"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Straight Arrow Connector 97"/>
            <p:cNvCxnSpPr/>
            <p:nvPr/>
          </p:nvCxnSpPr>
          <p:spPr>
            <a:xfrm rot="10800000">
              <a:off x="2753703" y="5410200"/>
              <a:ext cx="970199" cy="1588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/>
                <p:cNvSpPr txBox="1"/>
                <p:nvPr/>
              </p:nvSpPr>
              <p:spPr>
                <a:xfrm>
                  <a:off x="2675589" y="3178071"/>
                  <a:ext cx="111569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 dirty="0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?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i="1" dirty="0" smtClean="0">
                                <a:solidFill>
                                  <a:srgbClr val="2E41F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solidFill>
                                  <a:srgbClr val="2E41FA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dirty="0" smtClean="0">
                                <a:solidFill>
                                  <a:srgbClr val="2E41FA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dirty="0" smtClean="0">
                                <a:solidFill>
                                  <a:srgbClr val="2E41FA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oMath>
                    </m:oMathPara>
                  </a14:m>
                  <a:endParaRPr lang="en-US">
                    <a:solidFill>
                      <a:srgbClr val="2E41FA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00" name="TextBox 9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5589" y="3178071"/>
                  <a:ext cx="1115690" cy="369332"/>
                </a:xfrm>
                <a:prstGeom prst="rect">
                  <a:avLst/>
                </a:prstGeom>
                <a:blipFill>
                  <a:blip r:embed="rId2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/>
                <p:cNvSpPr txBox="1"/>
                <p:nvPr/>
              </p:nvSpPr>
              <p:spPr>
                <a:xfrm>
                  <a:off x="2680166" y="2311878"/>
                  <a:ext cx="82503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01" name="TextBox 10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0166" y="2311878"/>
                  <a:ext cx="82503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/>
                <p:cNvSpPr txBox="1"/>
                <p:nvPr/>
              </p:nvSpPr>
              <p:spPr>
                <a:xfrm>
                  <a:off x="4989582" y="2692878"/>
                  <a:ext cx="82503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02" name="TextBox 10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9582" y="2692878"/>
                  <a:ext cx="825034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/>
                <p:cNvSpPr txBox="1"/>
                <p:nvPr/>
              </p:nvSpPr>
              <p:spPr>
                <a:xfrm>
                  <a:off x="6553200" y="3962400"/>
                  <a:ext cx="66107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03" name="TextBox 10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3200" y="3962400"/>
                  <a:ext cx="661078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TextBox 104"/>
                <p:cNvSpPr txBox="1"/>
                <p:nvPr/>
              </p:nvSpPr>
              <p:spPr>
                <a:xfrm>
                  <a:off x="5065782" y="5817078"/>
                  <a:ext cx="82503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05" name="TextBox 10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5782" y="5817078"/>
                  <a:ext cx="825034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Box 105"/>
                <p:cNvSpPr txBox="1"/>
                <p:nvPr/>
              </p:nvSpPr>
              <p:spPr>
                <a:xfrm>
                  <a:off x="2855982" y="5436078"/>
                  <a:ext cx="82503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06" name="TextBox 10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5982" y="5436078"/>
                  <a:ext cx="825034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TextBox 106"/>
                <p:cNvSpPr txBox="1"/>
                <p:nvPr/>
              </p:nvSpPr>
              <p:spPr>
                <a:xfrm>
                  <a:off x="1484382" y="3988278"/>
                  <a:ext cx="6482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07" name="TextBox 10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4382" y="3988278"/>
                  <a:ext cx="64825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4942582" y="4988209"/>
                  <a:ext cx="111569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 dirty="0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?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i="1" dirty="0" smtClean="0">
                                <a:solidFill>
                                  <a:srgbClr val="2E41F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solidFill>
                                  <a:srgbClr val="2E41FA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dirty="0" smtClean="0">
                                <a:solidFill>
                                  <a:srgbClr val="2E41FA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dirty="0" smtClean="0">
                                <a:solidFill>
                                  <a:srgbClr val="2E41FA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oMath>
                    </m:oMathPara>
                  </a14:m>
                  <a:endParaRPr lang="en-US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2582" y="4988209"/>
                  <a:ext cx="1115690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609600" y="1434813"/>
                <a:ext cx="82622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>
                    <a:solidFill>
                      <a:srgbClr val="2E41FA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כהפשטה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 במקום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נשלח הודעה קבועה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(ביט הבקרה "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המתהפך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" יבדיל בין ההודעות)</a:t>
                </a: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434813"/>
                <a:ext cx="8262263" cy="369332"/>
              </a:xfrm>
              <a:prstGeom prst="rect">
                <a:avLst/>
              </a:prstGeom>
              <a:blipFill>
                <a:blip r:embed="rId10"/>
                <a:stretch>
                  <a:fillRect t="-8197" r="-59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52902" y="6106180"/>
                <a:ext cx="1700978" cy="52322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𝑅𝑒𝑐𝑒𝑖𝑣𝑒𝑟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2902" y="6106180"/>
                <a:ext cx="1700978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Picture 2" descr="Image result for sender reciever"/>
          <p:cNvPicPr>
            <a:picLocks noChangeAspect="1" noChangeArrowheads="1"/>
          </p:cNvPicPr>
          <p:nvPr/>
        </p:nvPicPr>
        <p:blipFill rotWithShape="1"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1889"/>
          <a:stretch/>
        </p:blipFill>
        <p:spPr bwMode="auto">
          <a:xfrm>
            <a:off x="7745056" y="5084260"/>
            <a:ext cx="1360979" cy="1695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48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מוסיפים למודל אובייקט "</a:t>
            </a:r>
            <a:r>
              <a:rPr lang="he-IL">
                <a:solidFill>
                  <a:srgbClr val="2E41FA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שעון עצר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"</a:t>
            </a:r>
            <a:b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כאבסטרקציה למעבר זמן</a:t>
            </a:r>
            <a:endParaRPr lang="en-US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ספטמבר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24059" y="6195521"/>
            <a:ext cx="74526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2200">
                <a:latin typeface="Gisha" panose="020B0502040204020203" pitchFamily="34" charset="-79"/>
                <a:cs typeface="Gisha" panose="020B0502040204020203" pitchFamily="34" charset="-79"/>
              </a:rPr>
              <a:t>השולח מדבר עם השעון באמצעות </a:t>
            </a:r>
            <a:r>
              <a:rPr lang="he-IL" sz="2200">
                <a:solidFill>
                  <a:srgbClr val="2E41FA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לחיצת-יד</a:t>
            </a:r>
            <a:r>
              <a:rPr lang="he-IL" sz="2200">
                <a:latin typeface="Gisha" panose="020B0502040204020203" pitchFamily="34" charset="-79"/>
                <a:cs typeface="Gisha" panose="020B0502040204020203" pitchFamily="34" charset="-79"/>
              </a:rPr>
              <a:t> (ערוץ בעל קיבולת 0)</a:t>
            </a:r>
            <a:endParaRPr lang="en-US" sz="2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50" name="Elbow Connector 49"/>
          <p:cNvCxnSpPr/>
          <p:nvPr/>
        </p:nvCxnSpPr>
        <p:spPr>
          <a:xfrm rot="10800000" flipV="1">
            <a:off x="3733800" y="2743200"/>
            <a:ext cx="112833" cy="2490960"/>
          </a:xfrm>
          <a:prstGeom prst="curvedConnector3">
            <a:avLst>
              <a:gd name="adj1" fmla="val 592029"/>
            </a:avLst>
          </a:prstGeom>
          <a:ln w="76200">
            <a:solidFill>
              <a:srgbClr val="002060"/>
            </a:solidFill>
            <a:headEnd type="oval" w="med" len="med"/>
            <a:tailEnd type="triangle" w="med" len="med"/>
          </a:ln>
          <a:effectLst>
            <a:glow rad="139700">
              <a:schemeClr val="accent3">
                <a:satMod val="175000"/>
                <a:alpha val="40000"/>
              </a:schemeClr>
            </a:glow>
            <a:outerShdw blurRad="65500" dist="38100" dir="5400000" rotWithShape="0">
              <a:srgbClr val="000000">
                <a:alpha val="40000"/>
              </a:srgb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828800" y="3657600"/>
            <a:ext cx="1248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en-US" sz="2400" i="0">
                <a:latin typeface="Gisha" panose="020B0502040204020203" pitchFamily="34" charset="-79"/>
                <a:cs typeface="Gisha" panose="020B0502040204020203" pitchFamily="34" charset="-79"/>
              </a:rPr>
              <a:t>_</a:t>
            </a:r>
            <a:r>
              <a:rPr lang="en-US" sz="2400" i="0" err="1">
                <a:latin typeface="Gisha" panose="020B0502040204020203" pitchFamily="34" charset="-79"/>
                <a:cs typeface="Gisha" panose="020B0502040204020203" pitchFamily="34" charset="-79"/>
              </a:rPr>
              <a:t>tmr</a:t>
            </a:r>
            <a:r>
              <a:rPr lang="en-US" sz="2400" i="0">
                <a:latin typeface="Gisha" panose="020B0502040204020203" pitchFamily="34" charset="-79"/>
                <a:cs typeface="Gisha" panose="020B0502040204020203" pitchFamily="34" charset="-79"/>
              </a:rPr>
              <a:t>-on</a:t>
            </a:r>
            <a:endParaRPr lang="en-US" sz="24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130413" y="3657600"/>
            <a:ext cx="12609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  <a:t>_</a:t>
            </a:r>
            <a:r>
              <a:rPr lang="en-US" sz="2400" i="0" err="1">
                <a:latin typeface="Gisha" panose="020B0502040204020203" pitchFamily="34" charset="-79"/>
                <a:cs typeface="Gisha" panose="020B0502040204020203" pitchFamily="34" charset="-79"/>
              </a:rPr>
              <a:t>tmr</a:t>
            </a:r>
            <a:r>
              <a:rPr lang="en-US" sz="2400" i="0">
                <a:latin typeface="Gisha" panose="020B0502040204020203" pitchFamily="34" charset="-79"/>
                <a:cs typeface="Gisha" panose="020B0502040204020203" pitchFamily="34" charset="-79"/>
              </a:rPr>
              <a:t>-off</a:t>
            </a:r>
            <a:endParaRPr lang="en-US" sz="24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55" name="Elbow Connector 54"/>
          <p:cNvCxnSpPr/>
          <p:nvPr/>
        </p:nvCxnSpPr>
        <p:spPr>
          <a:xfrm flipH="1">
            <a:off x="5372183" y="2751960"/>
            <a:ext cx="112833" cy="2490960"/>
          </a:xfrm>
          <a:prstGeom prst="curvedConnector3">
            <a:avLst>
              <a:gd name="adj1" fmla="val -525106"/>
            </a:avLst>
          </a:prstGeom>
          <a:ln w="76200">
            <a:solidFill>
              <a:srgbClr val="002060"/>
            </a:solidFill>
            <a:headEnd type="oval" w="med" len="med"/>
            <a:tailEnd type="triangle" w="med" len="med"/>
          </a:ln>
          <a:effectLst>
            <a:glow rad="139700">
              <a:schemeClr val="accent3">
                <a:satMod val="175000"/>
                <a:alpha val="40000"/>
              </a:schemeClr>
            </a:glow>
            <a:outerShdw blurRad="65500" dist="38100" dir="5400000" rotWithShape="0">
              <a:srgbClr val="000000">
                <a:alpha val="40000"/>
              </a:srgb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rot="5400000" flipH="1" flipV="1">
            <a:off x="4080986" y="3995957"/>
            <a:ext cx="906464" cy="7306"/>
          </a:xfrm>
          <a:prstGeom prst="straightConnector1">
            <a:avLst/>
          </a:prstGeom>
          <a:ln w="76200">
            <a:headEnd type="oval" w="med" len="med"/>
            <a:tailEnd type="triangle" w="med" len="med"/>
          </a:ln>
          <a:effectLst>
            <a:glow rad="139700">
              <a:schemeClr val="accent3">
                <a:satMod val="175000"/>
                <a:alpha val="40000"/>
              </a:schemeClr>
            </a:glow>
            <a:outerShdw blurRad="65500" dist="38100" dir="5400000" rotWithShape="0">
              <a:srgbClr val="000000">
                <a:alpha val="40000"/>
              </a:srgb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4650400" y="3972430"/>
            <a:ext cx="13805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en-US" sz="2400" i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_timeout</a:t>
            </a:r>
            <a:endParaRPr lang="en-US" sz="2400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1030" name="Picture 6" descr="http://theawesomer.com/photos/2012/10/101012_time_out_timer_stool_2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9055" y="4823505"/>
            <a:ext cx="878722" cy="878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250444" y="1508095"/>
            <a:ext cx="976549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Sender</a:t>
            </a:r>
            <a:endParaRPr lang="he-IL" sz="20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36532" y="5826642"/>
            <a:ext cx="830677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Timer</a:t>
            </a:r>
            <a:endParaRPr lang="he-IL" sz="20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17376"/>
          <a:stretch/>
        </p:blipFill>
        <p:spPr>
          <a:xfrm>
            <a:off x="4154686" y="1478137"/>
            <a:ext cx="1132940" cy="18853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פרוטוקול הביט המתהפך: שולח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30 ספטמבר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26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3847955" y="1132076"/>
                <a:ext cx="1601144" cy="58477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𝑆𝑒𝑛𝑑𝑒𝑟</m:t>
                      </m:r>
                    </m:oMath>
                  </m:oMathPara>
                </a14:m>
                <a:endParaRPr lang="he-IL" sz="320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7955" y="1132076"/>
                <a:ext cx="1601144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/>
          <p:cNvGrpSpPr/>
          <p:nvPr/>
        </p:nvGrpSpPr>
        <p:grpSpPr>
          <a:xfrm>
            <a:off x="165043" y="2057400"/>
            <a:ext cx="8826557" cy="4026932"/>
            <a:chOff x="165043" y="2057400"/>
            <a:chExt cx="8826557" cy="40269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/>
                <p:cNvSpPr txBox="1"/>
                <p:nvPr/>
              </p:nvSpPr>
              <p:spPr>
                <a:xfrm>
                  <a:off x="165043" y="3645932"/>
                  <a:ext cx="1091004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a14:m>
                  <a:r>
                    <a:rPr lang="en-US">
                      <a:latin typeface="cmr10"/>
                    </a:rPr>
                    <a:t> :</a:t>
                  </a:r>
                </a:p>
                <a:p>
                  <a:pPr algn="l" rtl="0"/>
                  <a:r>
                    <a:rPr lang="en-US">
                      <a:solidFill>
                        <a:srgbClr val="FF0000"/>
                      </a:solidFill>
                    </a:rPr>
                    <a:t>_</a:t>
                  </a:r>
                  <a:r>
                    <a:rPr lang="en-US" err="1">
                      <a:solidFill>
                        <a:srgbClr val="FF0000"/>
                      </a:solidFill>
                      <a:latin typeface="cmmi10"/>
                    </a:rPr>
                    <a:t>tmr</a:t>
                  </a:r>
                  <a:r>
                    <a:rPr lang="en-US">
                      <a:solidFill>
                        <a:srgbClr val="FF0000"/>
                      </a:solidFill>
                      <a:latin typeface="cmr10"/>
                    </a:rPr>
                    <a:t>-</a:t>
                  </a:r>
                  <a:r>
                    <a:rPr lang="en-US">
                      <a:solidFill>
                        <a:srgbClr val="FF0000"/>
                      </a:solidFill>
                      <a:latin typeface="cmmi10"/>
                    </a:rPr>
                    <a:t>off </a:t>
                  </a:r>
                  <a:r>
                    <a:rPr lang="en-US">
                      <a:solidFill>
                        <a:srgbClr val="FF0000"/>
                      </a:solidFill>
                      <a:latin typeface="cmr10"/>
                    </a:rPr>
                    <a:t>!</a:t>
                  </a:r>
                </a:p>
              </p:txBody>
            </p:sp>
          </mc:Choice>
          <mc:Fallback xmlns="">
            <p:sp>
              <p:nvSpPr>
                <p:cNvPr id="78" name="TextBox 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43" y="3645932"/>
                  <a:ext cx="1091004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4469" t="-4717" r="-5028" b="-141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" name="Group 4"/>
            <p:cNvGrpSpPr/>
            <p:nvPr/>
          </p:nvGrpSpPr>
          <p:grpSpPr>
            <a:xfrm>
              <a:off x="387115" y="2057400"/>
              <a:ext cx="8604485" cy="4026932"/>
              <a:chOff x="387115" y="2057400"/>
              <a:chExt cx="8604485" cy="4026932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2856713" y="2655332"/>
                <a:ext cx="1249499" cy="4572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err="1"/>
                  <a:t>st-tmr</a:t>
                </a:r>
                <a:r>
                  <a:rPr lang="en-US"/>
                  <a:t>(0)</a:t>
                </a: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637014" y="2655332"/>
                <a:ext cx="1249499" cy="4572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err="1"/>
                  <a:t>snd-msg</a:t>
                </a:r>
                <a:r>
                  <a:rPr lang="en-US"/>
                  <a:t>(0)</a:t>
                </a: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7296110" y="2655332"/>
                <a:ext cx="1249499" cy="4572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err="1"/>
                  <a:t>chk-ack</a:t>
                </a:r>
                <a:r>
                  <a:rPr lang="en-US"/>
                  <a:t>(0)</a:t>
                </a: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5076411" y="2655332"/>
                <a:ext cx="1249499" cy="4572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wait(0)</a:t>
                </a: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2852831" y="4941332"/>
                <a:ext cx="1249499" cy="4572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wait(1)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633133" y="4941332"/>
                <a:ext cx="1249499" cy="4572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err="1"/>
                  <a:t>chk-ack</a:t>
                </a:r>
                <a:r>
                  <a:rPr lang="en-US"/>
                  <a:t>(1)</a:t>
                </a: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7292228" y="4941332"/>
                <a:ext cx="1249499" cy="4572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err="1"/>
                  <a:t>snd-msg</a:t>
                </a:r>
                <a:r>
                  <a:rPr lang="en-US"/>
                  <a:t>(1)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5072530" y="4941332"/>
                <a:ext cx="1249499" cy="4572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err="1"/>
                  <a:t>st-tmr</a:t>
                </a:r>
                <a:r>
                  <a:rPr lang="en-US"/>
                  <a:t>(1)</a:t>
                </a:r>
              </a:p>
            </p:txBody>
          </p:sp>
          <p:cxnSp>
            <p:nvCxnSpPr>
              <p:cNvPr id="15" name="Elbow Connector 14"/>
              <p:cNvCxnSpPr/>
              <p:nvPr/>
            </p:nvCxnSpPr>
            <p:spPr>
              <a:xfrm>
                <a:off x="387115" y="2883932"/>
                <a:ext cx="249900" cy="1588"/>
              </a:xfrm>
              <a:prstGeom prst="bentConnector3">
                <a:avLst>
                  <a:gd name="adj1" fmla="val 50000"/>
                </a:avLst>
              </a:prstGeom>
              <a:ln w="19050">
                <a:headEnd type="none" w="med" len="med"/>
                <a:tailEnd type="triangl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/>
              <p:cNvCxnSpPr/>
              <p:nvPr/>
            </p:nvCxnSpPr>
            <p:spPr>
              <a:xfrm rot="5400000" flipH="1" flipV="1">
                <a:off x="345423" y="4024991"/>
                <a:ext cx="1828800" cy="3881"/>
              </a:xfrm>
              <a:prstGeom prst="straightConnector1">
                <a:avLst/>
              </a:prstGeom>
              <a:ln w="19050">
                <a:headEnd type="none" w="med" len="med"/>
                <a:tailEnd type="triangl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Elbow Connector 20"/>
              <p:cNvCxnSpPr/>
              <p:nvPr/>
            </p:nvCxnSpPr>
            <p:spPr>
              <a:xfrm rot="5400000" flipH="1" flipV="1">
                <a:off x="2371585" y="1545483"/>
                <a:ext cx="1588" cy="2219698"/>
              </a:xfrm>
              <a:prstGeom prst="bentConnector3">
                <a:avLst>
                  <a:gd name="adj1" fmla="val 14395466"/>
                </a:avLst>
              </a:prstGeom>
              <a:ln w="19050">
                <a:headEnd type="none" w="med" len="med"/>
                <a:tailEnd type="triangl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/>
              <p:cNvCxnSpPr/>
              <p:nvPr/>
            </p:nvCxnSpPr>
            <p:spPr>
              <a:xfrm>
                <a:off x="4106212" y="2883932"/>
                <a:ext cx="970199" cy="1588"/>
              </a:xfrm>
              <a:prstGeom prst="straightConnector1">
                <a:avLst/>
              </a:prstGeom>
              <a:ln w="19050">
                <a:headEnd type="none" w="med" len="med"/>
                <a:tailEnd type="triangl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Elbow Connector 26"/>
              <p:cNvCxnSpPr/>
              <p:nvPr/>
            </p:nvCxnSpPr>
            <p:spPr>
              <a:xfrm rot="5400000">
                <a:off x="3479706" y="1392633"/>
                <a:ext cx="1588" cy="3439798"/>
              </a:xfrm>
              <a:prstGeom prst="bentConnector3">
                <a:avLst>
                  <a:gd name="adj1" fmla="val 14395466"/>
                </a:avLst>
              </a:prstGeom>
              <a:ln w="19050">
                <a:headEnd type="none" w="med" len="med"/>
                <a:tailEnd type="triangl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Elbow Connector 37"/>
              <p:cNvCxnSpPr/>
              <p:nvPr/>
            </p:nvCxnSpPr>
            <p:spPr>
              <a:xfrm rot="5400000" flipH="1" flipV="1">
                <a:off x="6810982" y="1545483"/>
                <a:ext cx="1588" cy="2219698"/>
              </a:xfrm>
              <a:prstGeom prst="bentConnector3">
                <a:avLst>
                  <a:gd name="adj1" fmla="val 14395466"/>
                </a:avLst>
              </a:prstGeom>
              <a:ln w="19050">
                <a:headEnd type="none" w="med" len="med"/>
                <a:tailEnd type="triangl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Elbow Connector 39"/>
              <p:cNvCxnSpPr/>
              <p:nvPr/>
            </p:nvCxnSpPr>
            <p:spPr>
              <a:xfrm rot="5400000">
                <a:off x="6576957" y="2230533"/>
                <a:ext cx="1588" cy="1763999"/>
              </a:xfrm>
              <a:prstGeom prst="bentConnector3">
                <a:avLst>
                  <a:gd name="adj1" fmla="val 14395466"/>
                </a:avLst>
              </a:prstGeom>
              <a:ln w="19050">
                <a:headEnd type="none" w="med" len="med"/>
                <a:tailEnd type="triangl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/>
              <p:cNvCxnSpPr/>
              <p:nvPr/>
            </p:nvCxnSpPr>
            <p:spPr>
              <a:xfrm rot="5400000">
                <a:off x="7004519" y="4024991"/>
                <a:ext cx="1828800" cy="3881"/>
              </a:xfrm>
              <a:prstGeom prst="straightConnector1">
                <a:avLst/>
              </a:prstGeom>
              <a:ln w="19050">
                <a:headEnd type="none" w="med" len="med"/>
                <a:tailEnd type="triangl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Elbow Connector 43"/>
              <p:cNvCxnSpPr/>
              <p:nvPr/>
            </p:nvCxnSpPr>
            <p:spPr>
              <a:xfrm rot="5400000" flipH="1" flipV="1">
                <a:off x="2444319" y="4059333"/>
                <a:ext cx="1588" cy="1763999"/>
              </a:xfrm>
              <a:prstGeom prst="bentConnector3">
                <a:avLst>
                  <a:gd name="adj1" fmla="val 14395466"/>
                </a:avLst>
              </a:prstGeom>
              <a:ln w="19050">
                <a:headEnd type="none" w="med" len="med"/>
                <a:tailEnd type="triangl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Elbow Connector 45"/>
              <p:cNvCxnSpPr/>
              <p:nvPr/>
            </p:nvCxnSpPr>
            <p:spPr>
              <a:xfrm rot="5400000">
                <a:off x="2367704" y="4288683"/>
                <a:ext cx="1588" cy="2219698"/>
              </a:xfrm>
              <a:prstGeom prst="bentConnector3">
                <a:avLst>
                  <a:gd name="adj1" fmla="val 14395466"/>
                </a:avLst>
              </a:prstGeom>
              <a:ln w="19050">
                <a:headEnd type="none" w="med" len="med"/>
                <a:tailEnd type="triangl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Elbow Connector 50"/>
              <p:cNvCxnSpPr/>
              <p:nvPr/>
            </p:nvCxnSpPr>
            <p:spPr>
              <a:xfrm rot="5400000">
                <a:off x="6807101" y="4288683"/>
                <a:ext cx="1588" cy="2219698"/>
              </a:xfrm>
              <a:prstGeom prst="bentConnector3">
                <a:avLst>
                  <a:gd name="adj1" fmla="val 14395466"/>
                </a:avLst>
              </a:prstGeom>
              <a:ln w="19050">
                <a:headEnd type="none" w="med" len="med"/>
                <a:tailEnd type="triangl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Elbow Connector 52"/>
              <p:cNvCxnSpPr/>
              <p:nvPr/>
            </p:nvCxnSpPr>
            <p:spPr>
              <a:xfrm rot="5400000" flipH="1" flipV="1">
                <a:off x="5663617" y="3089133"/>
                <a:ext cx="1588" cy="3704397"/>
              </a:xfrm>
              <a:prstGeom prst="bentConnector3">
                <a:avLst>
                  <a:gd name="adj1" fmla="val 15481932"/>
                </a:avLst>
              </a:prstGeom>
              <a:ln w="19050">
                <a:headEnd type="none" w="med" len="med"/>
                <a:tailEnd type="triangl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/>
              <p:cNvCxnSpPr/>
              <p:nvPr/>
            </p:nvCxnSpPr>
            <p:spPr>
              <a:xfrm>
                <a:off x="1886514" y="2883932"/>
                <a:ext cx="970199" cy="1588"/>
              </a:xfrm>
              <a:prstGeom prst="straightConnector1">
                <a:avLst/>
              </a:prstGeom>
              <a:ln w="19050">
                <a:headEnd type="none" w="med" len="med"/>
                <a:tailEnd type="triangl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/>
              <p:cNvCxnSpPr/>
              <p:nvPr/>
            </p:nvCxnSpPr>
            <p:spPr>
              <a:xfrm rot="10800000">
                <a:off x="6322029" y="5169932"/>
                <a:ext cx="970199" cy="1588"/>
              </a:xfrm>
              <a:prstGeom prst="straightConnector1">
                <a:avLst/>
              </a:prstGeom>
              <a:ln w="19050">
                <a:headEnd type="none" w="med" len="med"/>
                <a:tailEnd type="triangl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/>
              <p:cNvCxnSpPr/>
              <p:nvPr/>
            </p:nvCxnSpPr>
            <p:spPr>
              <a:xfrm rot="10800000">
                <a:off x="4102331" y="5169932"/>
                <a:ext cx="970199" cy="1588"/>
              </a:xfrm>
              <a:prstGeom prst="straightConnector1">
                <a:avLst/>
              </a:prstGeom>
              <a:ln w="19050">
                <a:headEnd type="none" w="med" len="med"/>
                <a:tailEnd type="triangl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5" name="TextBox 64"/>
              <p:cNvSpPr txBox="1"/>
              <p:nvPr/>
            </p:nvSpPr>
            <p:spPr>
              <a:xfrm>
                <a:off x="2110747" y="2556296"/>
                <a:ext cx="5368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:r>
                  <a:rPr lang="en-US">
                    <a:latin typeface="cmmi10"/>
                  </a:rPr>
                  <a:t>lost</a:t>
                </a:r>
                <a:endParaRPr lang="en-US">
                  <a:latin typeface="cmsy10"/>
                </a:endParaRP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3253613" y="3341132"/>
                <a:ext cx="12089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:r>
                  <a:rPr lang="en-US">
                    <a:solidFill>
                      <a:srgbClr val="FF0000"/>
                    </a:solidFill>
                  </a:rPr>
                  <a:t>_</a:t>
                </a:r>
                <a:r>
                  <a:rPr lang="en-US">
                    <a:solidFill>
                      <a:srgbClr val="FF0000"/>
                    </a:solidFill>
                    <a:latin typeface="cmmi10"/>
                  </a:rPr>
                  <a:t>timeout</a:t>
                </a:r>
                <a:r>
                  <a:rPr lang="en-US">
                    <a:solidFill>
                      <a:srgbClr val="FF0000"/>
                    </a:solidFill>
                    <a:latin typeface="cmr10"/>
                  </a:rPr>
                  <a:t>?</a:t>
                </a:r>
              </a:p>
            </p:txBody>
          </p:sp>
          <p:sp>
            <p:nvSpPr>
              <p:cNvPr id="67" name="Rectangle 66"/>
              <p:cNvSpPr/>
              <p:nvPr/>
            </p:nvSpPr>
            <p:spPr>
              <a:xfrm>
                <a:off x="4991791" y="4343400"/>
                <a:ext cx="120898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:r>
                  <a:rPr lang="en-US"/>
                  <a:t>_</a:t>
                </a:r>
                <a:r>
                  <a:rPr lang="en-US">
                    <a:latin typeface="cmmi10"/>
                  </a:rPr>
                  <a:t>timeout</a:t>
                </a:r>
                <a:r>
                  <a:rPr lang="en-US">
                    <a:latin typeface="cmr10"/>
                  </a:rPr>
                  <a:t>?</a:t>
                </a:r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6548472" y="4847880"/>
                <a:ext cx="5368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:r>
                  <a:rPr lang="en-US">
                    <a:latin typeface="cmmi10"/>
                  </a:rPr>
                  <a:t>lost</a:t>
                </a:r>
                <a:endParaRPr lang="en-US">
                  <a:latin typeface="cmsy10"/>
                </a:endParaRPr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4061742" y="2546062"/>
                <a:ext cx="10310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:r>
                  <a:rPr lang="en-US">
                    <a:solidFill>
                      <a:srgbClr val="FF0000"/>
                    </a:solidFill>
                  </a:rPr>
                  <a:t>_</a:t>
                </a:r>
                <a:r>
                  <a:rPr lang="en-US" err="1">
                    <a:solidFill>
                      <a:srgbClr val="FF0000"/>
                    </a:solidFill>
                    <a:latin typeface="cmmi10"/>
                  </a:rPr>
                  <a:t>tmr</a:t>
                </a:r>
                <a:r>
                  <a:rPr lang="en-US">
                    <a:solidFill>
                      <a:srgbClr val="FF0000"/>
                    </a:solidFill>
                    <a:latin typeface="cmr10"/>
                  </a:rPr>
                  <a:t>-</a:t>
                </a:r>
                <a:r>
                  <a:rPr lang="en-US">
                    <a:solidFill>
                      <a:srgbClr val="FF0000"/>
                    </a:solidFill>
                    <a:latin typeface="cmmi10"/>
                  </a:rPr>
                  <a:t>on</a:t>
                </a:r>
                <a:r>
                  <a:rPr lang="en-US">
                    <a:solidFill>
                      <a:srgbClr val="FF0000"/>
                    </a:solidFill>
                    <a:latin typeface="cmr10"/>
                  </a:rPr>
                  <a:t>!</a:t>
                </a:r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4075687" y="5152680"/>
                <a:ext cx="10310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:r>
                  <a:rPr lang="en-US">
                    <a:solidFill>
                      <a:srgbClr val="FF0000"/>
                    </a:solidFill>
                  </a:rPr>
                  <a:t>_</a:t>
                </a:r>
                <a:r>
                  <a:rPr lang="en-US" err="1">
                    <a:solidFill>
                      <a:srgbClr val="FF0000"/>
                    </a:solidFill>
                    <a:latin typeface="cmmi10"/>
                  </a:rPr>
                  <a:t>tmr</a:t>
                </a:r>
                <a:r>
                  <a:rPr lang="en-US">
                    <a:solidFill>
                      <a:srgbClr val="FF0000"/>
                    </a:solidFill>
                    <a:latin typeface="cmr10"/>
                  </a:rPr>
                  <a:t>-</a:t>
                </a:r>
                <a:r>
                  <a:rPr lang="en-US">
                    <a:solidFill>
                      <a:srgbClr val="FF0000"/>
                    </a:solidFill>
                    <a:latin typeface="cmmi10"/>
                  </a:rPr>
                  <a:t>on</a:t>
                </a:r>
                <a:r>
                  <a:rPr lang="en-US">
                    <a:solidFill>
                      <a:srgbClr val="FF0000"/>
                    </a:solidFill>
                    <a:latin typeface="cmr10"/>
                  </a:rPr>
                  <a:t>!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TextBox 73"/>
                  <p:cNvSpPr txBox="1"/>
                  <p:nvPr/>
                </p:nvSpPr>
                <p:spPr>
                  <a:xfrm>
                    <a:off x="6663188" y="2062984"/>
                    <a:ext cx="68249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 rtl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?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>
                      <a:latin typeface="cmmi10"/>
                    </a:endParaRPr>
                  </a:p>
                </p:txBody>
              </p:sp>
            </mc:Choice>
            <mc:Fallback xmlns="">
              <p:sp>
                <p:nvSpPr>
                  <p:cNvPr id="74" name="TextBox 7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63188" y="2062984"/>
                    <a:ext cx="682495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TextBox 74"/>
                  <p:cNvSpPr txBox="1"/>
                  <p:nvPr/>
                </p:nvSpPr>
                <p:spPr>
                  <a:xfrm>
                    <a:off x="6251712" y="3276600"/>
                    <a:ext cx="80881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 rtl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>
                      <a:latin typeface="cmr10"/>
                    </a:endParaRPr>
                  </a:p>
                </p:txBody>
              </p:sp>
            </mc:Choice>
            <mc:Fallback xmlns="">
              <p:sp>
                <p:nvSpPr>
                  <p:cNvPr id="75" name="TextBox 7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51712" y="3276600"/>
                    <a:ext cx="808811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TextBox 75"/>
                  <p:cNvSpPr txBox="1"/>
                  <p:nvPr/>
                </p:nvSpPr>
                <p:spPr>
                  <a:xfrm>
                    <a:off x="2077613" y="5627132"/>
                    <a:ext cx="68249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 rtl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?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>
                      <a:latin typeface="cmmi10"/>
                    </a:endParaRPr>
                  </a:p>
                </p:txBody>
              </p:sp>
            </mc:Choice>
            <mc:Fallback xmlns="">
              <p:sp>
                <p:nvSpPr>
                  <p:cNvPr id="76" name="TextBox 7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77613" y="5627132"/>
                    <a:ext cx="682495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TextBox 76"/>
                  <p:cNvSpPr txBox="1"/>
                  <p:nvPr/>
                </p:nvSpPr>
                <p:spPr>
                  <a:xfrm>
                    <a:off x="2151113" y="4331732"/>
                    <a:ext cx="80881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 rtl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US">
                      <a:latin typeface="cmr10"/>
                    </a:endParaRPr>
                  </a:p>
                </p:txBody>
              </p:sp>
            </mc:Choice>
            <mc:Fallback xmlns="">
              <p:sp>
                <p:nvSpPr>
                  <p:cNvPr id="77" name="TextBox 7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51113" y="4331732"/>
                    <a:ext cx="808811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TextBox 78"/>
                  <p:cNvSpPr txBox="1"/>
                  <p:nvPr/>
                </p:nvSpPr>
                <p:spPr>
                  <a:xfrm>
                    <a:off x="7900596" y="3645932"/>
                    <a:ext cx="1091004" cy="6463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 rtl="0"/>
                    <a14:m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  <a:r>
                      <a:rPr lang="en-US">
                        <a:latin typeface="cmr10"/>
                      </a:rPr>
                      <a:t> :</a:t>
                    </a:r>
                  </a:p>
                  <a:p>
                    <a:pPr algn="l" rtl="0"/>
                    <a:r>
                      <a:rPr lang="en-US">
                        <a:solidFill>
                          <a:srgbClr val="FF0000"/>
                        </a:solidFill>
                      </a:rPr>
                      <a:t>_</a:t>
                    </a:r>
                    <a:r>
                      <a:rPr lang="en-US" err="1">
                        <a:solidFill>
                          <a:srgbClr val="FF0000"/>
                        </a:solidFill>
                        <a:latin typeface="cmmi10"/>
                      </a:rPr>
                      <a:t>tmr</a:t>
                    </a:r>
                    <a:r>
                      <a:rPr lang="en-US">
                        <a:solidFill>
                          <a:srgbClr val="FF0000"/>
                        </a:solidFill>
                        <a:latin typeface="cmr10"/>
                      </a:rPr>
                      <a:t>-</a:t>
                    </a:r>
                    <a:r>
                      <a:rPr lang="en-US">
                        <a:solidFill>
                          <a:srgbClr val="FF0000"/>
                        </a:solidFill>
                        <a:latin typeface="cmmi10"/>
                      </a:rPr>
                      <a:t>off </a:t>
                    </a:r>
                    <a:r>
                      <a:rPr lang="en-US">
                        <a:solidFill>
                          <a:srgbClr val="FF0000"/>
                        </a:solidFill>
                        <a:latin typeface="cmr10"/>
                      </a:rPr>
                      <a:t>!</a:t>
                    </a:r>
                  </a:p>
                </p:txBody>
              </p:sp>
            </mc:Choice>
            <mc:Fallback xmlns="">
              <p:sp>
                <p:nvSpPr>
                  <p:cNvPr id="79" name="TextBox 7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00596" y="3645932"/>
                    <a:ext cx="1091004" cy="64633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4469" t="-4717" r="-5028" b="-1415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/>
                  <p:cNvSpPr txBox="1"/>
                  <p:nvPr/>
                </p:nvSpPr>
                <p:spPr>
                  <a:xfrm>
                    <a:off x="6209287" y="5715000"/>
                    <a:ext cx="107240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 rtl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!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oMath>
                      </m:oMathPara>
                    </a14:m>
                    <a:endParaRPr lang="en-US"/>
                  </a:p>
                </p:txBody>
              </p:sp>
            </mc:Choice>
            <mc:Fallback xmlns="">
              <p:sp>
                <p:nvSpPr>
                  <p:cNvPr id="49" name="TextBox 4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09287" y="5715000"/>
                    <a:ext cx="1072409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/>
                  <p:cNvSpPr txBox="1"/>
                  <p:nvPr/>
                </p:nvSpPr>
                <p:spPr>
                  <a:xfrm>
                    <a:off x="1942087" y="2057400"/>
                    <a:ext cx="106683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 rtl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!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oMath>
                      </m:oMathPara>
                    </a14:m>
                    <a:endParaRPr lang="en-US"/>
                  </a:p>
                </p:txBody>
              </p:sp>
            </mc:Choice>
            <mc:Fallback xmlns="">
              <p:sp>
                <p:nvSpPr>
                  <p:cNvPr id="50" name="TextBox 4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42087" y="2057400"/>
                    <a:ext cx="1066831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pic>
        <p:nvPicPr>
          <p:cNvPr id="45" name="Picture 2" descr="Image result for sender reciever"/>
          <p:cNvPicPr>
            <a:picLocks noChangeAspect="1" noChangeArrowheads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361" t="-20441" r="71111" b="20441"/>
          <a:stretch/>
        </p:blipFill>
        <p:spPr bwMode="auto">
          <a:xfrm>
            <a:off x="553213" y="-138001"/>
            <a:ext cx="1524400" cy="2091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פרוטוקול הביט המתהפך: שעון עצר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ספטמבר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27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271081" y="2667000"/>
            <a:ext cx="1249499" cy="457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dk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off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7200" y="4953000"/>
            <a:ext cx="1249499" cy="4572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dk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on</a:t>
            </a:r>
          </a:p>
        </p:txBody>
      </p:sp>
      <p:cxnSp>
        <p:nvCxnSpPr>
          <p:cNvPr id="15" name="Elbow Connector 14"/>
          <p:cNvCxnSpPr/>
          <p:nvPr/>
        </p:nvCxnSpPr>
        <p:spPr>
          <a:xfrm rot="5400000" flipH="1" flipV="1">
            <a:off x="4895831" y="2667000"/>
            <a:ext cx="1588" cy="1588"/>
          </a:xfrm>
          <a:prstGeom prst="bentConnector3">
            <a:avLst>
              <a:gd name="adj1" fmla="val 14395466"/>
            </a:avLst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Elbow Connector 49"/>
          <p:cNvCxnSpPr/>
          <p:nvPr/>
        </p:nvCxnSpPr>
        <p:spPr>
          <a:xfrm flipV="1">
            <a:off x="5516699" y="2895600"/>
            <a:ext cx="3881" cy="2286000"/>
          </a:xfrm>
          <a:prstGeom prst="bentConnector3">
            <a:avLst>
              <a:gd name="adj1" fmla="val 27773005"/>
            </a:avLst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4894915" y="3815834"/>
                <a:ext cx="12258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𝑡𝑖𝑚𝑒𝑜𝑢𝑡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!</m:t>
                      </m:r>
                    </m:oMath>
                  </m:oMathPara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915" y="3815834"/>
                <a:ext cx="122584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/>
          <p:cNvSpPr txBox="1"/>
          <p:nvPr/>
        </p:nvSpPr>
        <p:spPr>
          <a:xfrm>
            <a:off x="2045860" y="3829026"/>
            <a:ext cx="1085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en-US" b="0" i="0">
                <a:latin typeface="Gisha" panose="020B0502040204020203" pitchFamily="34" charset="-79"/>
                <a:cs typeface="Gisha" panose="020B0502040204020203" pitchFamily="34" charset="-79"/>
              </a:rPr>
              <a:t>_</a:t>
            </a:r>
            <a:r>
              <a:rPr lang="en-US" i="0" err="1">
                <a:latin typeface="Gisha" panose="020B0502040204020203" pitchFamily="34" charset="-79"/>
                <a:cs typeface="Gisha" panose="020B0502040204020203" pitchFamily="34" charset="-79"/>
              </a:rPr>
              <a:t>tmr</a:t>
            </a:r>
            <a:r>
              <a:rPr lang="en-US" b="0" i="0">
                <a:latin typeface="Gisha" panose="020B0502040204020203" pitchFamily="34" charset="-79"/>
                <a:cs typeface="Gisha" panose="020B0502040204020203" pitchFamily="34" charset="-79"/>
              </a:rPr>
              <a:t>-o</a:t>
            </a:r>
            <a:r>
              <a:rPr lang="en-US" i="0">
                <a:latin typeface="Gisha" panose="020B0502040204020203" pitchFamily="34" charset="-79"/>
                <a:cs typeface="Gisha" panose="020B0502040204020203" pitchFamily="34" charset="-79"/>
              </a:rPr>
              <a:t>n?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694197" y="3807952"/>
            <a:ext cx="1158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en-US" b="0" i="0">
                <a:latin typeface="Gisha" panose="020B0502040204020203" pitchFamily="34" charset="-79"/>
                <a:cs typeface="Gisha" panose="020B0502040204020203" pitchFamily="34" charset="-79"/>
              </a:rPr>
              <a:t>_</a:t>
            </a:r>
            <a:r>
              <a:rPr lang="en-US" i="0" err="1">
                <a:latin typeface="Gisha" panose="020B0502040204020203" pitchFamily="34" charset="-79"/>
                <a:cs typeface="Gisha" panose="020B0502040204020203" pitchFamily="34" charset="-79"/>
              </a:rPr>
              <a:t>tmr</a:t>
            </a:r>
            <a:r>
              <a:rPr lang="en-US" b="0" i="0">
                <a:latin typeface="Gisha" panose="020B0502040204020203" pitchFamily="34" charset="-79"/>
                <a:cs typeface="Gisha" panose="020B0502040204020203" pitchFamily="34" charset="-79"/>
              </a:rPr>
              <a:t>-</a:t>
            </a:r>
            <a:r>
              <a:rPr lang="en-US" i="0">
                <a:latin typeface="Gisha" panose="020B0502040204020203" pitchFamily="34" charset="-79"/>
                <a:cs typeface="Gisha" panose="020B0502040204020203" pitchFamily="34" charset="-79"/>
              </a:rPr>
              <a:t>off ?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71" name="Elbow Connector 70"/>
          <p:cNvCxnSpPr/>
          <p:nvPr/>
        </p:nvCxnSpPr>
        <p:spPr>
          <a:xfrm rot="10800000" flipV="1">
            <a:off x="4267201" y="2895600"/>
            <a:ext cx="3881" cy="2286000"/>
          </a:xfrm>
          <a:prstGeom prst="bentConnector3">
            <a:avLst>
              <a:gd name="adj1" fmla="val 26661642"/>
            </a:avLst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rot="5400000" flipH="1" flipV="1">
            <a:off x="3979490" y="4036660"/>
            <a:ext cx="1828800" cy="3881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267200" y="1457980"/>
                <a:ext cx="1269771" cy="52322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𝑇𝑖𝑚𝑒𝑟</m:t>
                      </m:r>
                    </m:oMath>
                  </m:oMathPara>
                </a14:m>
                <a:endParaRPr lang="he-IL" sz="2800">
                  <a:solidFill>
                    <a:srgbClr val="2E41FA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1457980"/>
                <a:ext cx="126977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6" descr="http://theawesomer.com/photos/2012/10/101012_time_out_timer_stool_2.jp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485900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גודל התורים אינו מוגבל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ספטמבר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28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28600" y="2971800"/>
                <a:ext cx="8839200" cy="38862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למרות ההפשטות: </a:t>
                </a:r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מערכת המעברים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𝑇𝑆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𝐴𝐵𝑃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בעלת אינסוף מצבים! </a:t>
                </a:r>
              </a:p>
              <a:p>
                <a:endParaRPr lang="he-IL" sz="2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buNone/>
                </a:pPr>
                <a:r>
                  <a:rPr lang="he-IL" sz="2400">
                    <a:solidFill>
                      <a:srgbClr val="0517C3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למשל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: 	יכול להתקבל </a:t>
                </a:r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timeout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על כל הודעה</a:t>
                </a:r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והתור יצבור מספר בלתי 	מוגבל של הודעות</a:t>
                </a:r>
              </a:p>
              <a:p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28600" y="2971800"/>
                <a:ext cx="8839200" cy="3886200"/>
              </a:xfrm>
              <a:blipFill>
                <a:blip r:embed="rId2"/>
                <a:stretch>
                  <a:fillRect t="-1099" r="-1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81200" y="1828800"/>
                <a:ext cx="5243615" cy="46166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𝐴𝐵𝑃</m:t>
                      </m:r>
                      <m:r>
                        <a:rPr lang="en-US" sz="2400" i="1" dirty="0" smtClean="0">
                          <a:latin typeface="Cambria Math"/>
                        </a:rPr>
                        <m:t> = [ </m:t>
                      </m:r>
                      <m:r>
                        <a:rPr lang="en-US" sz="240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𝑆𝑒</m:t>
                      </m:r>
                      <m:r>
                        <a:rPr lang="en-US" sz="2400" b="0" i="1" dirty="0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𝑑𝑒𝑟</m:t>
                      </m:r>
                      <m:r>
                        <a:rPr lang="en-US" sz="240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 | </m:t>
                      </m:r>
                      <m:r>
                        <a:rPr lang="en-US" sz="240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𝑇𝑖𝑚𝑒𝑟</m:t>
                      </m:r>
                      <m:r>
                        <a:rPr lang="en-US" sz="240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 | </m:t>
                      </m:r>
                      <m:r>
                        <a:rPr lang="en-US" sz="240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𝑅𝑒𝑐𝑒𝑖𝑣𝑒𝑟</m:t>
                      </m:r>
                      <m:r>
                        <a:rPr lang="en-US" sz="240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 ]</m:t>
                      </m:r>
                    </m:oMath>
                  </m:oMathPara>
                </a14:m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1828800"/>
                <a:ext cx="5243615" cy="461665"/>
              </a:xfrm>
              <a:prstGeom prst="rect">
                <a:avLst/>
              </a:prstGeom>
              <a:blipFill>
                <a:blip r:embed="rId3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3429000"/>
            <a:ext cx="2890889" cy="18383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מקטע ריצה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30 ספטמבר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29</a:t>
            </a:fld>
            <a:endParaRPr lang="he-IL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133600"/>
            <a:ext cx="8435801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3169719" y="4831258"/>
            <a:ext cx="301076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he-IL" sz="4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איבוד הודעה</a:t>
            </a:r>
          </a:p>
        </p:txBody>
      </p:sp>
      <p:pic>
        <p:nvPicPr>
          <p:cNvPr id="4098" name="Picture 2" descr="http://4.bp.blogspot.com/_YuR6V_Yr7Bk/SqnwnAGgeKI/AAAAAAAACuQ/sK7XeUXcZDQ/s320/Message%252BIn%252BBottl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933" y="5105400"/>
            <a:ext cx="1524000" cy="14573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4035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152400"/>
            <a:ext cx="70866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מקטע ריצה נוסף: </a:t>
            </a:r>
            <a:b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טיפול בהודעות בלתי צפויות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ספטמבר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1943291"/>
                  </p:ext>
                </p:extLst>
              </p:nvPr>
            </p:nvGraphicFramePr>
            <p:xfrm>
              <a:off x="365760" y="1295400"/>
              <a:ext cx="8458200" cy="4988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90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820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020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5448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0104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12776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err="1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ארוע</a:t>
                          </a:r>
                          <a:endParaRPr lang="en-US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he-IL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ערוץ</a:t>
                          </a:r>
                          <a:r>
                            <a:rPr lang="he-IL" baseline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 </a:t>
                          </a:r>
                          <a:r>
                            <a:rPr lang="en-US" baseline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D</a:t>
                          </a:r>
                          <a:endParaRPr lang="en-US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ערוץ</a:t>
                          </a:r>
                          <a:r>
                            <a:rPr lang="he-IL" baseline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 </a:t>
                          </a:r>
                          <a:r>
                            <a:rPr lang="en-US" baseline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C</a:t>
                          </a:r>
                          <a:endParaRPr lang="en-US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מקבל </a:t>
                          </a:r>
                          <a:endParaRPr lang="en-US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שעון</a:t>
                          </a:r>
                          <a:endParaRPr lang="en-US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שולח</a:t>
                          </a:r>
                          <a:endParaRPr lang="en-US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rtl="1"/>
                          <a:endParaRPr lang="en-US" sz="160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oMath>
                            </m:oMathPara>
                          </a14:m>
                          <a:endParaRPr lang="en-US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oMath>
                            </m:oMathPara>
                          </a14:m>
                          <a:endParaRPr lang="en-US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wait(0)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off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err="1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snd-msg</a:t>
                          </a:r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(0)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60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נשלחת</a:t>
                          </a:r>
                          <a:r>
                            <a:rPr lang="he-IL" sz="1600" baseline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 הודעה עם ביט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baseline="0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endParaRPr lang="en-US" sz="160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oMath>
                            </m:oMathPara>
                          </a14:m>
                          <a:endParaRPr lang="en-US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b="0" i="1" dirty="0" smtClean="0">
                                    <a:latin typeface="Cambria Math" panose="02040503050406030204" pitchFamily="18" charset="0"/>
                                  </a:rPr>
                                  <m:t>〈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〉</m:t>
                                </m:r>
                              </m:oMath>
                            </m:oMathPara>
                          </a14:m>
                          <a:endParaRPr lang="en-US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wait(0)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off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err="1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st-tmr</a:t>
                          </a:r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(0)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160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oMath>
                            </m:oMathPara>
                          </a14:m>
                          <a:endParaRPr lang="en-US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he-IL" b="0" i="1" dirty="0" smtClean="0">
                                    <a:latin typeface="Cambria Math" panose="02040503050406030204" pitchFamily="18" charset="0"/>
                                  </a:rPr>
                                  <m:t>〈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〉</m:t>
                                </m:r>
                              </m:oMath>
                            </m:oMathPara>
                          </a14:m>
                          <a:endParaRPr lang="en-US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wait(0)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wait(0)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60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פסק זמן (</a:t>
                          </a:r>
                          <a:r>
                            <a:rPr lang="en-US" sz="160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timeout</a:t>
                          </a:r>
                          <a:r>
                            <a:rPr lang="he-IL" sz="160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)</a:t>
                          </a:r>
                          <a:endParaRPr lang="en-US" sz="160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oMath>
                            </m:oMathPara>
                          </a14:m>
                          <a:endParaRPr lang="en-US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b="0" i="1" dirty="0" smtClean="0">
                                    <a:latin typeface="Cambria Math" panose="02040503050406030204" pitchFamily="18" charset="0"/>
                                  </a:rPr>
                                  <m:t>〈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〉</m:t>
                                </m:r>
                              </m:oMath>
                            </m:oMathPara>
                          </a14:m>
                          <a:endParaRPr lang="en-US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wait(0)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off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err="1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snd-msg</a:t>
                          </a:r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(0)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60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שליחה</a:t>
                          </a:r>
                          <a:endParaRPr lang="en-US" sz="160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oMath>
                            </m:oMathPara>
                          </a14:m>
                          <a:endParaRPr lang="en-US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〈"/>
                                    <m:endChr m:val="〉"/>
                                    <m:ctrlPr>
                                      <a:rPr lang="he-IL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he-IL" b="0" i="1" dirty="0" smtClean="0">
                                    <a:latin typeface="Cambria Math" panose="02040503050406030204" pitchFamily="18" charset="0"/>
                                  </a:rPr>
                                  <m:t>〈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〉</m:t>
                                </m:r>
                              </m:oMath>
                            </m:oMathPara>
                          </a14:m>
                          <a:endParaRPr lang="en-US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wait(0)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off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err="1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st-tmr</a:t>
                          </a:r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(0)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60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המקבל קורא הודעה ראשונה</a:t>
                          </a:r>
                          <a:endParaRPr lang="en-US" sz="160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oMath>
                            </m:oMathPara>
                          </a14:m>
                          <a:endParaRPr lang="en-US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b="0" i="1" dirty="0" smtClean="0">
                                    <a:latin typeface="Cambria Math" panose="02040503050406030204" pitchFamily="18" charset="0"/>
                                  </a:rPr>
                                  <m:t>〈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〉</m:t>
                                </m:r>
                              </m:oMath>
                            </m:oMathPara>
                          </a14:m>
                          <a:endParaRPr lang="en-US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pr-</a:t>
                          </a:r>
                          <a:r>
                            <a:rPr lang="en-US" err="1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msg</a:t>
                          </a:r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(0)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off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err="1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st-tmr</a:t>
                          </a:r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(0)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160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oMath>
                            </m:oMathPara>
                          </a14:m>
                          <a:endParaRPr lang="en-US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b="0" i="1" dirty="0" smtClean="0">
                                    <a:latin typeface="Cambria Math" panose="02040503050406030204" pitchFamily="18" charset="0"/>
                                  </a:rPr>
                                  <m:t>〈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〉</m:t>
                                </m:r>
                              </m:oMath>
                            </m:oMathPara>
                          </a14:m>
                          <a:endParaRPr lang="en-US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err="1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snd-ack</a:t>
                          </a:r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(0)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off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err="1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st-tmr</a:t>
                          </a:r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(0)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60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המקבל עובר למצב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endParaRPr lang="en-US" sz="160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b="0" i="1" dirty="0" smtClean="0">
                                    <a:latin typeface="Cambria Math" panose="02040503050406030204" pitchFamily="18" charset="0"/>
                                  </a:rPr>
                                  <m:t>〈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〉</m:t>
                                </m:r>
                              </m:oMath>
                            </m:oMathPara>
                          </a14:m>
                          <a:endParaRPr lang="en-US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wait(1)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off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st-tmr(0)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60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המקבל</a:t>
                          </a:r>
                          <a:r>
                            <a:rPr lang="he-IL" sz="1600" baseline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 מקבל שליחה חוזרת</a:t>
                          </a:r>
                          <a:endParaRPr lang="en-US" sz="160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oMath>
                            </m:oMathPara>
                          </a14:m>
                          <a:endParaRPr lang="en-US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pr-</a:t>
                          </a:r>
                          <a:r>
                            <a:rPr lang="en-US" err="1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msg</a:t>
                          </a:r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(1)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off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st-tmr(0)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60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ומתעלם</a:t>
                          </a:r>
                          <a:r>
                            <a:rPr lang="he-IL" sz="1600" baseline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 ממנה...</a:t>
                          </a:r>
                          <a:endParaRPr lang="en-US" sz="160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oMath>
                            </m:oMathPara>
                          </a14:m>
                          <a:endParaRPr lang="en-US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wait(1)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off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err="1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st-tmr</a:t>
                          </a:r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(0)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rtl="1"/>
                          <a:endParaRPr lang="en-US" sz="160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oMath>
                            </m:oMathPara>
                          </a14:m>
                          <a:endParaRPr lang="en-US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oMath>
                            </m:oMathPara>
                          </a14:m>
                          <a:endParaRPr lang="en-US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  <a:sym typeface="MT Extra"/>
                            </a:rPr>
                            <a:t></a:t>
                          </a:r>
                          <a:endParaRPr lang="en-US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  <a:sym typeface="MT Extra"/>
                            </a:rPr>
                            <a:t></a:t>
                          </a:r>
                          <a:endParaRPr lang="en-US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  <a:sym typeface="MT Extra"/>
                            </a:rPr>
                            <a:t></a:t>
                          </a:r>
                          <a:endParaRPr lang="en-US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1943291"/>
                  </p:ext>
                </p:extLst>
              </p:nvPr>
            </p:nvGraphicFramePr>
            <p:xfrm>
              <a:off x="365760" y="1295400"/>
              <a:ext cx="8458200" cy="4988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90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820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020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5448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0104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12776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err="1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ארוע</a:t>
                          </a:r>
                          <a:endParaRPr lang="en-US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he-IL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ערוץ</a:t>
                          </a:r>
                          <a:r>
                            <a:rPr lang="he-IL" baseline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 </a:t>
                          </a:r>
                          <a:r>
                            <a:rPr lang="en-US" baseline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D</a:t>
                          </a:r>
                          <a:endParaRPr lang="en-US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ערוץ</a:t>
                          </a:r>
                          <a:r>
                            <a:rPr lang="he-IL" baseline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 </a:t>
                          </a:r>
                          <a:r>
                            <a:rPr lang="en-US" baseline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C</a:t>
                          </a:r>
                          <a:endParaRPr lang="en-US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מקבל </a:t>
                          </a:r>
                          <a:endParaRPr lang="en-US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שעון</a:t>
                          </a:r>
                          <a:endParaRPr lang="en-US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שולח</a:t>
                          </a:r>
                          <a:endParaRPr lang="en-US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 rtl="1"/>
                          <a:endParaRPr lang="en-US" sz="160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9888" t="-62857" r="-443258" b="-63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3043" t="-62857" r="-243043" b="-63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wait(0)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off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err="1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snd-msg</a:t>
                          </a:r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(0)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71" t="-280328" r="-227529" b="-995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9888" t="-280328" r="-443258" b="-995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3043" t="-280328" r="-243043" b="-995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wait(0)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off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err="1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st-tmr</a:t>
                          </a:r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(0)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160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9888" t="-380328" r="-443258" b="-895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3043" t="-380328" r="-243043" b="-895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wait(0)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wait(0)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60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פסק זמן (</a:t>
                          </a:r>
                          <a:r>
                            <a:rPr lang="en-US" sz="160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timeout</a:t>
                          </a:r>
                          <a:r>
                            <a:rPr lang="he-IL" sz="160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)</a:t>
                          </a:r>
                          <a:endParaRPr lang="en-US" sz="160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9888" t="-279048" r="-443258" b="-4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3043" t="-279048" r="-243043" b="-4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wait(0)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off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err="1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snd-msg</a:t>
                          </a:r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(0)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60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שליחה</a:t>
                          </a:r>
                          <a:endParaRPr lang="en-US" sz="160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9888" t="-652459" r="-443258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3043" t="-652459" r="-24304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wait(0)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off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err="1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st-tmr</a:t>
                          </a:r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(0)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60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המקבל קורא הודעה ראשונה</a:t>
                          </a:r>
                          <a:endParaRPr lang="en-US" sz="160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9888" t="-752459" r="-443258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3043" t="-752459" r="-243043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pr-</a:t>
                          </a:r>
                          <a:r>
                            <a:rPr lang="en-US" err="1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msg</a:t>
                          </a:r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(0)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off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err="1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st-tmr</a:t>
                          </a:r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(0)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160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9888" t="-866667" r="-443258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3043" t="-866667" r="-243043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err="1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snd-ack</a:t>
                          </a:r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(0)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off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err="1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st-tmr</a:t>
                          </a:r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(0)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71" t="-950820" r="-22752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3043" t="-950820" r="-243043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wait(1)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off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st-tmr(0)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60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המקבל</a:t>
                          </a:r>
                          <a:r>
                            <a:rPr lang="he-IL" sz="1600" baseline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 מקבל שליחה חוזרת</a:t>
                          </a:r>
                          <a:endParaRPr lang="en-US" sz="160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3043" t="-1050820" r="-243043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pr-</a:t>
                          </a:r>
                          <a:r>
                            <a:rPr lang="en-US" err="1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msg</a:t>
                          </a:r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(1)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off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st-tmr(0)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60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ומתעלם</a:t>
                          </a:r>
                          <a:r>
                            <a:rPr lang="he-IL" sz="1600" baseline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 ממנה...</a:t>
                          </a:r>
                          <a:endParaRPr lang="en-US" sz="160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3043" t="-1150820" r="-243043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wait(1)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off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err="1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st-tmr</a:t>
                          </a:r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(0)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rtl="1"/>
                          <a:endParaRPr lang="en-US" sz="160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9888" t="-1250820" r="-443258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3043" t="-1250820" r="-243043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  <a:sym typeface="MT Extra"/>
                            </a:rPr>
                            <a:t></a:t>
                          </a:r>
                          <a:endParaRPr lang="en-US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  <a:sym typeface="MT Extra"/>
                            </a:rPr>
                            <a:t></a:t>
                          </a:r>
                          <a:endParaRPr lang="en-US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latin typeface="Gisha" panose="020B0502040204020203" pitchFamily="34" charset="-79"/>
                              <a:cs typeface="Gisha" panose="020B0502040204020203" pitchFamily="34" charset="-79"/>
                              <a:sym typeface="MT Extra"/>
                            </a:rPr>
                            <a:t></a:t>
                          </a:r>
                          <a:endParaRPr lang="en-US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פישוט אפשרי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30 ספטמבר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31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09426" y="1405785"/>
                <a:ext cx="8686800" cy="4572000"/>
              </a:xfrm>
            </p:spPr>
            <p:txBody>
              <a:bodyPr/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בגלל שערוץ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אמין, אין צורך שהשולח יבדוק את ביט הבקרה</a:t>
                </a:r>
              </a:p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אפשר להוריד את המקומות </a:t>
                </a:r>
                <a:r>
                  <a:rPr lang="en-US" err="1">
                    <a:latin typeface="Gisha" panose="020B0502040204020203" pitchFamily="34" charset="-79"/>
                    <a:cs typeface="Gisha" panose="020B0502040204020203" pitchFamily="34" charset="-79"/>
                  </a:rPr>
                  <a:t>chk-ack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(0)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ו </a:t>
                </a:r>
                <a:r>
                  <a:rPr lang="en-US" err="1">
                    <a:latin typeface="Gisha" panose="020B0502040204020203" pitchFamily="34" charset="-79"/>
                    <a:cs typeface="Gisha" panose="020B0502040204020203" pitchFamily="34" charset="-79"/>
                  </a:rPr>
                  <a:t>chk-ack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(1)</a:t>
                </a: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09426" y="1405785"/>
                <a:ext cx="8686800" cy="4572000"/>
              </a:xfrm>
              <a:blipFill>
                <a:blip r:embed="rId2"/>
                <a:stretch>
                  <a:fillRect t="-1333" r="-9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2931747" y="3257047"/>
            <a:ext cx="1007217" cy="33464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err="1"/>
              <a:t>st-tmr</a:t>
            </a:r>
            <a:r>
              <a:rPr lang="en-US" sz="1200"/>
              <a:t>(0)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2454" y="3257047"/>
            <a:ext cx="1007217" cy="33464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err="1"/>
              <a:t>snd-msg</a:t>
            </a:r>
            <a:r>
              <a:rPr lang="en-US" sz="1200"/>
              <a:t>(0)</a:t>
            </a:r>
          </a:p>
        </p:txBody>
      </p:sp>
      <p:sp>
        <p:nvSpPr>
          <p:cNvPr id="9" name="Rectangle 8"/>
          <p:cNvSpPr/>
          <p:nvPr/>
        </p:nvSpPr>
        <p:spPr>
          <a:xfrm>
            <a:off x="6510331" y="3257047"/>
            <a:ext cx="1007217" cy="33464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err="1"/>
              <a:t>chk-ack</a:t>
            </a:r>
            <a:r>
              <a:rPr lang="en-US" sz="1200"/>
              <a:t>(0)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1038" y="3257047"/>
            <a:ext cx="1007217" cy="33464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wait(0)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8617" y="4930249"/>
            <a:ext cx="1007217" cy="33464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wait(1)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9326" y="4930249"/>
            <a:ext cx="1007217" cy="33464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err="1"/>
              <a:t>chk-ack</a:t>
            </a:r>
            <a:r>
              <a:rPr lang="en-US" sz="1200"/>
              <a:t>(1)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07201" y="4930249"/>
            <a:ext cx="1007217" cy="33464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err="1"/>
              <a:t>snd-msg</a:t>
            </a:r>
            <a:r>
              <a:rPr lang="en-US" sz="1200"/>
              <a:t>(1)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17910" y="4930249"/>
            <a:ext cx="1007217" cy="33464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err="1"/>
              <a:t>st-tmr</a:t>
            </a:r>
            <a:r>
              <a:rPr lang="en-US" sz="1200"/>
              <a:t>(1)</a:t>
            </a:r>
          </a:p>
        </p:txBody>
      </p:sp>
      <p:cxnSp>
        <p:nvCxnSpPr>
          <p:cNvPr id="15" name="Elbow Connector 14"/>
          <p:cNvCxnSpPr/>
          <p:nvPr/>
        </p:nvCxnSpPr>
        <p:spPr>
          <a:xfrm>
            <a:off x="941012" y="3287474"/>
            <a:ext cx="201444" cy="116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rot="5400000" flipH="1" flipV="1">
            <a:off x="975218" y="4259404"/>
            <a:ext cx="1338562" cy="312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Elbow Connector 16"/>
          <p:cNvCxnSpPr/>
          <p:nvPr/>
        </p:nvCxnSpPr>
        <p:spPr>
          <a:xfrm rot="5400000" flipH="1" flipV="1">
            <a:off x="2540745" y="2362401"/>
            <a:ext cx="1162" cy="1789292"/>
          </a:xfrm>
          <a:prstGeom prst="bentConnector3">
            <a:avLst>
              <a:gd name="adj1" fmla="val 14395466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3938964" y="3424367"/>
            <a:ext cx="782074" cy="116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Elbow Connector 18"/>
          <p:cNvCxnSpPr/>
          <p:nvPr/>
        </p:nvCxnSpPr>
        <p:spPr>
          <a:xfrm rot="5400000">
            <a:off x="3433998" y="2205282"/>
            <a:ext cx="1162" cy="2772810"/>
          </a:xfrm>
          <a:prstGeom prst="bentConnector3">
            <a:avLst>
              <a:gd name="adj1" fmla="val 14395466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Elbow Connector 19"/>
          <p:cNvCxnSpPr/>
          <p:nvPr/>
        </p:nvCxnSpPr>
        <p:spPr>
          <a:xfrm rot="5400000" flipH="1" flipV="1">
            <a:off x="6119329" y="2362401"/>
            <a:ext cx="1162" cy="1789292"/>
          </a:xfrm>
          <a:prstGeom prst="bentConnector3">
            <a:avLst>
              <a:gd name="adj1" fmla="val 14395466"/>
            </a:avLst>
          </a:prstGeom>
          <a:ln w="19050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Elbow Connector 20"/>
          <p:cNvCxnSpPr/>
          <p:nvPr/>
        </p:nvCxnSpPr>
        <p:spPr>
          <a:xfrm rot="5400000">
            <a:off x="5930683" y="2880711"/>
            <a:ext cx="1162" cy="1421954"/>
          </a:xfrm>
          <a:prstGeom prst="bentConnector3">
            <a:avLst>
              <a:gd name="adj1" fmla="val 14395466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rot="5400000">
            <a:off x="6343094" y="4259404"/>
            <a:ext cx="1338562" cy="312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Elbow Connector 22"/>
          <p:cNvCxnSpPr/>
          <p:nvPr/>
        </p:nvCxnSpPr>
        <p:spPr>
          <a:xfrm rot="5400000" flipH="1" flipV="1">
            <a:off x="2599376" y="4219273"/>
            <a:ext cx="1162" cy="1421954"/>
          </a:xfrm>
          <a:prstGeom prst="bentConnector3">
            <a:avLst>
              <a:gd name="adj1" fmla="val 14395466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Elbow Connector 23"/>
          <p:cNvCxnSpPr/>
          <p:nvPr/>
        </p:nvCxnSpPr>
        <p:spPr>
          <a:xfrm rot="5400000">
            <a:off x="2537617" y="4370244"/>
            <a:ext cx="1162" cy="1789292"/>
          </a:xfrm>
          <a:prstGeom prst="bentConnector3">
            <a:avLst>
              <a:gd name="adj1" fmla="val 14395466"/>
            </a:avLst>
          </a:prstGeom>
          <a:ln w="19050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Elbow Connector 24"/>
          <p:cNvCxnSpPr/>
          <p:nvPr/>
        </p:nvCxnSpPr>
        <p:spPr>
          <a:xfrm rot="5400000">
            <a:off x="6116201" y="4370244"/>
            <a:ext cx="1162" cy="1789292"/>
          </a:xfrm>
          <a:prstGeom prst="bentConnector3">
            <a:avLst>
              <a:gd name="adj1" fmla="val 14395466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Elbow Connector 25"/>
          <p:cNvCxnSpPr/>
          <p:nvPr/>
        </p:nvCxnSpPr>
        <p:spPr>
          <a:xfrm rot="5400000" flipH="1" flipV="1">
            <a:off x="5194442" y="3437197"/>
            <a:ext cx="1162" cy="2986103"/>
          </a:xfrm>
          <a:prstGeom prst="bentConnector3">
            <a:avLst>
              <a:gd name="adj1" fmla="val 15481932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149672" y="3424367"/>
            <a:ext cx="782074" cy="116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rot="10800000">
            <a:off x="5725127" y="5097569"/>
            <a:ext cx="782074" cy="116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rot="10800000">
            <a:off x="3935835" y="5097569"/>
            <a:ext cx="782074" cy="116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67506" y="2819400"/>
            <a:ext cx="7120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en-US" sz="1200">
                <a:latin typeface="cmmi10"/>
              </a:rPr>
              <a:t>C</a:t>
            </a:r>
            <a:r>
              <a:rPr lang="en-US" sz="1200">
                <a:latin typeface="cmr10"/>
              </a:rPr>
              <a:t>!</a:t>
            </a:r>
            <a:r>
              <a:rPr lang="en-US" sz="1200">
                <a:latin typeface="cmsy10"/>
              </a:rPr>
              <a:t>h</a:t>
            </a:r>
            <a:r>
              <a:rPr lang="en-US" sz="1200">
                <a:latin typeface="cmmi10"/>
              </a:rPr>
              <a:t>m</a:t>
            </a:r>
            <a:r>
              <a:rPr lang="en-US" sz="1200">
                <a:latin typeface="cmr10"/>
              </a:rPr>
              <a:t>,0</a:t>
            </a:r>
            <a:r>
              <a:rPr lang="en-US" sz="1200">
                <a:latin typeface="cmsy10"/>
              </a:rPr>
              <a:t>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0426" y="3184559"/>
            <a:ext cx="4331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en-US" sz="1200">
                <a:latin typeface="cmmi10"/>
              </a:rPr>
              <a:t>lost</a:t>
            </a:r>
            <a:endParaRPr lang="en-US" sz="1200">
              <a:latin typeface="cmsy1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251687" y="3759008"/>
            <a:ext cx="9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en-US"/>
              <a:t>_</a:t>
            </a:r>
            <a:r>
              <a:rPr lang="en-US" sz="1200">
                <a:latin typeface="cmmi10"/>
              </a:rPr>
              <a:t>timeout</a:t>
            </a:r>
            <a:r>
              <a:rPr lang="en-US" sz="1200">
                <a:latin typeface="cmr10"/>
              </a:rPr>
              <a:t>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52826" y="4492602"/>
            <a:ext cx="9028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sz="1200"/>
              <a:t>_ </a:t>
            </a:r>
            <a:r>
              <a:rPr lang="en-US" sz="1200">
                <a:latin typeface="cmmi10"/>
              </a:rPr>
              <a:t>timeout</a:t>
            </a:r>
            <a:r>
              <a:rPr lang="en-US" sz="1200">
                <a:latin typeface="cmr10"/>
              </a:rPr>
              <a:t>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62361" y="5432210"/>
            <a:ext cx="7280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en-US" sz="1200">
                <a:latin typeface="cmmi10"/>
              </a:rPr>
              <a:t>D</a:t>
            </a:r>
            <a:r>
              <a:rPr lang="en-US" sz="1200">
                <a:latin typeface="cmr10"/>
              </a:rPr>
              <a:t>!</a:t>
            </a:r>
            <a:r>
              <a:rPr lang="en-US" sz="1200">
                <a:latin typeface="cmsy10"/>
              </a:rPr>
              <a:t>h</a:t>
            </a:r>
            <a:r>
              <a:rPr lang="en-US" sz="1200">
                <a:latin typeface="cmmi10"/>
              </a:rPr>
              <a:t>m</a:t>
            </a:r>
            <a:r>
              <a:rPr lang="en-US" sz="1200">
                <a:latin typeface="cmr10"/>
              </a:rPr>
              <a:t>,1</a:t>
            </a:r>
            <a:r>
              <a:rPr lang="en-US" sz="1200">
                <a:latin typeface="cmsy10"/>
              </a:rPr>
              <a:t>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07662" y="4861849"/>
            <a:ext cx="4331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en-US" sz="1200">
                <a:latin typeface="cmmi10"/>
              </a:rPr>
              <a:t>lost</a:t>
            </a:r>
            <a:endParaRPr lang="en-US" sz="1200">
              <a:latin typeface="cmsy1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962192" y="3177069"/>
            <a:ext cx="8178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en-US" sz="1200"/>
              <a:t>_ </a:t>
            </a:r>
            <a:r>
              <a:rPr lang="en-US" sz="1200" err="1">
                <a:latin typeface="cmmi10"/>
              </a:rPr>
              <a:t>tmr</a:t>
            </a:r>
            <a:r>
              <a:rPr lang="en-US" sz="1200">
                <a:latin typeface="cmr10"/>
              </a:rPr>
              <a:t>-</a:t>
            </a:r>
            <a:r>
              <a:rPr lang="en-US" sz="1200">
                <a:latin typeface="cmmi10"/>
              </a:rPr>
              <a:t>on</a:t>
            </a:r>
            <a:r>
              <a:rPr lang="en-US" sz="1200">
                <a:latin typeface="cmr10"/>
              </a:rPr>
              <a:t>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76077" y="5084942"/>
            <a:ext cx="8178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en-US" sz="1200"/>
              <a:t>_ </a:t>
            </a:r>
            <a:r>
              <a:rPr lang="en-US" sz="1200" err="1">
                <a:latin typeface="cmmi10"/>
              </a:rPr>
              <a:t>tmr</a:t>
            </a:r>
            <a:r>
              <a:rPr lang="en-US" sz="1200">
                <a:latin typeface="cmr10"/>
              </a:rPr>
              <a:t>-</a:t>
            </a:r>
            <a:r>
              <a:rPr lang="en-US" sz="1200">
                <a:latin typeface="cmmi10"/>
              </a:rPr>
              <a:t>on</a:t>
            </a:r>
            <a:r>
              <a:rPr lang="en-US" sz="1200">
                <a:latin typeface="cmr10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00135" y="2823487"/>
            <a:ext cx="4716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en-US" sz="1200" err="1">
                <a:latin typeface="cmmi10"/>
              </a:rPr>
              <a:t>D</a:t>
            </a:r>
            <a:r>
              <a:rPr lang="en-US" sz="1200" err="1">
                <a:latin typeface="cmr10"/>
              </a:rPr>
              <a:t>?</a:t>
            </a:r>
            <a:r>
              <a:rPr lang="en-US" sz="1200" err="1">
                <a:latin typeface="cmmi10"/>
              </a:rPr>
              <a:t>x</a:t>
            </a:r>
            <a:endParaRPr lang="en-US" sz="1200">
              <a:latin typeface="cmmi1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740106" y="3754921"/>
            <a:ext cx="4700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en-US" sz="1200">
                <a:latin typeface="cmmi10"/>
              </a:rPr>
              <a:t>x</a:t>
            </a:r>
            <a:r>
              <a:rPr lang="en-US" sz="1200">
                <a:latin typeface="cmr10"/>
              </a:rPr>
              <a:t>=1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03717" y="5432210"/>
            <a:ext cx="4716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en-US" sz="1200" err="1">
                <a:latin typeface="cmmi10"/>
              </a:rPr>
              <a:t>D</a:t>
            </a:r>
            <a:r>
              <a:rPr lang="en-US" sz="1200" err="1">
                <a:latin typeface="cmr10"/>
              </a:rPr>
              <a:t>?</a:t>
            </a:r>
            <a:r>
              <a:rPr lang="en-US" sz="1200" err="1">
                <a:latin typeface="cmmi10"/>
              </a:rPr>
              <a:t>x</a:t>
            </a:r>
            <a:endParaRPr lang="en-US" sz="1200">
              <a:latin typeface="cmmi1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362965" y="4484062"/>
            <a:ext cx="4700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en-US" sz="1200">
                <a:latin typeface="cmmi10"/>
              </a:rPr>
              <a:t>x</a:t>
            </a:r>
            <a:r>
              <a:rPr lang="en-US" sz="1200">
                <a:latin typeface="cmr10"/>
              </a:rPr>
              <a:t>=0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" y="3982101"/>
            <a:ext cx="92525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en-US" sz="1200">
                <a:latin typeface="cmmi10"/>
              </a:rPr>
              <a:t>x</a:t>
            </a:r>
            <a:r>
              <a:rPr lang="en-US" sz="1200">
                <a:latin typeface="cmr10"/>
              </a:rPr>
              <a:t>=1 :</a:t>
            </a:r>
          </a:p>
          <a:p>
            <a:pPr algn="l" rtl="0"/>
            <a:r>
              <a:rPr lang="en-US"/>
              <a:t>_</a:t>
            </a:r>
            <a:r>
              <a:rPr lang="en-US" sz="1200" err="1">
                <a:latin typeface="cmmi10"/>
              </a:rPr>
              <a:t>tmr</a:t>
            </a:r>
            <a:r>
              <a:rPr lang="en-US" sz="1200">
                <a:latin typeface="cmr10"/>
              </a:rPr>
              <a:t>-</a:t>
            </a:r>
            <a:r>
              <a:rPr lang="en-US" sz="1200">
                <a:latin typeface="cmmi10"/>
              </a:rPr>
              <a:t>off </a:t>
            </a:r>
            <a:r>
              <a:rPr lang="en-US" sz="1200">
                <a:latin typeface="cmr10"/>
              </a:rPr>
              <a:t>!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7605" y="3982101"/>
            <a:ext cx="93968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en-US" sz="1200">
                <a:latin typeface="cmmi10"/>
              </a:rPr>
              <a:t>x</a:t>
            </a:r>
            <a:r>
              <a:rPr lang="en-US" sz="1200">
                <a:latin typeface="cmr10"/>
              </a:rPr>
              <a:t>=0 :</a:t>
            </a:r>
          </a:p>
          <a:p>
            <a:pPr algn="l" rtl="0"/>
            <a:r>
              <a:rPr lang="en-US" sz="1400"/>
              <a:t>_ </a:t>
            </a:r>
            <a:r>
              <a:rPr lang="en-US" sz="1200" err="1">
                <a:latin typeface="cmmi10"/>
              </a:rPr>
              <a:t>tmr</a:t>
            </a:r>
            <a:r>
              <a:rPr lang="en-US" sz="1200">
                <a:latin typeface="cmr10"/>
              </a:rPr>
              <a:t>-</a:t>
            </a:r>
            <a:r>
              <a:rPr lang="en-US" sz="1200">
                <a:latin typeface="cmmi10"/>
              </a:rPr>
              <a:t>off </a:t>
            </a:r>
            <a:r>
              <a:rPr lang="en-US" sz="1200">
                <a:latin typeface="cmr10"/>
              </a:rPr>
              <a:t>!</a:t>
            </a:r>
          </a:p>
        </p:txBody>
      </p:sp>
      <p:cxnSp>
        <p:nvCxnSpPr>
          <p:cNvPr id="47" name="Elbow Connector 46"/>
          <p:cNvCxnSpPr/>
          <p:nvPr/>
        </p:nvCxnSpPr>
        <p:spPr>
          <a:xfrm rot="16200000" flipH="1">
            <a:off x="5449271" y="3032423"/>
            <a:ext cx="1840522" cy="2289771"/>
          </a:xfrm>
          <a:prstGeom prst="bentConnector4">
            <a:avLst>
              <a:gd name="adj1" fmla="val -11040"/>
              <a:gd name="adj2" fmla="val 127363"/>
            </a:avLst>
          </a:prstGeom>
          <a:ln w="19050">
            <a:solidFill>
              <a:srgbClr val="2E41F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/>
          <p:cNvCxnSpPr/>
          <p:nvPr/>
        </p:nvCxnSpPr>
        <p:spPr>
          <a:xfrm rot="5400000" flipH="1">
            <a:off x="1367079" y="3199742"/>
            <a:ext cx="1840522" cy="2289772"/>
          </a:xfrm>
          <a:prstGeom prst="bentConnector4">
            <a:avLst>
              <a:gd name="adj1" fmla="val -12420"/>
              <a:gd name="adj2" fmla="val 124405"/>
            </a:avLst>
          </a:prstGeom>
          <a:ln w="19050">
            <a:solidFill>
              <a:srgbClr val="2E41F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3310934" y="6080429"/>
            <a:ext cx="2871300" cy="46166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1">
            <a:spAutoFit/>
          </a:bodyPr>
          <a:lstStyle/>
          <a:p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גם המודל הקודם נכון!</a:t>
            </a:r>
          </a:p>
        </p:txBody>
      </p:sp>
    </p:spTree>
    <p:extLst>
      <p:ext uri="{BB962C8B-B14F-4D97-AF65-F5344CB8AC3E}">
        <p14:creationId xmlns:p14="http://schemas.microsoft.com/office/powerpoint/2010/main" val="768891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ADMINISTRATOR@3HZWZZR6INUPNVTI" val="3557"/>
  <p:tag name="FIRSTGERAW@YFUXXLKFUVWYY57I" val="3555"/>
  <p:tag name="FIRSTUSER@YFBVXUQFUVWYY57I" val="3590"/>
  <p:tag name="DEFAULTDISPLAYSOURCE" val="\documentclass{article}\pagestyle{empty}&#10;&#10;\begin{document}&#10;&#10;\end{document}&#10;"/>
  <p:tag name="EMBEDFONTS" val="1"/>
  <p:tag name="FIRSTGERAW@BMGANINFUVWYY57I" val="3935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0</TotalTime>
  <Words>2181</Words>
  <Application>Microsoft Office PowerPoint</Application>
  <PresentationFormat>On-screen Show (4:3)</PresentationFormat>
  <Paragraphs>545</Paragraphs>
  <Slides>31</Slides>
  <Notes>0</Notes>
  <HiddenSlides>8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6" baseType="lpstr">
      <vt:lpstr>Aharoni</vt:lpstr>
      <vt:lpstr>Arial</vt:lpstr>
      <vt:lpstr>Calibri</vt:lpstr>
      <vt:lpstr>Cambria Math</vt:lpstr>
      <vt:lpstr>cmmi10</vt:lpstr>
      <vt:lpstr>cmr10</vt:lpstr>
      <vt:lpstr>cmsy10</vt:lpstr>
      <vt:lpstr>Franklin Gothic Book</vt:lpstr>
      <vt:lpstr>Gisha</vt:lpstr>
      <vt:lpstr>modstmary10</vt:lpstr>
      <vt:lpstr>Perpetua</vt:lpstr>
      <vt:lpstr>Times</vt:lpstr>
      <vt:lpstr>Wingdings</vt:lpstr>
      <vt:lpstr>Wingdings 2</vt:lpstr>
      <vt:lpstr>Equity</vt:lpstr>
      <vt:lpstr>מערכות ערוצים (תחביר)</vt:lpstr>
      <vt:lpstr>לחיצת יד (handshaking)</vt:lpstr>
      <vt:lpstr>דוגמה: לחיצת יד בין תהליכים</vt:lpstr>
      <vt:lpstr>דוגמה: חסימה הדדית באמצעות בורר</vt:lpstr>
      <vt:lpstr>דוגמה: חוקי משחק</vt:lpstr>
      <vt:lpstr>מקרה פרטי</vt:lpstr>
      <vt:lpstr>אסוציאטיביות?</vt:lpstr>
      <vt:lpstr>סיכום ביניים: מקביליות ותקשורת בין משימות</vt:lpstr>
      <vt:lpstr>תוכן עניינים להמשך</vt:lpstr>
      <vt:lpstr>שפות המידול</vt:lpstr>
      <vt:lpstr>מערכת ערוצים</vt:lpstr>
      <vt:lpstr>ערוצים (channels)</vt:lpstr>
      <vt:lpstr>ערוצים (channels)</vt:lpstr>
      <vt:lpstr>סוגי מעברים</vt:lpstr>
      <vt:lpstr>שליחה וקבלת הודעות</vt:lpstr>
      <vt:lpstr>הגדרה: תחביר למערכת ערוצים</vt:lpstr>
      <vt:lpstr>סוגי תקשורת שונים</vt:lpstr>
      <vt:lpstr>פעולות תקשורת</vt:lpstr>
      <vt:lpstr>דוגמה</vt:lpstr>
      <vt:lpstr>דוגמה: פרוטוקול הביט המתהפך Alternating Bit Protocol</vt:lpstr>
      <vt:lpstr>מידול כמערכות ערוצים</vt:lpstr>
      <vt:lpstr>שיטה לשליחת נתונים דרך ערוץ לא אמין</vt:lpstr>
      <vt:lpstr>ייצוג הפרוטוקול </vt:lpstr>
      <vt:lpstr>פרוטוקול הביט המתהפך: מקבל</vt:lpstr>
      <vt:lpstr>מוסיפים למודל אובייקט "שעון עצר" כאבסטרקציה למעבר זמן</vt:lpstr>
      <vt:lpstr>פרוטוקול הביט המתהפך: שולח</vt:lpstr>
      <vt:lpstr>פרוטוקול הביט המתהפך: שעון עצר</vt:lpstr>
      <vt:lpstr>גודל התורים אינו מוגבל</vt:lpstr>
      <vt:lpstr>מקטע ריצה</vt:lpstr>
      <vt:lpstr>מקטע ריצה נוסף:  טיפול בהודעות בלתי צפויות</vt:lpstr>
      <vt:lpstr>פישוט אפשרי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מקביליות</dc:title>
  <dc:creator>John Doil</dc:creator>
  <cp:lastModifiedBy>Gera Weiss</cp:lastModifiedBy>
  <cp:revision>1</cp:revision>
  <dcterms:created xsi:type="dcterms:W3CDTF">2009-09-27T20:49:26Z</dcterms:created>
  <dcterms:modified xsi:type="dcterms:W3CDTF">2025-09-30T14:54:21Z</dcterms:modified>
</cp:coreProperties>
</file>