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diagrams/data4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4"/>
  </p:sldMasterIdLst>
  <p:notesMasterIdLst>
    <p:notesMasterId r:id="rId47"/>
  </p:notesMasterIdLst>
  <p:sldIdLst>
    <p:sldId id="256" r:id="rId5"/>
    <p:sldId id="308" r:id="rId6"/>
    <p:sldId id="309" r:id="rId7"/>
    <p:sldId id="312" r:id="rId8"/>
    <p:sldId id="300" r:id="rId9"/>
    <p:sldId id="272" r:id="rId10"/>
    <p:sldId id="327" r:id="rId11"/>
    <p:sldId id="326" r:id="rId12"/>
    <p:sldId id="273" r:id="rId13"/>
    <p:sldId id="264" r:id="rId14"/>
    <p:sldId id="298" r:id="rId15"/>
    <p:sldId id="305" r:id="rId16"/>
    <p:sldId id="313" r:id="rId17"/>
    <p:sldId id="314" r:id="rId18"/>
    <p:sldId id="315" r:id="rId19"/>
    <p:sldId id="316" r:id="rId20"/>
    <p:sldId id="325" r:id="rId21"/>
    <p:sldId id="322" r:id="rId22"/>
    <p:sldId id="330" r:id="rId23"/>
    <p:sldId id="329" r:id="rId24"/>
    <p:sldId id="331" r:id="rId25"/>
    <p:sldId id="333" r:id="rId26"/>
    <p:sldId id="334" r:id="rId27"/>
    <p:sldId id="335" r:id="rId28"/>
    <p:sldId id="332" r:id="rId29"/>
    <p:sldId id="323" r:id="rId30"/>
    <p:sldId id="328" r:id="rId31"/>
    <p:sldId id="301" r:id="rId32"/>
    <p:sldId id="303" r:id="rId33"/>
    <p:sldId id="311" r:id="rId34"/>
    <p:sldId id="324" r:id="rId35"/>
    <p:sldId id="302" r:id="rId36"/>
    <p:sldId id="275" r:id="rId37"/>
    <p:sldId id="307" r:id="rId38"/>
    <p:sldId id="299" r:id="rId39"/>
    <p:sldId id="319" r:id="rId40"/>
    <p:sldId id="318" r:id="rId41"/>
    <p:sldId id="336" r:id="rId42"/>
    <p:sldId id="320" r:id="rId43"/>
    <p:sldId id="321" r:id="rId44"/>
    <p:sldId id="280" r:id="rId45"/>
    <p:sldId id="292" r:id="rId46"/>
  </p:sldIdLst>
  <p:sldSz cx="9144000" cy="6858000" type="screen4x3"/>
  <p:notesSz cx="6858000" cy="9144000"/>
  <p:custDataLst>
    <p:tags r:id="rId48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00"/>
    <a:srgbClr val="0000FF"/>
    <a:srgbClr val="FFB66D"/>
    <a:srgbClr val="CC6600"/>
    <a:srgbClr val="D20000"/>
    <a:srgbClr val="370F0B"/>
    <a:srgbClr val="336600"/>
    <a:srgbClr val="F3F7BB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8E0DBF-11D4-424E-8826-A6594CEAA86D}" v="176" dt="2025-07-30T14:39:14.8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aximized">
    <p:restoredLeft sz="95559" autoAdjust="0"/>
    <p:restoredTop sz="94660"/>
  </p:normalViewPr>
  <p:slideViewPr>
    <p:cSldViewPr snapToGrid="0">
      <p:cViewPr>
        <p:scale>
          <a:sx n="150" d="100"/>
          <a:sy n="150" d="100"/>
        </p:scale>
        <p:origin x="3096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258E0DBF-11D4-424E-8826-A6594CEAA86D}"/>
    <pc:docChg chg="undo redo custSel modSld">
      <pc:chgData name="Gera Weiss" userId="f0aa0173-552d-4808-9782-d425e6aaf8d9" providerId="ADAL" clId="{258E0DBF-11D4-424E-8826-A6594CEAA86D}" dt="2025-07-30T14:40:47.759" v="335" actId="478"/>
      <pc:docMkLst>
        <pc:docMk/>
      </pc:docMkLst>
      <pc:sldChg chg="addSp delSp modSp mod">
        <pc:chgData name="Gera Weiss" userId="f0aa0173-552d-4808-9782-d425e6aaf8d9" providerId="ADAL" clId="{258E0DBF-11D4-424E-8826-A6594CEAA86D}" dt="2025-07-30T14:40:47.759" v="335" actId="478"/>
        <pc:sldMkLst>
          <pc:docMk/>
          <pc:sldMk cId="1580931212" sldId="301"/>
        </pc:sldMkLst>
        <pc:spChg chg="add mod">
          <ac:chgData name="Gera Weiss" userId="f0aa0173-552d-4808-9782-d425e6aaf8d9" providerId="ADAL" clId="{258E0DBF-11D4-424E-8826-A6594CEAA86D}" dt="2025-07-30T14:26:39.438" v="125" actId="1076"/>
          <ac:spMkLst>
            <pc:docMk/>
            <pc:sldMk cId="1580931212" sldId="301"/>
            <ac:spMk id="11" creationId="{1A6125A3-216C-0C7B-9C59-37A9CD6FB793}"/>
          </ac:spMkLst>
        </pc:spChg>
        <pc:spChg chg="add">
          <ac:chgData name="Gera Weiss" userId="f0aa0173-552d-4808-9782-d425e6aaf8d9" providerId="ADAL" clId="{258E0DBF-11D4-424E-8826-A6594CEAA86D}" dt="2025-07-30T14:26:51.598" v="126" actId="11529"/>
          <ac:spMkLst>
            <pc:docMk/>
            <pc:sldMk cId="1580931212" sldId="301"/>
            <ac:spMk id="12" creationId="{2D84CB99-111D-6D38-4F89-B1B14D952519}"/>
          </ac:spMkLst>
        </pc:spChg>
        <pc:spChg chg="add mod">
          <ac:chgData name="Gera Weiss" userId="f0aa0173-552d-4808-9782-d425e6aaf8d9" providerId="ADAL" clId="{258E0DBF-11D4-424E-8826-A6594CEAA86D}" dt="2025-07-30T14:27:00.537" v="128" actId="571"/>
          <ac:spMkLst>
            <pc:docMk/>
            <pc:sldMk cId="1580931212" sldId="301"/>
            <ac:spMk id="15" creationId="{B08DDAE5-F11A-F63A-BDD3-60BF47CB7733}"/>
          </ac:spMkLst>
        </pc:spChg>
        <pc:spChg chg="add del">
          <ac:chgData name="Gera Weiss" userId="f0aa0173-552d-4808-9782-d425e6aaf8d9" providerId="ADAL" clId="{258E0DBF-11D4-424E-8826-A6594CEAA86D}" dt="2025-07-30T14:27:17.286" v="130" actId="478"/>
          <ac:spMkLst>
            <pc:docMk/>
            <pc:sldMk cId="1580931212" sldId="301"/>
            <ac:spMk id="16" creationId="{3B5A9299-BBF9-908A-9BED-64AAAF00A651}"/>
          </ac:spMkLst>
        </pc:spChg>
        <pc:spChg chg="add mod">
          <ac:chgData name="Gera Weiss" userId="f0aa0173-552d-4808-9782-d425e6aaf8d9" providerId="ADAL" clId="{258E0DBF-11D4-424E-8826-A6594CEAA86D}" dt="2025-07-30T14:27:47.803" v="146" actId="1035"/>
          <ac:spMkLst>
            <pc:docMk/>
            <pc:sldMk cId="1580931212" sldId="301"/>
            <ac:spMk id="20" creationId="{2C526486-6B1A-EC66-71ED-D4803BC40A3E}"/>
          </ac:spMkLst>
        </pc:spChg>
        <pc:spChg chg="add mod">
          <ac:chgData name="Gera Weiss" userId="f0aa0173-552d-4808-9782-d425e6aaf8d9" providerId="ADAL" clId="{258E0DBF-11D4-424E-8826-A6594CEAA86D}" dt="2025-07-30T14:29:07.596" v="160" actId="1076"/>
          <ac:spMkLst>
            <pc:docMk/>
            <pc:sldMk cId="1580931212" sldId="301"/>
            <ac:spMk id="29" creationId="{C27D4A26-1129-73F9-33D7-4E9155C997A9}"/>
          </ac:spMkLst>
        </pc:spChg>
        <pc:spChg chg="add mod">
          <ac:chgData name="Gera Weiss" userId="f0aa0173-552d-4808-9782-d425e6aaf8d9" providerId="ADAL" clId="{258E0DBF-11D4-424E-8826-A6594CEAA86D}" dt="2025-07-30T14:29:12.390" v="161" actId="571"/>
          <ac:spMkLst>
            <pc:docMk/>
            <pc:sldMk cId="1580931212" sldId="301"/>
            <ac:spMk id="30" creationId="{C31B3216-7001-BD83-C753-FEF1761C4ABF}"/>
          </ac:spMkLst>
        </pc:spChg>
        <pc:spChg chg="add del mod">
          <ac:chgData name="Gera Weiss" userId="f0aa0173-552d-4808-9782-d425e6aaf8d9" providerId="ADAL" clId="{258E0DBF-11D4-424E-8826-A6594CEAA86D}" dt="2025-07-30T14:29:33.717" v="165" actId="478"/>
          <ac:spMkLst>
            <pc:docMk/>
            <pc:sldMk cId="1580931212" sldId="301"/>
            <ac:spMk id="31" creationId="{29573952-D301-6E84-62FE-509995F30302}"/>
          </ac:spMkLst>
        </pc:spChg>
        <pc:spChg chg="add mod">
          <ac:chgData name="Gera Weiss" userId="f0aa0173-552d-4808-9782-d425e6aaf8d9" providerId="ADAL" clId="{258E0DBF-11D4-424E-8826-A6594CEAA86D}" dt="2025-07-30T14:30:04.981" v="173" actId="1076"/>
          <ac:spMkLst>
            <pc:docMk/>
            <pc:sldMk cId="1580931212" sldId="301"/>
            <ac:spMk id="32" creationId="{04E8D071-1BB1-6921-094E-6C625DBD4E5D}"/>
          </ac:spMkLst>
        </pc:spChg>
        <pc:spChg chg="add mod">
          <ac:chgData name="Gera Weiss" userId="f0aa0173-552d-4808-9782-d425e6aaf8d9" providerId="ADAL" clId="{258E0DBF-11D4-424E-8826-A6594CEAA86D}" dt="2025-07-30T14:35:20.492" v="224" actId="6549"/>
          <ac:spMkLst>
            <pc:docMk/>
            <pc:sldMk cId="1580931212" sldId="301"/>
            <ac:spMk id="33" creationId="{B362D894-B2EB-2D74-FC93-0ECB1CBFF6C2}"/>
          </ac:spMkLst>
        </pc:spChg>
        <pc:spChg chg="add mod">
          <ac:chgData name="Gera Weiss" userId="f0aa0173-552d-4808-9782-d425e6aaf8d9" providerId="ADAL" clId="{258E0DBF-11D4-424E-8826-A6594CEAA86D}" dt="2025-07-30T14:36:03.179" v="251" actId="20577"/>
          <ac:spMkLst>
            <pc:docMk/>
            <pc:sldMk cId="1580931212" sldId="301"/>
            <ac:spMk id="34" creationId="{7BB3E892-62CB-BD23-61EC-ADB8D2C875E6}"/>
          </ac:spMkLst>
        </pc:spChg>
        <pc:spChg chg="add del mod">
          <ac:chgData name="Gera Weiss" userId="f0aa0173-552d-4808-9782-d425e6aaf8d9" providerId="ADAL" clId="{258E0DBF-11D4-424E-8826-A6594CEAA86D}" dt="2025-07-30T14:38:19.774" v="255" actId="478"/>
          <ac:spMkLst>
            <pc:docMk/>
            <pc:sldMk cId="1580931212" sldId="301"/>
            <ac:spMk id="35" creationId="{3CAFD5A9-9C54-9C2C-6B92-16B232301847}"/>
          </ac:spMkLst>
        </pc:spChg>
        <pc:spChg chg="add del mod">
          <ac:chgData name="Gera Weiss" userId="f0aa0173-552d-4808-9782-d425e6aaf8d9" providerId="ADAL" clId="{258E0DBF-11D4-424E-8826-A6594CEAA86D}" dt="2025-07-30T14:38:45.088" v="327" actId="21"/>
          <ac:spMkLst>
            <pc:docMk/>
            <pc:sldMk cId="1580931212" sldId="301"/>
            <ac:spMk id="36" creationId="{1B35A5F7-F7D6-F81A-3C93-C8BA16491787}"/>
          </ac:spMkLst>
        </pc:spChg>
        <pc:spChg chg="add del mod">
          <ac:chgData name="Gera Weiss" userId="f0aa0173-552d-4808-9782-d425e6aaf8d9" providerId="ADAL" clId="{258E0DBF-11D4-424E-8826-A6594CEAA86D}" dt="2025-07-30T14:40:46.813" v="334" actId="478"/>
          <ac:spMkLst>
            <pc:docMk/>
            <pc:sldMk cId="1580931212" sldId="301"/>
            <ac:spMk id="39" creationId="{113131CF-1F4B-B92B-3C5B-7116C8BDD8FE}"/>
          </ac:spMkLst>
        </pc:spChg>
        <pc:inkChg chg="add del">
          <ac:chgData name="Gera Weiss" userId="f0aa0173-552d-4808-9782-d425e6aaf8d9" providerId="ADAL" clId="{258E0DBF-11D4-424E-8826-A6594CEAA86D}" dt="2025-07-30T14:28:19.831" v="149" actId="9405"/>
          <ac:inkMkLst>
            <pc:docMk/>
            <pc:sldMk cId="1580931212" sldId="301"/>
            <ac:inkMk id="23" creationId="{86FA9DB0-B910-EB13-5B75-6D2C5F240668}"/>
          </ac:inkMkLst>
        </pc:inkChg>
        <pc:inkChg chg="add">
          <ac:chgData name="Gera Weiss" userId="f0aa0173-552d-4808-9782-d425e6aaf8d9" providerId="ADAL" clId="{258E0DBF-11D4-424E-8826-A6594CEAA86D}" dt="2025-07-30T14:28:29.934" v="150" actId="9405"/>
          <ac:inkMkLst>
            <pc:docMk/>
            <pc:sldMk cId="1580931212" sldId="301"/>
            <ac:inkMk id="24" creationId="{BD39E409-3C83-FDF0-E28B-A44B9C7F6B18}"/>
          </ac:inkMkLst>
        </pc:inkChg>
        <pc:inkChg chg="add del">
          <ac:chgData name="Gera Weiss" userId="f0aa0173-552d-4808-9782-d425e6aaf8d9" providerId="ADAL" clId="{258E0DBF-11D4-424E-8826-A6594CEAA86D}" dt="2025-07-30T14:28:35.824" v="152" actId="9405"/>
          <ac:inkMkLst>
            <pc:docMk/>
            <pc:sldMk cId="1580931212" sldId="301"/>
            <ac:inkMk id="25" creationId="{B7564A5C-86EE-2956-0C33-2CE75F229605}"/>
          </ac:inkMkLst>
        </pc:inkChg>
        <pc:inkChg chg="add">
          <ac:chgData name="Gera Weiss" userId="f0aa0173-552d-4808-9782-d425e6aaf8d9" providerId="ADAL" clId="{258E0DBF-11D4-424E-8826-A6594CEAA86D}" dt="2025-07-30T14:28:38.910" v="153" actId="9405"/>
          <ac:inkMkLst>
            <pc:docMk/>
            <pc:sldMk cId="1580931212" sldId="301"/>
            <ac:inkMk id="26" creationId="{5C94B9F8-1824-FA52-0071-7858A6A89475}"/>
          </ac:inkMkLst>
        </pc:inkChg>
        <pc:inkChg chg="add">
          <ac:chgData name="Gera Weiss" userId="f0aa0173-552d-4808-9782-d425e6aaf8d9" providerId="ADAL" clId="{258E0DBF-11D4-424E-8826-A6594CEAA86D}" dt="2025-07-30T14:28:43.531" v="154" actId="9405"/>
          <ac:inkMkLst>
            <pc:docMk/>
            <pc:sldMk cId="1580931212" sldId="301"/>
            <ac:inkMk id="27" creationId="{CEC53DA8-E735-B1DA-A075-A5BD7B3B65CA}"/>
          </ac:inkMkLst>
        </pc:inkChg>
        <pc:inkChg chg="add del">
          <ac:chgData name="Gera Weiss" userId="f0aa0173-552d-4808-9782-d425e6aaf8d9" providerId="ADAL" clId="{258E0DBF-11D4-424E-8826-A6594CEAA86D}" dt="2025-07-30T14:28:53.877" v="156" actId="9405"/>
          <ac:inkMkLst>
            <pc:docMk/>
            <pc:sldMk cId="1580931212" sldId="301"/>
            <ac:inkMk id="28" creationId="{9D9B8EAA-78F4-0590-F9CA-D06E83C66190}"/>
          </ac:inkMkLst>
        </pc:inkChg>
        <pc:cxnChg chg="add">
          <ac:chgData name="Gera Weiss" userId="f0aa0173-552d-4808-9782-d425e6aaf8d9" providerId="ADAL" clId="{258E0DBF-11D4-424E-8826-A6594CEAA86D}" dt="2025-07-30T14:26:57.286" v="127" actId="11529"/>
          <ac:cxnSpMkLst>
            <pc:docMk/>
            <pc:sldMk cId="1580931212" sldId="301"/>
            <ac:cxnSpMk id="14" creationId="{42356DF0-D9C6-D1E2-3CAE-A863E7C9BC03}"/>
          </ac:cxnSpMkLst>
        </pc:cxnChg>
        <pc:cxnChg chg="add mod">
          <ac:chgData name="Gera Weiss" userId="f0aa0173-552d-4808-9782-d425e6aaf8d9" providerId="ADAL" clId="{258E0DBF-11D4-424E-8826-A6594CEAA86D}" dt="2025-07-30T14:27:35.623" v="133" actId="33986"/>
          <ac:cxnSpMkLst>
            <pc:docMk/>
            <pc:sldMk cId="1580931212" sldId="301"/>
            <ac:cxnSpMk id="18" creationId="{1F63053E-8CEC-34B4-88E7-7AD002E6DADD}"/>
          </ac:cxnSpMkLst>
        </pc:cxnChg>
        <pc:cxnChg chg="add">
          <ac:chgData name="Gera Weiss" userId="f0aa0173-552d-4808-9782-d425e6aaf8d9" providerId="ADAL" clId="{258E0DBF-11D4-424E-8826-A6594CEAA86D}" dt="2025-07-30T14:28:03.102" v="147" actId="11529"/>
          <ac:cxnSpMkLst>
            <pc:docMk/>
            <pc:sldMk cId="1580931212" sldId="301"/>
            <ac:cxnSpMk id="22" creationId="{60392070-99BA-B97A-9695-DED66C1E3F9D}"/>
          </ac:cxnSpMkLst>
        </pc:cxnChg>
        <pc:cxnChg chg="add del mod">
          <ac:chgData name="Gera Weiss" userId="f0aa0173-552d-4808-9782-d425e6aaf8d9" providerId="ADAL" clId="{258E0DBF-11D4-424E-8826-A6594CEAA86D}" dt="2025-07-30T14:40:45.646" v="333" actId="478"/>
          <ac:cxnSpMkLst>
            <pc:docMk/>
            <pc:sldMk cId="1580931212" sldId="301"/>
            <ac:cxnSpMk id="41" creationId="{7D47EB89-8F96-64FE-73FB-17A6AE2574ED}"/>
          </ac:cxnSpMkLst>
        </pc:cxnChg>
        <pc:cxnChg chg="add del mod">
          <ac:chgData name="Gera Weiss" userId="f0aa0173-552d-4808-9782-d425e6aaf8d9" providerId="ADAL" clId="{258E0DBF-11D4-424E-8826-A6594CEAA86D}" dt="2025-07-30T14:39:46.724" v="331" actId="478"/>
          <ac:cxnSpMkLst>
            <pc:docMk/>
            <pc:sldMk cId="1580931212" sldId="301"/>
            <ac:cxnSpMk id="43" creationId="{60C32909-CB92-958F-E6F2-9A64E1BD6199}"/>
          </ac:cxnSpMkLst>
        </pc:cxnChg>
        <pc:cxnChg chg="add del mod">
          <ac:chgData name="Gera Weiss" userId="f0aa0173-552d-4808-9782-d425e6aaf8d9" providerId="ADAL" clId="{258E0DBF-11D4-424E-8826-A6594CEAA86D}" dt="2025-07-30T14:40:47.759" v="335" actId="478"/>
          <ac:cxnSpMkLst>
            <pc:docMk/>
            <pc:sldMk cId="1580931212" sldId="301"/>
            <ac:cxnSpMk id="45" creationId="{55353E20-1823-15AF-D545-27CE5C3040EE}"/>
          </ac:cxnSpMkLst>
        </pc:cxnChg>
      </pc:sldChg>
    </pc:docChg>
  </pc:docChgLst>
  <pc:docChgLst>
    <pc:chgData name="גרא וייס" userId="f0aa0173-552d-4808-9782-d425e6aaf8d9" providerId="ADAL" clId="{831A449E-059C-4F82-B4BB-DF36BA2425D0}"/>
    <pc:docChg chg="undo custSel addSld delSld modSld">
      <pc:chgData name="גרא וייס" userId="f0aa0173-552d-4808-9782-d425e6aaf8d9" providerId="ADAL" clId="{831A449E-059C-4F82-B4BB-DF36BA2425D0}" dt="2022-11-27T22:01:34.891" v="762" actId="1440"/>
      <pc:docMkLst>
        <pc:docMk/>
      </pc:docMkLst>
      <pc:sldChg chg="modTransition">
        <pc:chgData name="גרא וייס" userId="f0aa0173-552d-4808-9782-d425e6aaf8d9" providerId="ADAL" clId="{831A449E-059C-4F82-B4BB-DF36BA2425D0}" dt="2022-11-27T20:47:59.009" v="29"/>
        <pc:sldMkLst>
          <pc:docMk/>
          <pc:sldMk cId="0" sldId="272"/>
        </pc:sldMkLst>
      </pc:sldChg>
      <pc:sldChg chg="modTransition">
        <pc:chgData name="גרא וייס" userId="f0aa0173-552d-4808-9782-d425e6aaf8d9" providerId="ADAL" clId="{831A449E-059C-4F82-B4BB-DF36BA2425D0}" dt="2022-11-27T20:47:59.009" v="29"/>
        <pc:sldMkLst>
          <pc:docMk/>
          <pc:sldMk cId="0" sldId="273"/>
        </pc:sldMkLst>
      </pc:sldChg>
      <pc:sldChg chg="modSp">
        <pc:chgData name="גרא וייס" userId="f0aa0173-552d-4808-9782-d425e6aaf8d9" providerId="ADAL" clId="{831A449E-059C-4F82-B4BB-DF36BA2425D0}" dt="2022-11-27T22:00:47.520" v="761" actId="1440"/>
        <pc:sldMkLst>
          <pc:docMk/>
          <pc:sldMk cId="0" sldId="275"/>
        </pc:sldMkLst>
      </pc:sldChg>
      <pc:sldChg chg="modSp">
        <pc:chgData name="גרא וייס" userId="f0aa0173-552d-4808-9782-d425e6aaf8d9" providerId="ADAL" clId="{831A449E-059C-4F82-B4BB-DF36BA2425D0}" dt="2022-11-27T20:51:40.744" v="42" actId="20577"/>
        <pc:sldMkLst>
          <pc:docMk/>
          <pc:sldMk cId="1450136746" sldId="298"/>
        </pc:sldMkLst>
      </pc:sldChg>
      <pc:sldChg chg="modSp">
        <pc:chgData name="גרא וייס" userId="f0aa0173-552d-4808-9782-d425e6aaf8d9" providerId="ADAL" clId="{831A449E-059C-4F82-B4BB-DF36BA2425D0}" dt="2022-11-27T20:46:51.421" v="28" actId="1440"/>
        <pc:sldMkLst>
          <pc:docMk/>
          <pc:sldMk cId="2890882756" sldId="300"/>
        </pc:sldMkLst>
      </pc:sldChg>
      <pc:sldChg chg="modSp">
        <pc:chgData name="גרא וייס" userId="f0aa0173-552d-4808-9782-d425e6aaf8d9" providerId="ADAL" clId="{831A449E-059C-4F82-B4BB-DF36BA2425D0}" dt="2022-11-27T21:58:35.780" v="760" actId="20577"/>
        <pc:sldMkLst>
          <pc:docMk/>
          <pc:sldMk cId="1580931212" sldId="301"/>
        </pc:sldMkLst>
      </pc:sldChg>
      <pc:sldChg chg="modSp">
        <pc:chgData name="גרא וייס" userId="f0aa0173-552d-4808-9782-d425e6aaf8d9" providerId="ADAL" clId="{831A449E-059C-4F82-B4BB-DF36BA2425D0}" dt="2022-11-27T20:53:30.750" v="51" actId="20577"/>
        <pc:sldMkLst>
          <pc:docMk/>
          <pc:sldMk cId="238644707" sldId="305"/>
        </pc:sldMkLst>
      </pc:sldChg>
      <pc:sldChg chg="modSp">
        <pc:chgData name="גרא וייס" userId="f0aa0173-552d-4808-9782-d425e6aaf8d9" providerId="ADAL" clId="{831A449E-059C-4F82-B4BB-DF36BA2425D0}" dt="2022-11-27T22:01:34.891" v="762" actId="1440"/>
        <pc:sldMkLst>
          <pc:docMk/>
          <pc:sldMk cId="3695556815" sldId="307"/>
        </pc:sldMkLst>
      </pc:sldChg>
      <pc:sldChg chg="modSp">
        <pc:chgData name="גרא וייס" userId="f0aa0173-552d-4808-9782-d425e6aaf8d9" providerId="ADAL" clId="{831A449E-059C-4F82-B4BB-DF36BA2425D0}" dt="2022-11-27T20:40:24.385" v="0" actId="20577"/>
        <pc:sldMkLst>
          <pc:docMk/>
          <pc:sldMk cId="1302497945" sldId="308"/>
        </pc:sldMkLst>
      </pc:sldChg>
      <pc:sldChg chg="modSp">
        <pc:chgData name="גרא וייס" userId="f0aa0173-552d-4808-9782-d425e6aaf8d9" providerId="ADAL" clId="{831A449E-059C-4F82-B4BB-DF36BA2425D0}" dt="2022-11-27T20:41:44.793" v="6" actId="20577"/>
        <pc:sldMkLst>
          <pc:docMk/>
          <pc:sldMk cId="998885418" sldId="312"/>
        </pc:sldMkLst>
      </pc:sldChg>
      <pc:sldChg chg="addSp delSp modSp">
        <pc:chgData name="גרא וייס" userId="f0aa0173-552d-4808-9782-d425e6aaf8d9" providerId="ADAL" clId="{831A449E-059C-4F82-B4BB-DF36BA2425D0}" dt="2022-11-27T21:07:35.081" v="385" actId="478"/>
        <pc:sldMkLst>
          <pc:docMk/>
          <pc:sldMk cId="4060529232" sldId="316"/>
        </pc:sldMkLst>
      </pc:sldChg>
      <pc:sldChg chg="addSp modSp">
        <pc:chgData name="גרא וייס" userId="f0aa0173-552d-4808-9782-d425e6aaf8d9" providerId="ADAL" clId="{831A449E-059C-4F82-B4BB-DF36BA2425D0}" dt="2022-11-27T21:22:43.631" v="532" actId="1036"/>
        <pc:sldMkLst>
          <pc:docMk/>
          <pc:sldMk cId="738366171" sldId="322"/>
        </pc:sldMkLst>
      </pc:sldChg>
      <pc:sldChg chg="addSp modSp">
        <pc:chgData name="גרא וייס" userId="f0aa0173-552d-4808-9782-d425e6aaf8d9" providerId="ADAL" clId="{831A449E-059C-4F82-B4BB-DF36BA2425D0}" dt="2022-11-27T21:57:10.491" v="711" actId="1076"/>
        <pc:sldMkLst>
          <pc:docMk/>
          <pc:sldMk cId="1167273314" sldId="323"/>
        </pc:sldMkLst>
      </pc:sldChg>
      <pc:sldChg chg="modSp add">
        <pc:chgData name="גרא וייס" userId="f0aa0173-552d-4808-9782-d425e6aaf8d9" providerId="ADAL" clId="{831A449E-059C-4F82-B4BB-DF36BA2425D0}" dt="2022-11-27T21:21:33.769" v="516" actId="20577"/>
        <pc:sldMkLst>
          <pc:docMk/>
          <pc:sldMk cId="758033280" sldId="325"/>
        </pc:sldMkLst>
      </pc:sldChg>
    </pc:docChg>
  </pc:docChgLst>
  <pc:docChgLst>
    <pc:chgData name="Gera Weiss" userId="f0aa0173-552d-4808-9782-d425e6aaf8d9" providerId="ADAL" clId="{BAD567DE-4528-4B68-85A2-8B23B59463D9}"/>
    <pc:docChg chg="modSld">
      <pc:chgData name="Gera Weiss" userId="f0aa0173-552d-4808-9782-d425e6aaf8d9" providerId="ADAL" clId="{BAD567DE-4528-4B68-85A2-8B23B59463D9}" dt="2024-07-28T08:44:06.793" v="0" actId="20577"/>
      <pc:docMkLst>
        <pc:docMk/>
      </pc:docMkLst>
      <pc:sldChg chg="modSp">
        <pc:chgData name="Gera Weiss" userId="f0aa0173-552d-4808-9782-d425e6aaf8d9" providerId="ADAL" clId="{BAD567DE-4528-4B68-85A2-8B23B59463D9}" dt="2024-07-28T08:44:06.793" v="0" actId="20577"/>
        <pc:sldMkLst>
          <pc:docMk/>
          <pc:sldMk cId="4060529232" sldId="316"/>
        </pc:sldMkLst>
      </pc:sldChg>
    </pc:docChg>
  </pc:docChgLst>
  <pc:docChgLst>
    <pc:chgData name="Gera Weiss" userId="S::geraw@bgu.ac.il::f0aa0173-552d-4808-9782-d425e6aaf8d9" providerId="AD" clId="Web-{CB2290A1-0A81-EF14-DA04-E251B6CDF46A}"/>
    <pc:docChg chg="modSld">
      <pc:chgData name="Gera Weiss" userId="S::geraw@bgu.ac.il::f0aa0173-552d-4808-9782-d425e6aaf8d9" providerId="AD" clId="Web-{CB2290A1-0A81-EF14-DA04-E251B6CDF46A}" dt="2024-06-09T05:42:12.942" v="2" actId="1076"/>
      <pc:docMkLst>
        <pc:docMk/>
      </pc:docMkLst>
      <pc:sldChg chg="modSp">
        <pc:chgData name="Gera Weiss" userId="S::geraw@bgu.ac.il::f0aa0173-552d-4808-9782-d425e6aaf8d9" providerId="AD" clId="Web-{CB2290A1-0A81-EF14-DA04-E251B6CDF46A}" dt="2024-06-09T05:42:12.942" v="2" actId="1076"/>
        <pc:sldMkLst>
          <pc:docMk/>
          <pc:sldMk cId="1702749480" sldId="328"/>
        </pc:sldMkLst>
      </pc:sldChg>
    </pc:docChg>
  </pc:docChgLst>
  <pc:docChgLst>
    <pc:chgData name="גרא וייס" userId="f0aa0173-552d-4808-9782-d425e6aaf8d9" providerId="ADAL" clId="{604F167D-86F0-434F-9462-57CC01543D93}"/>
    <pc:docChg chg="custSel modSld">
      <pc:chgData name="גרא וייס" userId="f0aa0173-552d-4808-9782-d425e6aaf8d9" providerId="ADAL" clId="{604F167D-86F0-434F-9462-57CC01543D93}" dt="2022-11-29T19:14:05.677" v="2" actId="478"/>
      <pc:docMkLst>
        <pc:docMk/>
      </pc:docMkLst>
      <pc:sldChg chg="delSp modTransition">
        <pc:chgData name="גרא וייס" userId="f0aa0173-552d-4808-9782-d425e6aaf8d9" providerId="ADAL" clId="{604F167D-86F0-434F-9462-57CC01543D93}" dt="2022-11-29T19:14:05.677" v="2" actId="478"/>
        <pc:sldMkLst>
          <pc:docMk/>
          <pc:sldMk cId="2793058954" sldId="303"/>
        </pc:sldMkLst>
      </pc:sldChg>
      <pc:sldChg chg="modSp">
        <pc:chgData name="גרא וייס" userId="f0aa0173-552d-4808-9782-d425e6aaf8d9" providerId="ADAL" clId="{604F167D-86F0-434F-9462-57CC01543D93}" dt="2022-11-29T19:11:54.121" v="0" actId="27636"/>
        <pc:sldMkLst>
          <pc:docMk/>
          <pc:sldMk cId="3695556815" sldId="307"/>
        </pc:sldMkLst>
      </pc:sldChg>
    </pc:docChg>
  </pc:docChgLst>
  <pc:docChgLst>
    <pc:chgData name="Gera Weiss" userId="f0aa0173-552d-4808-9782-d425e6aaf8d9" providerId="ADAL" clId="{40274E67-2E77-4E61-B965-E4EAA8D7C04F}"/>
    <pc:docChg chg="undo custSel modSld">
      <pc:chgData name="Gera Weiss" userId="f0aa0173-552d-4808-9782-d425e6aaf8d9" providerId="ADAL" clId="{40274E67-2E77-4E61-B965-E4EAA8D7C04F}" dt="2024-06-09T06:31:10.603" v="328" actId="1036"/>
      <pc:docMkLst>
        <pc:docMk/>
      </pc:docMkLst>
      <pc:sldChg chg="addSp modSp mod">
        <pc:chgData name="Gera Weiss" userId="f0aa0173-552d-4808-9782-d425e6aaf8d9" providerId="ADAL" clId="{40274E67-2E77-4E61-B965-E4EAA8D7C04F}" dt="2024-06-09T06:13:01.349" v="210" actId="1582"/>
        <pc:sldMkLst>
          <pc:docMk/>
          <pc:sldMk cId="1580931212" sldId="301"/>
        </pc:sldMkLst>
      </pc:sldChg>
      <pc:sldChg chg="addSp modSp mod">
        <pc:chgData name="Gera Weiss" userId="f0aa0173-552d-4808-9782-d425e6aaf8d9" providerId="ADAL" clId="{40274E67-2E77-4E61-B965-E4EAA8D7C04F}" dt="2024-06-09T06:23:09.558" v="266" actId="207"/>
        <pc:sldMkLst>
          <pc:docMk/>
          <pc:sldMk cId="2793058954" sldId="303"/>
        </pc:sldMkLst>
      </pc:sldChg>
      <pc:sldChg chg="addSp delSp modSp mod">
        <pc:chgData name="Gera Weiss" userId="f0aa0173-552d-4808-9782-d425e6aaf8d9" providerId="ADAL" clId="{40274E67-2E77-4E61-B965-E4EAA8D7C04F}" dt="2024-06-09T06:21:49.480" v="252" actId="21"/>
        <pc:sldMkLst>
          <pc:docMk/>
          <pc:sldMk cId="3619953202" sldId="311"/>
        </pc:sldMkLst>
      </pc:sldChg>
      <pc:sldChg chg="addSp modSp mod">
        <pc:chgData name="Gera Weiss" userId="f0aa0173-552d-4808-9782-d425e6aaf8d9" providerId="ADAL" clId="{40274E67-2E77-4E61-B965-E4EAA8D7C04F}" dt="2024-06-09T06:31:10.603" v="328" actId="1036"/>
        <pc:sldMkLst>
          <pc:docMk/>
          <pc:sldMk cId="878634681" sldId="318"/>
        </pc:sldMkLst>
      </pc:sldChg>
      <pc:sldChg chg="mod modShow">
        <pc:chgData name="Gera Weiss" userId="f0aa0173-552d-4808-9782-d425e6aaf8d9" providerId="ADAL" clId="{40274E67-2E77-4E61-B965-E4EAA8D7C04F}" dt="2024-06-09T06:17:33.325" v="211" actId="729"/>
        <pc:sldMkLst>
          <pc:docMk/>
          <pc:sldMk cId="2845747000" sldId="324"/>
        </pc:sldMkLst>
      </pc:sldChg>
      <pc:sldChg chg="modSp">
        <pc:chgData name="Gera Weiss" userId="f0aa0173-552d-4808-9782-d425e6aaf8d9" providerId="ADAL" clId="{40274E67-2E77-4E61-B965-E4EAA8D7C04F}" dt="2024-06-09T05:43:54.959" v="0" actId="14"/>
        <pc:sldMkLst>
          <pc:docMk/>
          <pc:sldMk cId="1702749480" sldId="328"/>
        </pc:sldMkLst>
      </pc:sldChg>
    </pc:docChg>
  </pc:docChgLst>
  <pc:docChgLst>
    <pc:chgData name="Gera Weiss" userId="f0aa0173-552d-4808-9782-d425e6aaf8d9" providerId="ADAL" clId="{CAF724D4-67EF-447D-971F-7B188AAE369E}"/>
    <pc:docChg chg="undo custSel modSld">
      <pc:chgData name="Gera Weiss" userId="f0aa0173-552d-4808-9782-d425e6aaf8d9" providerId="ADAL" clId="{CAF724D4-67EF-447D-971F-7B188AAE369E}" dt="2025-06-04T16:31:41.506" v="112" actId="478"/>
      <pc:docMkLst>
        <pc:docMk/>
      </pc:docMkLst>
      <pc:sldChg chg="modSp">
        <pc:chgData name="Gera Weiss" userId="f0aa0173-552d-4808-9782-d425e6aaf8d9" providerId="ADAL" clId="{CAF724D4-67EF-447D-971F-7B188AAE369E}" dt="2025-06-04T16:06:47.968" v="3" actId="20577"/>
        <pc:sldMkLst>
          <pc:docMk/>
          <pc:sldMk cId="4060529232" sldId="316"/>
        </pc:sldMkLst>
        <pc:spChg chg="mod">
          <ac:chgData name="Gera Weiss" userId="f0aa0173-552d-4808-9782-d425e6aaf8d9" providerId="ADAL" clId="{CAF724D4-67EF-447D-971F-7B188AAE369E}" dt="2025-06-04T16:06:47.968" v="3" actId="20577"/>
          <ac:spMkLst>
            <pc:docMk/>
            <pc:sldMk cId="4060529232" sldId="316"/>
            <ac:spMk id="5" creationId="{00000000-0000-0000-0000-000000000000}"/>
          </ac:spMkLst>
        </pc:spChg>
      </pc:sldChg>
      <pc:sldChg chg="addSp delSp modSp mod">
        <pc:chgData name="Gera Weiss" userId="f0aa0173-552d-4808-9782-d425e6aaf8d9" providerId="ADAL" clId="{CAF724D4-67EF-447D-971F-7B188AAE369E}" dt="2025-06-04T16:31:41.506" v="112" actId="478"/>
        <pc:sldMkLst>
          <pc:docMk/>
          <pc:sldMk cId="467064345" sldId="319"/>
        </pc:sldMkLst>
        <pc:spChg chg="add del">
          <ac:chgData name="Gera Weiss" userId="f0aa0173-552d-4808-9782-d425e6aaf8d9" providerId="ADAL" clId="{CAF724D4-67EF-447D-971F-7B188AAE369E}" dt="2025-06-04T16:31:30.109" v="84" actId="478"/>
          <ac:spMkLst>
            <pc:docMk/>
            <pc:sldMk cId="467064345" sldId="319"/>
            <ac:spMk id="2" creationId="{00000000-0000-0000-0000-000000000000}"/>
          </ac:spMkLst>
        </pc:spChg>
        <pc:spChg chg="add del">
          <ac:chgData name="Gera Weiss" userId="f0aa0173-552d-4808-9782-d425e6aaf8d9" providerId="ADAL" clId="{CAF724D4-67EF-447D-971F-7B188AAE369E}" dt="2025-06-04T16:31:30.109" v="84" actId="478"/>
          <ac:spMkLst>
            <pc:docMk/>
            <pc:sldMk cId="467064345" sldId="319"/>
            <ac:spMk id="4" creationId="{00000000-0000-0000-0000-000000000000}"/>
          </ac:spMkLst>
        </pc:spChg>
        <pc:spChg chg="add del">
          <ac:chgData name="Gera Weiss" userId="f0aa0173-552d-4808-9782-d425e6aaf8d9" providerId="ADAL" clId="{CAF724D4-67EF-447D-971F-7B188AAE369E}" dt="2025-06-04T16:31:30.109" v="84" actId="478"/>
          <ac:spMkLst>
            <pc:docMk/>
            <pc:sldMk cId="467064345" sldId="319"/>
            <ac:spMk id="5" creationId="{00000000-0000-0000-0000-000000000000}"/>
          </ac:spMkLst>
        </pc:spChg>
      </pc:sldChg>
    </pc:docChg>
  </pc:docChgLst>
  <pc:docChgLst>
    <pc:chgData name="גרא וייס" userId="f0aa0173-552d-4808-9782-d425e6aaf8d9" providerId="ADAL" clId="{EB6C7BBA-EB5D-4770-8555-9FAFEF793DBD}"/>
    <pc:docChg chg="modSld sldOrd">
      <pc:chgData name="גרא וייס" userId="f0aa0173-552d-4808-9782-d425e6aaf8d9" providerId="ADAL" clId="{EB6C7BBA-EB5D-4770-8555-9FAFEF793DBD}" dt="2022-12-18T16:31:57.264" v="1"/>
      <pc:docMkLst>
        <pc:docMk/>
      </pc:docMkLst>
      <pc:sldChg chg="ord">
        <pc:chgData name="גרא וייס" userId="f0aa0173-552d-4808-9782-d425e6aaf8d9" providerId="ADAL" clId="{EB6C7BBA-EB5D-4770-8555-9FAFEF793DBD}" dt="2022-12-18T16:31:57.264" v="1"/>
        <pc:sldMkLst>
          <pc:docMk/>
          <pc:sldMk cId="1167273314" sldId="323"/>
        </pc:sldMkLst>
      </pc:sldChg>
    </pc:docChg>
  </pc:docChgLst>
  <pc:docChgLst>
    <pc:chgData name="Gera Weiss" userId="f0aa0173-552d-4808-9782-d425e6aaf8d9" providerId="ADAL" clId="{93719E86-EF94-4651-A95F-92FD5FEF8338}"/>
    <pc:docChg chg="undo custSel addSld modSld">
      <pc:chgData name="Gera Weiss" userId="f0aa0173-552d-4808-9782-d425e6aaf8d9" providerId="ADAL" clId="{93719E86-EF94-4651-A95F-92FD5FEF8338}" dt="2024-06-08T21:30:58.602" v="878" actId="15"/>
      <pc:docMkLst>
        <pc:docMk/>
      </pc:docMkLst>
      <pc:sldChg chg="modSp mod">
        <pc:chgData name="Gera Weiss" userId="f0aa0173-552d-4808-9782-d425e6aaf8d9" providerId="ADAL" clId="{93719E86-EF94-4651-A95F-92FD5FEF8338}" dt="2024-06-08T20:58:17.213" v="2" actId="20577"/>
        <pc:sldMkLst>
          <pc:docMk/>
          <pc:sldMk cId="0" sldId="256"/>
        </pc:sldMkLst>
      </pc:sldChg>
      <pc:sldChg chg="modSp mod">
        <pc:chgData name="Gera Weiss" userId="f0aa0173-552d-4808-9782-d425e6aaf8d9" providerId="ADAL" clId="{93719E86-EF94-4651-A95F-92FD5FEF8338}" dt="2024-06-08T20:59:53.409" v="3" actId="1582"/>
        <pc:sldMkLst>
          <pc:docMk/>
          <pc:sldMk cId="4085168651" sldId="326"/>
        </pc:sldMkLst>
      </pc:sldChg>
      <pc:sldChg chg="addSp delSp modSp add mod delAnim modAnim">
        <pc:chgData name="Gera Weiss" userId="f0aa0173-552d-4808-9782-d425e6aaf8d9" providerId="ADAL" clId="{93719E86-EF94-4651-A95F-92FD5FEF8338}" dt="2024-06-08T21:30:58.602" v="878" actId="15"/>
        <pc:sldMkLst>
          <pc:docMk/>
          <pc:sldMk cId="1702749480" sldId="328"/>
        </pc:sldMkLst>
      </pc:sldChg>
    </pc:docChg>
  </pc:docChgLst>
  <pc:docChgLst>
    <pc:chgData name="Gera Weiss" userId="f0aa0173-552d-4808-9782-d425e6aaf8d9" providerId="ADAL" clId="{4565765D-28E9-48D7-B8E2-BBB9ECEA1403}"/>
    <pc:docChg chg="undo custSel addSld delSld modSld sldOrd">
      <pc:chgData name="Gera Weiss" userId="f0aa0173-552d-4808-9782-d425e6aaf8d9" providerId="ADAL" clId="{4565765D-28E9-48D7-B8E2-BBB9ECEA1403}" dt="2025-05-12T07:37:16.074" v="1859" actId="729"/>
      <pc:docMkLst>
        <pc:docMk/>
      </pc:docMkLst>
      <pc:sldChg chg="modSp mod">
        <pc:chgData name="Gera Weiss" userId="f0aa0173-552d-4808-9782-d425e6aaf8d9" providerId="ADAL" clId="{4565765D-28E9-48D7-B8E2-BBB9ECEA1403}" dt="2025-05-05T08:36:15.844" v="2" actId="20577"/>
        <pc:sldMkLst>
          <pc:docMk/>
          <pc:sldMk cId="0" sldId="256"/>
        </pc:sldMkLst>
        <pc:spChg chg="mod">
          <ac:chgData name="Gera Weiss" userId="f0aa0173-552d-4808-9782-d425e6aaf8d9" providerId="ADAL" clId="{4565765D-28E9-48D7-B8E2-BBB9ECEA1403}" dt="2025-05-05T08:36:15.844" v="2" actId="20577"/>
          <ac:spMkLst>
            <pc:docMk/>
            <pc:sldMk cId="0" sldId="256"/>
            <ac:spMk id="4" creationId="{E5789751-E909-EDB3-C304-F91094405823}"/>
          </ac:spMkLst>
        </pc:spChg>
      </pc:sldChg>
      <pc:sldChg chg="addSp modSp mod">
        <pc:chgData name="Gera Weiss" userId="f0aa0173-552d-4808-9782-d425e6aaf8d9" providerId="ADAL" clId="{4565765D-28E9-48D7-B8E2-BBB9ECEA1403}" dt="2025-05-07T06:08:15.178" v="262" actId="207"/>
        <pc:sldMkLst>
          <pc:docMk/>
          <pc:sldMk cId="0" sldId="264"/>
        </pc:sldMkLst>
        <pc:spChg chg="mod">
          <ac:chgData name="Gera Weiss" userId="f0aa0173-552d-4808-9782-d425e6aaf8d9" providerId="ADAL" clId="{4565765D-28E9-48D7-B8E2-BBB9ECEA1403}" dt="2025-05-07T06:08:15.178" v="262" actId="207"/>
          <ac:spMkLst>
            <pc:docMk/>
            <pc:sldMk cId="0" sldId="264"/>
            <ac:spMk id="5" creationId="{00000000-0000-0000-0000-000000000000}"/>
          </ac:spMkLst>
        </pc:spChg>
        <pc:picChg chg="add mod">
          <ac:chgData name="Gera Weiss" userId="f0aa0173-552d-4808-9782-d425e6aaf8d9" providerId="ADAL" clId="{4565765D-28E9-48D7-B8E2-BBB9ECEA1403}" dt="2025-05-07T05:54:00.799" v="64" actId="1076"/>
          <ac:picMkLst>
            <pc:docMk/>
            <pc:sldMk cId="0" sldId="264"/>
            <ac:picMk id="1026" creationId="{157F593F-443F-9988-65FF-3985BDB3DEF8}"/>
          </ac:picMkLst>
        </pc:picChg>
      </pc:sldChg>
      <pc:sldChg chg="addSp delSp modSp">
        <pc:chgData name="Gera Weiss" userId="f0aa0173-552d-4808-9782-d425e6aaf8d9" providerId="ADAL" clId="{4565765D-28E9-48D7-B8E2-BBB9ECEA1403}" dt="2025-05-07T05:43:03.330" v="13"/>
        <pc:sldMkLst>
          <pc:docMk/>
          <pc:sldMk cId="0" sldId="272"/>
        </pc:sldMkLst>
        <pc:picChg chg="add mod">
          <ac:chgData name="Gera Weiss" userId="f0aa0173-552d-4808-9782-d425e6aaf8d9" providerId="ADAL" clId="{4565765D-28E9-48D7-B8E2-BBB9ECEA1403}" dt="2025-05-07T05:43:03.330" v="13"/>
          <ac:picMkLst>
            <pc:docMk/>
            <pc:sldMk cId="0" sldId="272"/>
            <ac:picMk id="5" creationId="{BDF28EBD-16D2-2F94-9585-7F5C16D207C7}"/>
          </ac:picMkLst>
        </pc:picChg>
      </pc:sldChg>
      <pc:sldChg chg="modSp mod">
        <pc:chgData name="Gera Weiss" userId="f0aa0173-552d-4808-9782-d425e6aaf8d9" providerId="ADAL" clId="{4565765D-28E9-48D7-B8E2-BBB9ECEA1403}" dt="2025-05-07T05:45:13.602" v="21"/>
        <pc:sldMkLst>
          <pc:docMk/>
          <pc:sldMk cId="0" sldId="273"/>
        </pc:sldMkLst>
        <pc:spChg chg="mod">
          <ac:chgData name="Gera Weiss" userId="f0aa0173-552d-4808-9782-d425e6aaf8d9" providerId="ADAL" clId="{4565765D-28E9-48D7-B8E2-BBB9ECEA1403}" dt="2025-05-07T05:45:13.602" v="21"/>
          <ac:spMkLst>
            <pc:docMk/>
            <pc:sldMk cId="0" sldId="273"/>
            <ac:spMk id="5" creationId="{00000000-0000-0000-0000-000000000000}"/>
          </ac:spMkLst>
        </pc:spChg>
      </pc:sldChg>
      <pc:sldChg chg="addSp delSp modSp mod addAnim modAnim">
        <pc:chgData name="Gera Weiss" userId="f0aa0173-552d-4808-9782-d425e6aaf8d9" providerId="ADAL" clId="{4565765D-28E9-48D7-B8E2-BBB9ECEA1403}" dt="2025-05-07T06:04:16.688" v="195"/>
        <pc:sldMkLst>
          <pc:docMk/>
          <pc:sldMk cId="1450136746" sldId="298"/>
        </pc:sldMkLst>
        <pc:spChg chg="add mod">
          <ac:chgData name="Gera Weiss" userId="f0aa0173-552d-4808-9782-d425e6aaf8d9" providerId="ADAL" clId="{4565765D-28E9-48D7-B8E2-BBB9ECEA1403}" dt="2025-05-07T06:01:24.496" v="126" actId="1076"/>
          <ac:spMkLst>
            <pc:docMk/>
            <pc:sldMk cId="1450136746" sldId="298"/>
            <ac:spMk id="30" creationId="{20D6B601-9CCE-11D7-28FC-D7F086A212D6}"/>
          </ac:spMkLst>
        </pc:spChg>
        <pc:graphicFrameChg chg="add mod modGraphic">
          <ac:chgData name="Gera Weiss" userId="f0aa0173-552d-4808-9782-d425e6aaf8d9" providerId="ADAL" clId="{4565765D-28E9-48D7-B8E2-BBB9ECEA1403}" dt="2025-05-07T06:03:54.747" v="194"/>
          <ac:graphicFrameMkLst>
            <pc:docMk/>
            <pc:sldMk cId="1450136746" sldId="298"/>
            <ac:graphicFrameMk id="29" creationId="{A69694CE-7DB7-1C13-E6D9-B5DAF5BD9263}"/>
          </ac:graphicFrameMkLst>
        </pc:graphicFrameChg>
      </pc:sldChg>
      <pc:sldChg chg="delSp mod">
        <pc:chgData name="Gera Weiss" userId="f0aa0173-552d-4808-9782-d425e6aaf8d9" providerId="ADAL" clId="{4565765D-28E9-48D7-B8E2-BBB9ECEA1403}" dt="2025-05-07T05:41:52.642" v="10" actId="478"/>
        <pc:sldMkLst>
          <pc:docMk/>
          <pc:sldMk cId="2890882756" sldId="300"/>
        </pc:sldMkLst>
      </pc:sldChg>
      <pc:sldChg chg="addSp modSp mod modAnim">
        <pc:chgData name="Gera Weiss" userId="f0aa0173-552d-4808-9782-d425e6aaf8d9" providerId="ADAL" clId="{4565765D-28E9-48D7-B8E2-BBB9ECEA1403}" dt="2025-05-07T06:03:27.741" v="192"/>
        <pc:sldMkLst>
          <pc:docMk/>
          <pc:sldMk cId="238644707" sldId="305"/>
        </pc:sldMkLst>
        <pc:spChg chg="add mod">
          <ac:chgData name="Gera Weiss" userId="f0aa0173-552d-4808-9782-d425e6aaf8d9" providerId="ADAL" clId="{4565765D-28E9-48D7-B8E2-BBB9ECEA1403}" dt="2025-05-07T06:03:03.286" v="190" actId="207"/>
          <ac:spMkLst>
            <pc:docMk/>
            <pc:sldMk cId="238644707" sldId="305"/>
            <ac:spMk id="9" creationId="{C396B649-3658-B72D-8091-6D58AF89F040}"/>
          </ac:spMkLst>
        </pc:spChg>
        <pc:graphicFrameChg chg="add mod modGraphic">
          <ac:chgData name="Gera Weiss" userId="f0aa0173-552d-4808-9782-d425e6aaf8d9" providerId="ADAL" clId="{4565765D-28E9-48D7-B8E2-BBB9ECEA1403}" dt="2025-05-07T06:03:27.741" v="192"/>
          <ac:graphicFrameMkLst>
            <pc:docMk/>
            <pc:sldMk cId="238644707" sldId="305"/>
            <ac:graphicFrameMk id="6" creationId="{477417D9-3C96-81DD-1580-6A0837A7D0D0}"/>
          </ac:graphicFrameMkLst>
        </pc:graphicFrameChg>
      </pc:sldChg>
      <pc:sldChg chg="addSp modSp mod">
        <pc:chgData name="Gera Weiss" userId="f0aa0173-552d-4808-9782-d425e6aaf8d9" providerId="ADAL" clId="{4565765D-28E9-48D7-B8E2-BBB9ECEA1403}" dt="2025-05-07T05:40:32.881" v="9" actId="14100"/>
        <pc:sldMkLst>
          <pc:docMk/>
          <pc:sldMk cId="3952365562" sldId="309"/>
        </pc:sldMkLst>
        <pc:spChg chg="mod">
          <ac:chgData name="Gera Weiss" userId="f0aa0173-552d-4808-9782-d425e6aaf8d9" providerId="ADAL" clId="{4565765D-28E9-48D7-B8E2-BBB9ECEA1403}" dt="2025-05-07T05:40:03.892" v="4" actId="1076"/>
          <ac:spMkLst>
            <pc:docMk/>
            <pc:sldMk cId="3952365562" sldId="309"/>
            <ac:spMk id="2" creationId="{00000000-0000-0000-0000-000000000000}"/>
          </ac:spMkLst>
        </pc:spChg>
        <pc:spChg chg="mod">
          <ac:chgData name="Gera Weiss" userId="f0aa0173-552d-4808-9782-d425e6aaf8d9" providerId="ADAL" clId="{4565765D-28E9-48D7-B8E2-BBB9ECEA1403}" dt="2025-05-07T05:40:09.875" v="5" actId="164"/>
          <ac:spMkLst>
            <pc:docMk/>
            <pc:sldMk cId="3952365562" sldId="309"/>
            <ac:spMk id="6" creationId="{00000000-0000-0000-0000-000000000000}"/>
          </ac:spMkLst>
        </pc:spChg>
        <pc:spChg chg="mod">
          <ac:chgData name="Gera Weiss" userId="f0aa0173-552d-4808-9782-d425e6aaf8d9" providerId="ADAL" clId="{4565765D-28E9-48D7-B8E2-BBB9ECEA1403}" dt="2025-05-07T05:40:09.875" v="5" actId="164"/>
          <ac:spMkLst>
            <pc:docMk/>
            <pc:sldMk cId="3952365562" sldId="309"/>
            <ac:spMk id="7" creationId="{00000000-0000-0000-0000-000000000000}"/>
          </ac:spMkLst>
        </pc:spChg>
        <pc:spChg chg="mod">
          <ac:chgData name="Gera Weiss" userId="f0aa0173-552d-4808-9782-d425e6aaf8d9" providerId="ADAL" clId="{4565765D-28E9-48D7-B8E2-BBB9ECEA1403}" dt="2025-05-07T05:40:09.875" v="5" actId="164"/>
          <ac:spMkLst>
            <pc:docMk/>
            <pc:sldMk cId="3952365562" sldId="309"/>
            <ac:spMk id="17" creationId="{00000000-0000-0000-0000-000000000000}"/>
          </ac:spMkLst>
        </pc:spChg>
        <pc:spChg chg="mod">
          <ac:chgData name="Gera Weiss" userId="f0aa0173-552d-4808-9782-d425e6aaf8d9" providerId="ADAL" clId="{4565765D-28E9-48D7-B8E2-BBB9ECEA1403}" dt="2025-05-07T05:40:09.875" v="5" actId="164"/>
          <ac:spMkLst>
            <pc:docMk/>
            <pc:sldMk cId="3952365562" sldId="309"/>
            <ac:spMk id="18" creationId="{00000000-0000-0000-0000-000000000000}"/>
          </ac:spMkLst>
        </pc:spChg>
        <pc:spChg chg="mod">
          <ac:chgData name="Gera Weiss" userId="f0aa0173-552d-4808-9782-d425e6aaf8d9" providerId="ADAL" clId="{4565765D-28E9-48D7-B8E2-BBB9ECEA1403}" dt="2025-05-07T05:40:09.875" v="5" actId="164"/>
          <ac:spMkLst>
            <pc:docMk/>
            <pc:sldMk cId="3952365562" sldId="309"/>
            <ac:spMk id="25" creationId="{00000000-0000-0000-0000-000000000000}"/>
          </ac:spMkLst>
        </pc:spChg>
        <pc:spChg chg="mod">
          <ac:chgData name="Gera Weiss" userId="f0aa0173-552d-4808-9782-d425e6aaf8d9" providerId="ADAL" clId="{4565765D-28E9-48D7-B8E2-BBB9ECEA1403}" dt="2025-05-07T05:40:09.875" v="5" actId="164"/>
          <ac:spMkLst>
            <pc:docMk/>
            <pc:sldMk cId="3952365562" sldId="309"/>
            <ac:spMk id="30" creationId="{00000000-0000-0000-0000-000000000000}"/>
          </ac:spMkLst>
        </pc:spChg>
        <pc:grpChg chg="add mod">
          <ac:chgData name="Gera Weiss" userId="f0aa0173-552d-4808-9782-d425e6aaf8d9" providerId="ADAL" clId="{4565765D-28E9-48D7-B8E2-BBB9ECEA1403}" dt="2025-05-07T05:40:20.194" v="7" actId="1076"/>
          <ac:grpSpMkLst>
            <pc:docMk/>
            <pc:sldMk cId="3952365562" sldId="309"/>
            <ac:grpSpMk id="3" creationId="{10C0DA7C-223D-CF03-835C-BCAE1BA8E813}"/>
          </ac:grpSpMkLst>
        </pc:grpChg>
        <pc:cxnChg chg="mod">
          <ac:chgData name="Gera Weiss" userId="f0aa0173-552d-4808-9782-d425e6aaf8d9" providerId="ADAL" clId="{4565765D-28E9-48D7-B8E2-BBB9ECEA1403}" dt="2025-05-07T05:40:32.881" v="9" actId="14100"/>
          <ac:cxnSpMkLst>
            <pc:docMk/>
            <pc:sldMk cId="3952365562" sldId="309"/>
            <ac:cxnSpMk id="11" creationId="{00000000-0000-0000-0000-000000000000}"/>
          </ac:cxnSpMkLst>
        </pc:cxnChg>
        <pc:cxnChg chg="mod">
          <ac:chgData name="Gera Weiss" userId="f0aa0173-552d-4808-9782-d425e6aaf8d9" providerId="ADAL" clId="{4565765D-28E9-48D7-B8E2-BBB9ECEA1403}" dt="2025-05-07T05:40:09.875" v="5" actId="164"/>
          <ac:cxnSpMkLst>
            <pc:docMk/>
            <pc:sldMk cId="3952365562" sldId="309"/>
            <ac:cxnSpMk id="16" creationId="{00000000-0000-0000-0000-000000000000}"/>
          </ac:cxnSpMkLst>
        </pc:cxnChg>
        <pc:cxnChg chg="mod">
          <ac:chgData name="Gera Weiss" userId="f0aa0173-552d-4808-9782-d425e6aaf8d9" providerId="ADAL" clId="{4565765D-28E9-48D7-B8E2-BBB9ECEA1403}" dt="2025-05-07T05:40:09.875" v="5" actId="164"/>
          <ac:cxnSpMkLst>
            <pc:docMk/>
            <pc:sldMk cId="3952365562" sldId="309"/>
            <ac:cxnSpMk id="27" creationId="{00000000-0000-0000-0000-000000000000}"/>
          </ac:cxnSpMkLst>
        </pc:cxnChg>
        <pc:cxnChg chg="mod">
          <ac:chgData name="Gera Weiss" userId="f0aa0173-552d-4808-9782-d425e6aaf8d9" providerId="ADAL" clId="{4565765D-28E9-48D7-B8E2-BBB9ECEA1403}" dt="2025-05-07T05:40:26.682" v="8" actId="14100"/>
          <ac:cxnSpMkLst>
            <pc:docMk/>
            <pc:sldMk cId="3952365562" sldId="309"/>
            <ac:cxnSpMk id="29" creationId="{00000000-0000-0000-0000-000000000000}"/>
          </ac:cxnSpMkLst>
        </pc:cxnChg>
      </pc:sldChg>
      <pc:sldChg chg="modSp mod">
        <pc:chgData name="Gera Weiss" userId="f0aa0173-552d-4808-9782-d425e6aaf8d9" providerId="ADAL" clId="{4565765D-28E9-48D7-B8E2-BBB9ECEA1403}" dt="2025-05-07T06:09:27.147" v="263" actId="2711"/>
        <pc:sldMkLst>
          <pc:docMk/>
          <pc:sldMk cId="3153097611" sldId="314"/>
        </pc:sldMkLst>
        <pc:spChg chg="mod">
          <ac:chgData name="Gera Weiss" userId="f0aa0173-552d-4808-9782-d425e6aaf8d9" providerId="ADAL" clId="{4565765D-28E9-48D7-B8E2-BBB9ECEA1403}" dt="2025-05-07T06:09:27.147" v="263" actId="2711"/>
          <ac:spMkLst>
            <pc:docMk/>
            <pc:sldMk cId="3153097611" sldId="314"/>
            <ac:spMk id="4" creationId="{00000000-0000-0000-0000-000000000000}"/>
          </ac:spMkLst>
        </pc:spChg>
        <pc:spChg chg="mod">
          <ac:chgData name="Gera Weiss" userId="f0aa0173-552d-4808-9782-d425e6aaf8d9" providerId="ADAL" clId="{4565765D-28E9-48D7-B8E2-BBB9ECEA1403}" dt="2025-05-07T06:07:50.699" v="261" actId="207"/>
          <ac:spMkLst>
            <pc:docMk/>
            <pc:sldMk cId="3153097611" sldId="314"/>
            <ac:spMk id="7" creationId="{00000000-0000-0000-0000-000000000000}"/>
          </ac:spMkLst>
        </pc:spChg>
        <pc:spChg chg="mod">
          <ac:chgData name="Gera Weiss" userId="f0aa0173-552d-4808-9782-d425e6aaf8d9" providerId="ADAL" clId="{4565765D-28E9-48D7-B8E2-BBB9ECEA1403}" dt="2025-05-07T06:07:13.038" v="258" actId="12788"/>
          <ac:spMkLst>
            <pc:docMk/>
            <pc:sldMk cId="3153097611" sldId="314"/>
            <ac:spMk id="8" creationId="{00000000-0000-0000-0000-000000000000}"/>
          </ac:spMkLst>
        </pc:spChg>
        <pc:spChg chg="mod">
          <ac:chgData name="Gera Weiss" userId="f0aa0173-552d-4808-9782-d425e6aaf8d9" providerId="ADAL" clId="{4565765D-28E9-48D7-B8E2-BBB9ECEA1403}" dt="2025-05-07T06:07:13.038" v="258" actId="12788"/>
          <ac:spMkLst>
            <pc:docMk/>
            <pc:sldMk cId="3153097611" sldId="314"/>
            <ac:spMk id="9" creationId="{00000000-0000-0000-0000-000000000000}"/>
          </ac:spMkLst>
        </pc:spChg>
      </pc:sldChg>
      <pc:sldChg chg="addSp delSp modSp mod">
        <pc:chgData name="Gera Weiss" userId="f0aa0173-552d-4808-9782-d425e6aaf8d9" providerId="ADAL" clId="{4565765D-28E9-48D7-B8E2-BBB9ECEA1403}" dt="2025-05-12T07:35:06.530" v="1856" actId="17032"/>
        <pc:sldMkLst>
          <pc:docMk/>
          <pc:sldMk cId="878634681" sldId="318"/>
        </pc:sldMkLst>
        <pc:spChg chg="mod">
          <ac:chgData name="Gera Weiss" userId="f0aa0173-552d-4808-9782-d425e6aaf8d9" providerId="ADAL" clId="{4565765D-28E9-48D7-B8E2-BBB9ECEA1403}" dt="2025-05-12T07:23:45.345" v="1597"/>
          <ac:spMkLst>
            <pc:docMk/>
            <pc:sldMk cId="878634681" sldId="318"/>
            <ac:spMk id="5" creationId="{00000000-0000-0000-0000-000000000000}"/>
          </ac:spMkLst>
        </pc:spChg>
        <pc:spChg chg="add mod">
          <ac:chgData name="Gera Weiss" userId="f0aa0173-552d-4808-9782-d425e6aaf8d9" providerId="ADAL" clId="{4565765D-28E9-48D7-B8E2-BBB9ECEA1403}" dt="2025-05-12T07:32:16" v="1772" actId="207"/>
          <ac:spMkLst>
            <pc:docMk/>
            <pc:sldMk cId="878634681" sldId="318"/>
            <ac:spMk id="9" creationId="{ECBBDC2A-1FD1-04A1-D7EE-AEBADB7DCE99}"/>
          </ac:spMkLst>
        </pc:spChg>
        <pc:spChg chg="add mod">
          <ac:chgData name="Gera Weiss" userId="f0aa0173-552d-4808-9782-d425e6aaf8d9" providerId="ADAL" clId="{4565765D-28E9-48D7-B8E2-BBB9ECEA1403}" dt="2025-05-12T07:29:30.196" v="1767" actId="1038"/>
          <ac:spMkLst>
            <pc:docMk/>
            <pc:sldMk cId="878634681" sldId="318"/>
            <ac:spMk id="10" creationId="{29082760-ADAC-91CC-24A6-2B6EDBB8DB5D}"/>
          </ac:spMkLst>
        </pc:spChg>
        <pc:spChg chg="add mod">
          <ac:chgData name="Gera Weiss" userId="f0aa0173-552d-4808-9782-d425e6aaf8d9" providerId="ADAL" clId="{4565765D-28E9-48D7-B8E2-BBB9ECEA1403}" dt="2025-05-12T07:29:30.196" v="1767" actId="1038"/>
          <ac:spMkLst>
            <pc:docMk/>
            <pc:sldMk cId="878634681" sldId="318"/>
            <ac:spMk id="13" creationId="{C44503ED-C6D1-AEDF-B92B-8E8A2500A855}"/>
          </ac:spMkLst>
        </pc:spChg>
        <pc:spChg chg="add mod">
          <ac:chgData name="Gera Weiss" userId="f0aa0173-552d-4808-9782-d425e6aaf8d9" providerId="ADAL" clId="{4565765D-28E9-48D7-B8E2-BBB9ECEA1403}" dt="2025-05-12T07:29:30.196" v="1767" actId="1038"/>
          <ac:spMkLst>
            <pc:docMk/>
            <pc:sldMk cId="878634681" sldId="318"/>
            <ac:spMk id="14" creationId="{77B895C1-4FB7-1284-9685-DDAEB4F92015}"/>
          </ac:spMkLst>
        </pc:spChg>
        <pc:spChg chg="add mod">
          <ac:chgData name="Gera Weiss" userId="f0aa0173-552d-4808-9782-d425e6aaf8d9" providerId="ADAL" clId="{4565765D-28E9-48D7-B8E2-BBB9ECEA1403}" dt="2025-05-12T07:29:30.196" v="1767" actId="1038"/>
          <ac:spMkLst>
            <pc:docMk/>
            <pc:sldMk cId="878634681" sldId="318"/>
            <ac:spMk id="15" creationId="{FBF62191-A503-B6E3-A90B-7B5909A0880E}"/>
          </ac:spMkLst>
        </pc:spChg>
        <pc:spChg chg="add mod">
          <ac:chgData name="Gera Weiss" userId="f0aa0173-552d-4808-9782-d425e6aaf8d9" providerId="ADAL" clId="{4565765D-28E9-48D7-B8E2-BBB9ECEA1403}" dt="2025-05-12T07:29:30.196" v="1767" actId="1038"/>
          <ac:spMkLst>
            <pc:docMk/>
            <pc:sldMk cId="878634681" sldId="318"/>
            <ac:spMk id="16" creationId="{DF5E46D8-CF27-66A2-59F5-FB91724D4AEF}"/>
          </ac:spMkLst>
        </pc:spChg>
        <pc:spChg chg="add mod">
          <ac:chgData name="Gera Weiss" userId="f0aa0173-552d-4808-9782-d425e6aaf8d9" providerId="ADAL" clId="{4565765D-28E9-48D7-B8E2-BBB9ECEA1403}" dt="2025-05-12T07:33:53.894" v="1847" actId="1076"/>
          <ac:spMkLst>
            <pc:docMk/>
            <pc:sldMk cId="878634681" sldId="318"/>
            <ac:spMk id="17" creationId="{275560C0-6F51-E19A-54EB-9C2CFA83FBD7}"/>
          </ac:spMkLst>
        </pc:spChg>
        <pc:cxnChg chg="add mod">
          <ac:chgData name="Gera Weiss" userId="f0aa0173-552d-4808-9782-d425e6aaf8d9" providerId="ADAL" clId="{4565765D-28E9-48D7-B8E2-BBB9ECEA1403}" dt="2025-05-12T07:35:06.530" v="1856" actId="17032"/>
          <ac:cxnSpMkLst>
            <pc:docMk/>
            <pc:sldMk cId="878634681" sldId="318"/>
            <ac:cxnSpMk id="23" creationId="{2AD53DB1-9F88-7680-473C-6B0EA0EA7818}"/>
          </ac:cxnSpMkLst>
        </pc:cxnChg>
      </pc:sldChg>
      <pc:sldChg chg="addSp delSp mod modShow">
        <pc:chgData name="Gera Weiss" userId="f0aa0173-552d-4808-9782-d425e6aaf8d9" providerId="ADAL" clId="{4565765D-28E9-48D7-B8E2-BBB9ECEA1403}" dt="2025-05-12T07:37:16.074" v="1859" actId="729"/>
        <pc:sldMkLst>
          <pc:docMk/>
          <pc:sldMk cId="2917291549" sldId="320"/>
        </pc:sldMkLst>
      </pc:sldChg>
      <pc:sldChg chg="mod modShow">
        <pc:chgData name="Gera Weiss" userId="f0aa0173-552d-4808-9782-d425e6aaf8d9" providerId="ADAL" clId="{4565765D-28E9-48D7-B8E2-BBB9ECEA1403}" dt="2025-05-12T07:37:16.074" v="1859" actId="729"/>
        <pc:sldMkLst>
          <pc:docMk/>
          <pc:sldMk cId="3141155659" sldId="321"/>
        </pc:sldMkLst>
      </pc:sldChg>
      <pc:sldChg chg="delSp modSp mod">
        <pc:chgData name="Gera Weiss" userId="f0aa0173-552d-4808-9782-d425e6aaf8d9" providerId="ADAL" clId="{4565765D-28E9-48D7-B8E2-BBB9ECEA1403}" dt="2025-05-07T06:25:50.033" v="377" actId="207"/>
        <pc:sldMkLst>
          <pc:docMk/>
          <pc:sldMk cId="738366171" sldId="322"/>
        </pc:sldMkLst>
        <pc:spChg chg="mod">
          <ac:chgData name="Gera Weiss" userId="f0aa0173-552d-4808-9782-d425e6aaf8d9" providerId="ADAL" clId="{4565765D-28E9-48D7-B8E2-BBB9ECEA1403}" dt="2025-05-07T06:25:50.033" v="377" actId="207"/>
          <ac:spMkLst>
            <pc:docMk/>
            <pc:sldMk cId="738366171" sldId="322"/>
            <ac:spMk id="11" creationId="{00000000-0000-0000-0000-000000000000}"/>
          </ac:spMkLst>
        </pc:spChg>
        <pc:graphicFrameChg chg="mod modGraphic">
          <ac:chgData name="Gera Weiss" userId="f0aa0173-552d-4808-9782-d425e6aaf8d9" providerId="ADAL" clId="{4565765D-28E9-48D7-B8E2-BBB9ECEA1403}" dt="2025-05-07T06:25:00.186" v="365" actId="1076"/>
          <ac:graphicFrameMkLst>
            <pc:docMk/>
            <pc:sldMk cId="738366171" sldId="322"/>
            <ac:graphicFrameMk id="7" creationId="{00000000-0000-0000-0000-000000000000}"/>
          </ac:graphicFrameMkLst>
        </pc:graphicFrameChg>
      </pc:sldChg>
      <pc:sldChg chg="addSp delSp modSp mod">
        <pc:chgData name="Gera Weiss" userId="f0aa0173-552d-4808-9782-d425e6aaf8d9" providerId="ADAL" clId="{4565765D-28E9-48D7-B8E2-BBB9ECEA1403}" dt="2025-05-07T08:42:02.232" v="1425" actId="20577"/>
        <pc:sldMkLst>
          <pc:docMk/>
          <pc:sldMk cId="1167273314" sldId="323"/>
        </pc:sldMkLst>
        <pc:spChg chg="mod">
          <ac:chgData name="Gera Weiss" userId="f0aa0173-552d-4808-9782-d425e6aaf8d9" providerId="ADAL" clId="{4565765D-28E9-48D7-B8E2-BBB9ECEA1403}" dt="2025-05-07T08:42:02.232" v="1425" actId="20577"/>
          <ac:spMkLst>
            <pc:docMk/>
            <pc:sldMk cId="1167273314" sldId="323"/>
            <ac:spMk id="5" creationId="{6954694A-50F3-465E-BB1D-8A63313707CE}"/>
          </ac:spMkLst>
        </pc:spChg>
        <pc:spChg chg="mod">
          <ac:chgData name="Gera Weiss" userId="f0aa0173-552d-4808-9782-d425e6aaf8d9" providerId="ADAL" clId="{4565765D-28E9-48D7-B8E2-BBB9ECEA1403}" dt="2025-05-07T08:37:27.994" v="1291" actId="1037"/>
          <ac:spMkLst>
            <pc:docMk/>
            <pc:sldMk cId="1167273314" sldId="323"/>
            <ac:spMk id="6" creationId="{99D6B6B7-06D1-A0AF-F538-A72AEC384395}"/>
          </ac:spMkLst>
        </pc:spChg>
        <pc:spChg chg="mod">
          <ac:chgData name="Gera Weiss" userId="f0aa0173-552d-4808-9782-d425e6aaf8d9" providerId="ADAL" clId="{4565765D-28E9-48D7-B8E2-BBB9ECEA1403}" dt="2025-05-07T08:37:27.994" v="1291" actId="1037"/>
          <ac:spMkLst>
            <pc:docMk/>
            <pc:sldMk cId="1167273314" sldId="323"/>
            <ac:spMk id="8" creationId="{4D6ED982-A33C-4619-9B12-F4284CD4347E}"/>
          </ac:spMkLst>
        </pc:spChg>
        <pc:spChg chg="mod">
          <ac:chgData name="Gera Weiss" userId="f0aa0173-552d-4808-9782-d425e6aaf8d9" providerId="ADAL" clId="{4565765D-28E9-48D7-B8E2-BBB9ECEA1403}" dt="2025-05-07T08:37:27.994" v="1291" actId="1037"/>
          <ac:spMkLst>
            <pc:docMk/>
            <pc:sldMk cId="1167273314" sldId="323"/>
            <ac:spMk id="90" creationId="{DC792A8C-49BF-40D1-9FA9-650673A92F8F}"/>
          </ac:spMkLst>
        </pc:spChg>
        <pc:inkChg chg="mod">
          <ac:chgData name="Gera Weiss" userId="f0aa0173-552d-4808-9782-d425e6aaf8d9" providerId="ADAL" clId="{4565765D-28E9-48D7-B8E2-BBB9ECEA1403}" dt="2025-05-07T08:37:27.994" v="1291" actId="1037"/>
          <ac:inkMkLst>
            <pc:docMk/>
            <pc:sldMk cId="1167273314" sldId="323"/>
            <ac:inkMk id="9" creationId="{47A3399F-0622-4470-A3C8-0ABA604CDDF3}"/>
          </ac:inkMkLst>
        </pc:inkChg>
        <pc:inkChg chg="mod">
          <ac:chgData name="Gera Weiss" userId="f0aa0173-552d-4808-9782-d425e6aaf8d9" providerId="ADAL" clId="{4565765D-28E9-48D7-B8E2-BBB9ECEA1403}" dt="2025-05-07T08:37:27.994" v="1291" actId="1037"/>
          <ac:inkMkLst>
            <pc:docMk/>
            <pc:sldMk cId="1167273314" sldId="323"/>
            <ac:inkMk id="88" creationId="{9F81F3D7-0932-493F-8780-67460EB0C6C0}"/>
          </ac:inkMkLst>
        </pc:inkChg>
      </pc:sldChg>
      <pc:sldChg chg="modSp mod">
        <pc:chgData name="Gera Weiss" userId="f0aa0173-552d-4808-9782-d425e6aaf8d9" providerId="ADAL" clId="{4565765D-28E9-48D7-B8E2-BBB9ECEA1403}" dt="2025-05-07T05:44:40.106" v="16"/>
        <pc:sldMkLst>
          <pc:docMk/>
          <pc:sldMk cId="4085168651" sldId="326"/>
        </pc:sldMkLst>
        <pc:spChg chg="mod">
          <ac:chgData name="Gera Weiss" userId="f0aa0173-552d-4808-9782-d425e6aaf8d9" providerId="ADAL" clId="{4565765D-28E9-48D7-B8E2-BBB9ECEA1403}" dt="2025-05-07T05:44:34.752" v="15"/>
          <ac:spMkLst>
            <pc:docMk/>
            <pc:sldMk cId="4085168651" sldId="326"/>
            <ac:spMk id="10" creationId="{00000000-0000-0000-0000-000000000000}"/>
          </ac:spMkLst>
        </pc:spChg>
        <pc:spChg chg="mod">
          <ac:chgData name="Gera Weiss" userId="f0aa0173-552d-4808-9782-d425e6aaf8d9" providerId="ADAL" clId="{4565765D-28E9-48D7-B8E2-BBB9ECEA1403}" dt="2025-05-07T05:44:21.998" v="14"/>
          <ac:spMkLst>
            <pc:docMk/>
            <pc:sldMk cId="4085168651" sldId="326"/>
            <ac:spMk id="15" creationId="{00000000-0000-0000-0000-000000000000}"/>
          </ac:spMkLst>
        </pc:spChg>
        <pc:graphicFrameChg chg="mod">
          <ac:chgData name="Gera Weiss" userId="f0aa0173-552d-4808-9782-d425e6aaf8d9" providerId="ADAL" clId="{4565765D-28E9-48D7-B8E2-BBB9ECEA1403}" dt="2025-05-07T05:44:40.106" v="16"/>
          <ac:graphicFrameMkLst>
            <pc:docMk/>
            <pc:sldMk cId="4085168651" sldId="326"/>
            <ac:graphicFrameMk id="9" creationId="{00000000-0000-0000-0000-000000000000}"/>
          </ac:graphicFrameMkLst>
        </pc:graphicFrameChg>
      </pc:sldChg>
      <pc:sldChg chg="addSp delSp modSp mod">
        <pc:chgData name="Gera Weiss" userId="f0aa0173-552d-4808-9782-d425e6aaf8d9" providerId="ADAL" clId="{4565765D-28E9-48D7-B8E2-BBB9ECEA1403}" dt="2025-05-07T08:46:25.215" v="1493" actId="20577"/>
        <pc:sldMkLst>
          <pc:docMk/>
          <pc:sldMk cId="1702749480" sldId="328"/>
        </pc:sldMkLst>
        <pc:spChg chg="mod">
          <ac:chgData name="Gera Weiss" userId="f0aa0173-552d-4808-9782-d425e6aaf8d9" providerId="ADAL" clId="{4565765D-28E9-48D7-B8E2-BBB9ECEA1403}" dt="2025-05-07T08:30:06.829" v="1095" actId="20577"/>
          <ac:spMkLst>
            <pc:docMk/>
            <pc:sldMk cId="1702749480" sldId="328"/>
            <ac:spMk id="2" creationId="{4C922065-424D-4083-BCD3-1AE50035F114}"/>
          </ac:spMkLst>
        </pc:spChg>
        <pc:spChg chg="mod">
          <ac:chgData name="Gera Weiss" userId="f0aa0173-552d-4808-9782-d425e6aaf8d9" providerId="ADAL" clId="{4565765D-28E9-48D7-B8E2-BBB9ECEA1403}" dt="2025-05-07T08:46:25.215" v="1493" actId="20577"/>
          <ac:spMkLst>
            <pc:docMk/>
            <pc:sldMk cId="1702749480" sldId="328"/>
            <ac:spMk id="5" creationId="{6954694A-50F3-465E-BB1D-8A63313707CE}"/>
          </ac:spMkLst>
        </pc:spChg>
        <pc:spChg chg="add mod ord">
          <ac:chgData name="Gera Weiss" userId="f0aa0173-552d-4808-9782-d425e6aaf8d9" providerId="ADAL" clId="{4565765D-28E9-48D7-B8E2-BBB9ECEA1403}" dt="2025-05-07T08:42:39.805" v="1470" actId="14100"/>
          <ac:spMkLst>
            <pc:docMk/>
            <pc:sldMk cId="1702749480" sldId="328"/>
            <ac:spMk id="7" creationId="{73ADDB70-CA43-CE4C-130E-3AA8DBB17CD9}"/>
          </ac:spMkLst>
        </pc:spChg>
        <pc:spChg chg="mod">
          <ac:chgData name="Gera Weiss" userId="f0aa0173-552d-4808-9782-d425e6aaf8d9" providerId="ADAL" clId="{4565765D-28E9-48D7-B8E2-BBB9ECEA1403}" dt="2025-05-07T08:33:35.376" v="1181" actId="1076"/>
          <ac:spMkLst>
            <pc:docMk/>
            <pc:sldMk cId="1702749480" sldId="328"/>
            <ac:spMk id="12" creationId="{6B3C4005-359D-9E6D-6E81-A6E82B1F5968}"/>
          </ac:spMkLst>
        </pc:spChg>
        <pc:spChg chg="mod">
          <ac:chgData name="Gera Weiss" userId="f0aa0173-552d-4808-9782-d425e6aaf8d9" providerId="ADAL" clId="{4565765D-28E9-48D7-B8E2-BBB9ECEA1403}" dt="2025-05-07T08:33:18.191" v="1178" actId="1076"/>
          <ac:spMkLst>
            <pc:docMk/>
            <pc:sldMk cId="1702749480" sldId="328"/>
            <ac:spMk id="23" creationId="{9FA44D55-00FD-634D-59B7-3D50E8E87551}"/>
          </ac:spMkLst>
        </pc:spChg>
        <pc:picChg chg="mod">
          <ac:chgData name="Gera Weiss" userId="f0aa0173-552d-4808-9782-d425e6aaf8d9" providerId="ADAL" clId="{4565765D-28E9-48D7-B8E2-BBB9ECEA1403}" dt="2025-05-07T08:33:35.376" v="1181" actId="1076"/>
          <ac:picMkLst>
            <pc:docMk/>
            <pc:sldMk cId="1702749480" sldId="328"/>
            <ac:picMk id="11" creationId="{4B5BD71B-AC82-32B9-6786-93477C633091}"/>
          </ac:picMkLst>
        </pc:picChg>
        <pc:picChg chg="mod">
          <ac:chgData name="Gera Weiss" userId="f0aa0173-552d-4808-9782-d425e6aaf8d9" providerId="ADAL" clId="{4565765D-28E9-48D7-B8E2-BBB9ECEA1403}" dt="2025-05-07T08:33:19.960" v="1179" actId="1076"/>
          <ac:picMkLst>
            <pc:docMk/>
            <pc:sldMk cId="1702749480" sldId="328"/>
            <ac:picMk id="22" creationId="{628D4D76-4975-A306-1431-C6BB1FF951C0}"/>
          </ac:picMkLst>
        </pc:picChg>
        <pc:inkChg chg="mod">
          <ac:chgData name="Gera Weiss" userId="f0aa0173-552d-4808-9782-d425e6aaf8d9" providerId="ADAL" clId="{4565765D-28E9-48D7-B8E2-BBB9ECEA1403}" dt="2025-05-07T08:42:39.805" v="1470" actId="14100"/>
          <ac:inkMkLst>
            <pc:docMk/>
            <pc:sldMk cId="1702749480" sldId="328"/>
            <ac:inkMk id="9" creationId="{47A3399F-0622-4470-A3C8-0ABA604CDDF3}"/>
          </ac:inkMkLst>
        </pc:inkChg>
      </pc:sldChg>
      <pc:sldChg chg="delSp modSp add mod ord">
        <pc:chgData name="Gera Weiss" userId="f0aa0173-552d-4808-9782-d425e6aaf8d9" providerId="ADAL" clId="{4565765D-28E9-48D7-B8E2-BBB9ECEA1403}" dt="2025-05-07T08:03:14.249" v="579"/>
        <pc:sldMkLst>
          <pc:docMk/>
          <pc:sldMk cId="2734295202" sldId="329"/>
        </pc:sldMkLst>
        <pc:graphicFrameChg chg="mod modGraphic">
          <ac:chgData name="Gera Weiss" userId="f0aa0173-552d-4808-9782-d425e6aaf8d9" providerId="ADAL" clId="{4565765D-28E9-48D7-B8E2-BBB9ECEA1403}" dt="2025-05-07T08:03:14.249" v="579"/>
          <ac:graphicFrameMkLst>
            <pc:docMk/>
            <pc:sldMk cId="2734295202" sldId="329"/>
            <ac:graphicFrameMk id="7" creationId="{F95E63E2-367B-8AE6-3DEB-532A7495A21B}"/>
          </ac:graphicFrameMkLst>
        </pc:graphicFrameChg>
      </pc:sldChg>
      <pc:sldChg chg="addSp modSp add mod">
        <pc:chgData name="Gera Weiss" userId="f0aa0173-552d-4808-9782-d425e6aaf8d9" providerId="ADAL" clId="{4565765D-28E9-48D7-B8E2-BBB9ECEA1403}" dt="2025-05-07T06:27:47.134" v="415" actId="1036"/>
        <pc:sldMkLst>
          <pc:docMk/>
          <pc:sldMk cId="1730226064" sldId="330"/>
        </pc:sldMkLst>
        <pc:spChg chg="add mod">
          <ac:chgData name="Gera Weiss" userId="f0aa0173-552d-4808-9782-d425e6aaf8d9" providerId="ADAL" clId="{4565765D-28E9-48D7-B8E2-BBB9ECEA1403}" dt="2025-05-07T06:27:47.134" v="415" actId="1036"/>
          <ac:spMkLst>
            <pc:docMk/>
            <pc:sldMk cId="1730226064" sldId="330"/>
            <ac:spMk id="6" creationId="{EE3E9F89-9F02-FF56-BE3C-12F13A1A62A5}"/>
          </ac:spMkLst>
        </pc:spChg>
        <pc:graphicFrameChg chg="mod modGraphic">
          <ac:chgData name="Gera Weiss" userId="f0aa0173-552d-4808-9782-d425e6aaf8d9" providerId="ADAL" clId="{4565765D-28E9-48D7-B8E2-BBB9ECEA1403}" dt="2025-05-07T06:26:39.585" v="386"/>
          <ac:graphicFrameMkLst>
            <pc:docMk/>
            <pc:sldMk cId="1730226064" sldId="330"/>
            <ac:graphicFrameMk id="7" creationId="{0B87DAD9-3ABE-74D4-71BF-97005472E86E}"/>
          </ac:graphicFrameMkLst>
        </pc:graphicFrameChg>
      </pc:sldChg>
      <pc:sldChg chg="addSp delSp modSp add mod">
        <pc:chgData name="Gera Weiss" userId="f0aa0173-552d-4808-9782-d425e6aaf8d9" providerId="ADAL" clId="{4565765D-28E9-48D7-B8E2-BBB9ECEA1403}" dt="2025-05-07T08:03:35.930" v="581" actId="14734"/>
        <pc:sldMkLst>
          <pc:docMk/>
          <pc:sldMk cId="260208686" sldId="331"/>
        </pc:sldMkLst>
        <pc:spChg chg="add mod">
          <ac:chgData name="Gera Weiss" userId="f0aa0173-552d-4808-9782-d425e6aaf8d9" providerId="ADAL" clId="{4565765D-28E9-48D7-B8E2-BBB9ECEA1403}" dt="2025-05-07T06:31:10.931" v="438" actId="20577"/>
          <ac:spMkLst>
            <pc:docMk/>
            <pc:sldMk cId="260208686" sldId="331"/>
            <ac:spMk id="5" creationId="{F67180D7-1C20-0D05-FE70-EDD403ADC450}"/>
          </ac:spMkLst>
        </pc:spChg>
        <pc:spChg chg="add mod">
          <ac:chgData name="Gera Weiss" userId="f0aa0173-552d-4808-9782-d425e6aaf8d9" providerId="ADAL" clId="{4565765D-28E9-48D7-B8E2-BBB9ECEA1403}" dt="2025-05-07T07:49:11.074" v="485" actId="1076"/>
          <ac:spMkLst>
            <pc:docMk/>
            <pc:sldMk cId="260208686" sldId="331"/>
            <ac:spMk id="8" creationId="{49152671-746C-F509-32A4-9849C0E839E8}"/>
          </ac:spMkLst>
        </pc:spChg>
        <pc:graphicFrameChg chg="mod modGraphic">
          <ac:chgData name="Gera Weiss" userId="f0aa0173-552d-4808-9782-d425e6aaf8d9" providerId="ADAL" clId="{4565765D-28E9-48D7-B8E2-BBB9ECEA1403}" dt="2025-05-07T08:03:35.930" v="581" actId="14734"/>
          <ac:graphicFrameMkLst>
            <pc:docMk/>
            <pc:sldMk cId="260208686" sldId="331"/>
            <ac:graphicFrameMk id="7" creationId="{E7B879E5-07CB-89CE-D0E0-376E0AC88A68}"/>
          </ac:graphicFrameMkLst>
        </pc:graphicFrameChg>
      </pc:sldChg>
      <pc:sldChg chg="add mod ord modShow">
        <pc:chgData name="Gera Weiss" userId="f0aa0173-552d-4808-9782-d425e6aaf8d9" providerId="ADAL" clId="{4565765D-28E9-48D7-B8E2-BBB9ECEA1403}" dt="2025-05-07T08:27:21.497" v="1023" actId="729"/>
        <pc:sldMkLst>
          <pc:docMk/>
          <pc:sldMk cId="625665899" sldId="332"/>
        </pc:sldMkLst>
      </pc:sldChg>
      <pc:sldChg chg="modSp add mod">
        <pc:chgData name="Gera Weiss" userId="f0aa0173-552d-4808-9782-d425e6aaf8d9" providerId="ADAL" clId="{4565765D-28E9-48D7-B8E2-BBB9ECEA1403}" dt="2025-05-07T08:04:39.495" v="593"/>
        <pc:sldMkLst>
          <pc:docMk/>
          <pc:sldMk cId="1501016345" sldId="333"/>
        </pc:sldMkLst>
        <pc:spChg chg="mod">
          <ac:chgData name="Gera Weiss" userId="f0aa0173-552d-4808-9782-d425e6aaf8d9" providerId="ADAL" clId="{4565765D-28E9-48D7-B8E2-BBB9ECEA1403}" dt="2025-05-07T08:04:20.097" v="589" actId="1076"/>
          <ac:spMkLst>
            <pc:docMk/>
            <pc:sldMk cId="1501016345" sldId="333"/>
            <ac:spMk id="11" creationId="{B5AA6A6D-02FB-E52A-065A-56B137FADE9E}"/>
          </ac:spMkLst>
        </pc:spChg>
        <pc:graphicFrameChg chg="mod modGraphic">
          <ac:chgData name="Gera Weiss" userId="f0aa0173-552d-4808-9782-d425e6aaf8d9" providerId="ADAL" clId="{4565765D-28E9-48D7-B8E2-BBB9ECEA1403}" dt="2025-05-07T08:04:39.495" v="593"/>
          <ac:graphicFrameMkLst>
            <pc:docMk/>
            <pc:sldMk cId="1501016345" sldId="333"/>
            <ac:graphicFrameMk id="7" creationId="{7CF82105-AD65-5925-75CF-F2B5F8765077}"/>
          </ac:graphicFrameMkLst>
        </pc:graphicFrameChg>
      </pc:sldChg>
      <pc:sldChg chg="modSp add del mod">
        <pc:chgData name="Gera Weiss" userId="f0aa0173-552d-4808-9782-d425e6aaf8d9" providerId="ADAL" clId="{4565765D-28E9-48D7-B8E2-BBB9ECEA1403}" dt="2025-05-07T08:05:41.808" v="598" actId="47"/>
        <pc:sldMkLst>
          <pc:docMk/>
          <pc:sldMk cId="171571841" sldId="334"/>
        </pc:sldMkLst>
      </pc:sldChg>
      <pc:sldChg chg="modSp add mod">
        <pc:chgData name="Gera Weiss" userId="f0aa0173-552d-4808-9782-d425e6aaf8d9" providerId="ADAL" clId="{4565765D-28E9-48D7-B8E2-BBB9ECEA1403}" dt="2025-05-07T08:08:02.637" v="645" actId="1076"/>
        <pc:sldMkLst>
          <pc:docMk/>
          <pc:sldMk cId="3077108882" sldId="334"/>
        </pc:sldMkLst>
        <pc:spChg chg="mod">
          <ac:chgData name="Gera Weiss" userId="f0aa0173-552d-4808-9782-d425e6aaf8d9" providerId="ADAL" clId="{4565765D-28E9-48D7-B8E2-BBB9ECEA1403}" dt="2025-05-07T08:07:58.661" v="644" actId="20577"/>
          <ac:spMkLst>
            <pc:docMk/>
            <pc:sldMk cId="3077108882" sldId="334"/>
            <ac:spMk id="5" creationId="{9F967DDE-DB22-4543-AC3B-C8DC8001F105}"/>
          </ac:spMkLst>
        </pc:spChg>
        <pc:spChg chg="mod">
          <ac:chgData name="Gera Weiss" userId="f0aa0173-552d-4808-9782-d425e6aaf8d9" providerId="ADAL" clId="{4565765D-28E9-48D7-B8E2-BBB9ECEA1403}" dt="2025-05-07T08:08:02.637" v="645" actId="1076"/>
          <ac:spMkLst>
            <pc:docMk/>
            <pc:sldMk cId="3077108882" sldId="334"/>
            <ac:spMk id="8" creationId="{7B7E1346-E73E-A39D-78CE-EA27C8805292}"/>
          </ac:spMkLst>
        </pc:spChg>
        <pc:graphicFrameChg chg="modGraphic">
          <ac:chgData name="Gera Weiss" userId="f0aa0173-552d-4808-9782-d425e6aaf8d9" providerId="ADAL" clId="{4565765D-28E9-48D7-B8E2-BBB9ECEA1403}" dt="2025-05-07T08:07:02.390" v="604" actId="207"/>
          <ac:graphicFrameMkLst>
            <pc:docMk/>
            <pc:sldMk cId="3077108882" sldId="334"/>
            <ac:graphicFrameMk id="7" creationId="{B96DD822-2665-674B-1806-1799A6431B8E}"/>
          </ac:graphicFrameMkLst>
        </pc:graphicFrameChg>
      </pc:sldChg>
      <pc:sldChg chg="addSp delSp modSp add mod">
        <pc:chgData name="Gera Weiss" userId="f0aa0173-552d-4808-9782-d425e6aaf8d9" providerId="ADAL" clId="{4565765D-28E9-48D7-B8E2-BBB9ECEA1403}" dt="2025-05-07T08:53:12.418" v="1550" actId="20577"/>
        <pc:sldMkLst>
          <pc:docMk/>
          <pc:sldMk cId="1635369637" sldId="335"/>
        </pc:sldMkLst>
        <pc:spChg chg="mod">
          <ac:chgData name="Gera Weiss" userId="f0aa0173-552d-4808-9782-d425e6aaf8d9" providerId="ADAL" clId="{4565765D-28E9-48D7-B8E2-BBB9ECEA1403}" dt="2025-05-07T08:48:03.863" v="1527" actId="20577"/>
          <ac:spMkLst>
            <pc:docMk/>
            <pc:sldMk cId="1635369637" sldId="335"/>
            <ac:spMk id="5" creationId="{9D7C6F8C-C091-24AE-BB27-A8B560AAFB1D}"/>
          </ac:spMkLst>
        </pc:spChg>
        <pc:spChg chg="mod">
          <ac:chgData name="Gera Weiss" userId="f0aa0173-552d-4808-9782-d425e6aaf8d9" providerId="ADAL" clId="{4565765D-28E9-48D7-B8E2-BBB9ECEA1403}" dt="2025-05-07T08:09:45.149" v="656" actId="1076"/>
          <ac:spMkLst>
            <pc:docMk/>
            <pc:sldMk cId="1635369637" sldId="335"/>
            <ac:spMk id="11" creationId="{5B1C73C4-A212-4B44-04B1-937856698FE1}"/>
          </ac:spMkLst>
        </pc:spChg>
        <pc:spChg chg="add mod">
          <ac:chgData name="Gera Weiss" userId="f0aa0173-552d-4808-9782-d425e6aaf8d9" providerId="ADAL" clId="{4565765D-28E9-48D7-B8E2-BBB9ECEA1403}" dt="2025-05-07T08:53:12.418" v="1550" actId="20577"/>
          <ac:spMkLst>
            <pc:docMk/>
            <pc:sldMk cId="1635369637" sldId="335"/>
            <ac:spMk id="13" creationId="{EA59B4E5-C771-E8B8-E799-3FB95A37E8D5}"/>
          </ac:spMkLst>
        </pc:spChg>
        <pc:graphicFrameChg chg="mod modGraphic">
          <ac:chgData name="Gera Weiss" userId="f0aa0173-552d-4808-9782-d425e6aaf8d9" providerId="ADAL" clId="{4565765D-28E9-48D7-B8E2-BBB9ECEA1403}" dt="2025-05-07T08:10:13.397" v="674" actId="20577"/>
          <ac:graphicFrameMkLst>
            <pc:docMk/>
            <pc:sldMk cId="1635369637" sldId="335"/>
            <ac:graphicFrameMk id="7" creationId="{ECD82FB7-132D-FEE6-B204-9DD7C9C8FA71}"/>
          </ac:graphicFrameMkLst>
        </pc:graphicFrameChg>
        <pc:picChg chg="add mod">
          <ac:chgData name="Gera Weiss" userId="f0aa0173-552d-4808-9782-d425e6aaf8d9" providerId="ADAL" clId="{4565765D-28E9-48D7-B8E2-BBB9ECEA1403}" dt="2025-05-07T08:52:49.970" v="1544" actId="1076"/>
          <ac:picMkLst>
            <pc:docMk/>
            <pc:sldMk cId="1635369637" sldId="335"/>
            <ac:picMk id="2052" creationId="{C2742AD6-5723-37C3-6F79-75425CBB4D7D}"/>
          </ac:picMkLst>
        </pc:picChg>
      </pc:sldChg>
      <pc:sldChg chg="addSp delSp modSp add mod">
        <pc:chgData name="Gera Weiss" userId="f0aa0173-552d-4808-9782-d425e6aaf8d9" providerId="ADAL" clId="{4565765D-28E9-48D7-B8E2-BBB9ECEA1403}" dt="2025-05-12T07:23:57.521" v="1598"/>
        <pc:sldMkLst>
          <pc:docMk/>
          <pc:sldMk cId="1340675812" sldId="336"/>
        </pc:sldMkLst>
        <pc:spChg chg="mod">
          <ac:chgData name="Gera Weiss" userId="f0aa0173-552d-4808-9782-d425e6aaf8d9" providerId="ADAL" clId="{4565765D-28E9-48D7-B8E2-BBB9ECEA1403}" dt="2025-05-12T07:23:57.521" v="1598"/>
          <ac:spMkLst>
            <pc:docMk/>
            <pc:sldMk cId="1340675812" sldId="336"/>
            <ac:spMk id="5" creationId="{7A3AC336-DA0A-A168-42F7-E14B65CDBCCD}"/>
          </ac:spMkLst>
        </pc:spChg>
        <pc:spChg chg="add del">
          <ac:chgData name="Gera Weiss" userId="f0aa0173-552d-4808-9782-d425e6aaf8d9" providerId="ADAL" clId="{4565765D-28E9-48D7-B8E2-BBB9ECEA1403}" dt="2025-05-12T07:22:05.339" v="1558" actId="478"/>
          <ac:spMkLst>
            <pc:docMk/>
            <pc:sldMk cId="1340675812" sldId="336"/>
            <ac:spMk id="6" creationId="{ADA66A1D-1199-BD93-3BE5-FA38D95DF1ED}"/>
          </ac:spMkLst>
        </pc:spChg>
        <pc:spChg chg="add del">
          <ac:chgData name="Gera Weiss" userId="f0aa0173-552d-4808-9782-d425e6aaf8d9" providerId="ADAL" clId="{4565765D-28E9-48D7-B8E2-BBB9ECEA1403}" dt="2025-05-12T07:22:05.339" v="1558" actId="478"/>
          <ac:spMkLst>
            <pc:docMk/>
            <pc:sldMk cId="1340675812" sldId="336"/>
            <ac:spMk id="7" creationId="{A0016F18-390D-0A38-651C-E5BFE152A539}"/>
          </ac:spMkLst>
        </pc:spChg>
        <pc:spChg chg="add del">
          <ac:chgData name="Gera Weiss" userId="f0aa0173-552d-4808-9782-d425e6aaf8d9" providerId="ADAL" clId="{4565765D-28E9-48D7-B8E2-BBB9ECEA1403}" dt="2025-05-12T07:22:05.339" v="1558" actId="478"/>
          <ac:spMkLst>
            <pc:docMk/>
            <pc:sldMk cId="1340675812" sldId="336"/>
            <ac:spMk id="8" creationId="{F82491B6-EC9F-0352-4CE5-D8351667B2C9}"/>
          </ac:spMkLst>
        </pc:spChg>
        <pc:picChg chg="add del">
          <ac:chgData name="Gera Weiss" userId="f0aa0173-552d-4808-9782-d425e6aaf8d9" providerId="ADAL" clId="{4565765D-28E9-48D7-B8E2-BBB9ECEA1403}" dt="2025-05-12T07:22:05.339" v="1558" actId="478"/>
          <ac:picMkLst>
            <pc:docMk/>
            <pc:sldMk cId="1340675812" sldId="336"/>
            <ac:picMk id="3" creationId="{1E6CC011-09C6-FFA6-7E35-F6AF33210151}"/>
          </ac:picMkLst>
        </pc:pic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image" Target="../media/image119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D14501-CE2F-4EB4-A5C7-DDF3548B71EF}" type="doc">
      <dgm:prSet loTypeId="urn:microsoft.com/office/officeart/2005/8/layout/venn2" loCatId="relationship" qsTypeId="urn:microsoft.com/office/officeart/2005/8/quickstyle/simple3" qsCatId="simple" csTypeId="urn:microsoft.com/office/officeart/2005/8/colors/accent2_3" csCatId="accent2" phldr="1"/>
      <dgm:spPr/>
      <dgm:t>
        <a:bodyPr/>
        <a:lstStyle/>
        <a:p>
          <a:pPr rtl="1"/>
          <a:endParaRPr lang="he-IL"/>
        </a:p>
      </dgm:t>
    </dgm:pt>
    <dgm:pt modelId="{196F6C8A-4539-474E-9524-A0CEC5DF53C4}">
      <dgm:prSet phldrT="[Text]" custT="1"/>
      <dgm:spPr/>
      <dgm:t>
        <a:bodyPr/>
        <a:lstStyle/>
        <a:p>
          <a:pPr rtl="1"/>
          <a:r>
            <a:rPr lang="he-IL" sz="20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זמן לינארי</a:t>
          </a:r>
        </a:p>
      </dgm:t>
    </dgm:pt>
    <dgm:pt modelId="{D2021F3E-309A-4364-ABEE-83FDF32828BA}" type="parTrans" cxnId="{479768C4-A33C-4449-A4E2-1D619CEE3797}">
      <dgm:prSet/>
      <dgm:spPr/>
      <dgm:t>
        <a:bodyPr/>
        <a:lstStyle/>
        <a:p>
          <a:pPr rtl="1"/>
          <a:endParaRPr lang="he-IL" sz="2000"/>
        </a:p>
      </dgm:t>
    </dgm:pt>
    <dgm:pt modelId="{57AD3594-8368-4559-8A5A-68239A4ADA1A}" type="sibTrans" cxnId="{479768C4-A33C-4449-A4E2-1D619CEE3797}">
      <dgm:prSet/>
      <dgm:spPr/>
      <dgm:t>
        <a:bodyPr/>
        <a:lstStyle/>
        <a:p>
          <a:pPr rtl="1"/>
          <a:endParaRPr lang="he-IL" sz="2000"/>
        </a:p>
      </dgm:t>
    </dgm:pt>
    <dgm:pt modelId="{36C3B86D-77FB-40C7-8768-6F4BC2EACF0B}">
      <dgm:prSet phldrT="[Text]" custT="1"/>
      <dgm:spPr/>
      <dgm:t>
        <a:bodyPr/>
        <a:lstStyle/>
        <a:p>
          <a:pPr rtl="1"/>
          <a:r>
            <a:rPr lang="he-IL" sz="20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שמורה</a:t>
          </a:r>
        </a:p>
      </dgm:t>
    </dgm:pt>
    <dgm:pt modelId="{F9B16D79-B8B3-4A0D-8B49-BA0ED799E765}" type="parTrans" cxnId="{5E71863C-BD37-46C2-9226-391EAF46E4E7}">
      <dgm:prSet/>
      <dgm:spPr/>
      <dgm:t>
        <a:bodyPr/>
        <a:lstStyle/>
        <a:p>
          <a:pPr rtl="1"/>
          <a:endParaRPr lang="he-IL" sz="2000"/>
        </a:p>
      </dgm:t>
    </dgm:pt>
    <dgm:pt modelId="{23C7625D-E7F8-4181-9356-6FD858997286}" type="sibTrans" cxnId="{5E71863C-BD37-46C2-9226-391EAF46E4E7}">
      <dgm:prSet/>
      <dgm:spPr/>
      <dgm:t>
        <a:bodyPr/>
        <a:lstStyle/>
        <a:p>
          <a:pPr rtl="1"/>
          <a:endParaRPr lang="he-IL" sz="2000"/>
        </a:p>
      </dgm:t>
    </dgm:pt>
    <dgm:pt modelId="{11CB0073-22A3-4B10-8CC9-03DAB7A2A0B1}">
      <dgm:prSet phldrT="[Text]" custT="1"/>
      <dgm:spPr/>
      <dgm:t>
        <a:bodyPr/>
        <a:lstStyle/>
        <a:p>
          <a:pPr rtl="1"/>
          <a:r>
            <a:rPr lang="he-IL" sz="20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בטיחות</a:t>
          </a:r>
        </a:p>
      </dgm:t>
    </dgm:pt>
    <dgm:pt modelId="{A0C72913-FE3C-4BC5-9C02-7FB2EB407EBD}" type="parTrans" cxnId="{0DE3F7D5-FD2A-436E-A758-10964E474F53}">
      <dgm:prSet/>
      <dgm:spPr/>
      <dgm:t>
        <a:bodyPr/>
        <a:lstStyle/>
        <a:p>
          <a:endParaRPr lang="en-US"/>
        </a:p>
      </dgm:t>
    </dgm:pt>
    <dgm:pt modelId="{A8519AFA-FE3B-4A27-953E-77C871383354}" type="sibTrans" cxnId="{0DE3F7D5-FD2A-436E-A758-10964E474F53}">
      <dgm:prSet/>
      <dgm:spPr/>
      <dgm:t>
        <a:bodyPr/>
        <a:lstStyle/>
        <a:p>
          <a:endParaRPr lang="en-US"/>
        </a:p>
      </dgm:t>
    </dgm:pt>
    <dgm:pt modelId="{FACC0A7C-B265-485F-91AA-0070D5C2BBAC}">
      <dgm:prSet phldrT="[Text]" custT="1"/>
      <dgm:spPr/>
      <dgm:t>
        <a:bodyPr/>
        <a:lstStyle/>
        <a:p>
          <a:pPr rtl="1"/>
          <a:r>
            <a:rPr lang="he-IL" sz="20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בטיחות </a:t>
          </a:r>
          <a:r>
            <a:rPr lang="he-IL" sz="2000" dirty="0">
              <a:latin typeface="Gisha" panose="020B0502040204020203" pitchFamily="34" charset="-79"/>
              <a:cs typeface="Gisha" panose="020B0502040204020203" pitchFamily="34" charset="-79"/>
            </a:rPr>
            <a:t>רֵגוּלָרִיּוֹת</a:t>
          </a:r>
          <a:endParaRPr lang="he-IL" sz="2000" dirty="0">
            <a:solidFill>
              <a:schemeClr val="accent1">
                <a:lumMod val="50000"/>
              </a:schemeClr>
            </a:solidFill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AC490365-C0F9-426F-A086-46343DBC6561}" type="parTrans" cxnId="{B3526C9F-DF9F-4A5A-948F-CD7B92D73575}">
      <dgm:prSet/>
      <dgm:spPr/>
      <dgm:t>
        <a:bodyPr/>
        <a:lstStyle/>
        <a:p>
          <a:endParaRPr lang="en-US"/>
        </a:p>
      </dgm:t>
    </dgm:pt>
    <dgm:pt modelId="{F154BA92-4257-4936-A73C-59499D030202}" type="sibTrans" cxnId="{B3526C9F-DF9F-4A5A-948F-CD7B92D73575}">
      <dgm:prSet/>
      <dgm:spPr/>
      <dgm:t>
        <a:bodyPr/>
        <a:lstStyle/>
        <a:p>
          <a:endParaRPr lang="en-US"/>
        </a:p>
      </dgm:t>
    </dgm:pt>
    <dgm:pt modelId="{2E47A49D-1CA1-4A3C-A386-74B56729B7C4}" type="pres">
      <dgm:prSet presAssocID="{56D14501-CE2F-4EB4-A5C7-DDF3548B71EF}" presName="Name0" presStyleCnt="0">
        <dgm:presLayoutVars>
          <dgm:chMax val="7"/>
          <dgm:resizeHandles val="exact"/>
        </dgm:presLayoutVars>
      </dgm:prSet>
      <dgm:spPr/>
    </dgm:pt>
    <dgm:pt modelId="{B4D6EC73-7F72-4C10-A829-966A73DB01B6}" type="pres">
      <dgm:prSet presAssocID="{56D14501-CE2F-4EB4-A5C7-DDF3548B71EF}" presName="comp1" presStyleCnt="0"/>
      <dgm:spPr/>
    </dgm:pt>
    <dgm:pt modelId="{C088C467-C59D-4EFC-922C-6B5CFF44B4F5}" type="pres">
      <dgm:prSet presAssocID="{56D14501-CE2F-4EB4-A5C7-DDF3548B71EF}" presName="circle1" presStyleLbl="node1" presStyleIdx="0" presStyleCnt="4" custScaleX="208621" custScaleY="87572" custLinFactNeighborX="-8750"/>
      <dgm:spPr/>
    </dgm:pt>
    <dgm:pt modelId="{6B8B859F-6849-437F-A494-2D3348D57FAD}" type="pres">
      <dgm:prSet presAssocID="{56D14501-CE2F-4EB4-A5C7-DDF3548B71EF}" presName="c1text" presStyleLbl="node1" presStyleIdx="0" presStyleCnt="4">
        <dgm:presLayoutVars>
          <dgm:bulletEnabled val="1"/>
        </dgm:presLayoutVars>
      </dgm:prSet>
      <dgm:spPr/>
    </dgm:pt>
    <dgm:pt modelId="{811ADA15-B9CD-4674-8BA1-A52961E63A55}" type="pres">
      <dgm:prSet presAssocID="{56D14501-CE2F-4EB4-A5C7-DDF3548B71EF}" presName="comp2" presStyleCnt="0"/>
      <dgm:spPr/>
    </dgm:pt>
    <dgm:pt modelId="{68478B98-F230-40C0-85FB-7D21190F5EDC}" type="pres">
      <dgm:prSet presAssocID="{56D14501-CE2F-4EB4-A5C7-DDF3548B71EF}" presName="circle2" presStyleLbl="node1" presStyleIdx="1" presStyleCnt="4" custScaleX="210000" custScaleY="78757" custLinFactNeighborX="-9471" custLinFactNeighborY="-2177"/>
      <dgm:spPr/>
    </dgm:pt>
    <dgm:pt modelId="{384E96C4-018C-4CB4-B517-D4910A32038C}" type="pres">
      <dgm:prSet presAssocID="{56D14501-CE2F-4EB4-A5C7-DDF3548B71EF}" presName="c2text" presStyleLbl="node1" presStyleIdx="1" presStyleCnt="4">
        <dgm:presLayoutVars>
          <dgm:bulletEnabled val="1"/>
        </dgm:presLayoutVars>
      </dgm:prSet>
      <dgm:spPr/>
    </dgm:pt>
    <dgm:pt modelId="{943F8F99-0574-497F-B8EA-52AE74191D32}" type="pres">
      <dgm:prSet presAssocID="{56D14501-CE2F-4EB4-A5C7-DDF3548B71EF}" presName="comp3" presStyleCnt="0"/>
      <dgm:spPr/>
    </dgm:pt>
    <dgm:pt modelId="{7665203A-BE4A-4F22-A27B-50426E82EFA0}" type="pres">
      <dgm:prSet presAssocID="{56D14501-CE2F-4EB4-A5C7-DDF3548B71EF}" presName="circle3" presStyleLbl="node1" presStyleIdx="2" presStyleCnt="4" custScaleX="262911" custScaleY="60781" custLinFactNeighborX="-5975" custLinFactNeighborY="-15944"/>
      <dgm:spPr/>
    </dgm:pt>
    <dgm:pt modelId="{C19D20C6-5932-405C-986B-44C791FD8059}" type="pres">
      <dgm:prSet presAssocID="{56D14501-CE2F-4EB4-A5C7-DDF3548B71EF}" presName="c3text" presStyleLbl="node1" presStyleIdx="2" presStyleCnt="4">
        <dgm:presLayoutVars>
          <dgm:bulletEnabled val="1"/>
        </dgm:presLayoutVars>
      </dgm:prSet>
      <dgm:spPr/>
    </dgm:pt>
    <dgm:pt modelId="{0A35BC79-C655-4109-AA75-F114EA333402}" type="pres">
      <dgm:prSet presAssocID="{56D14501-CE2F-4EB4-A5C7-DDF3548B71EF}" presName="comp4" presStyleCnt="0"/>
      <dgm:spPr/>
    </dgm:pt>
    <dgm:pt modelId="{21B9FF40-A790-4D39-8451-2B7CF307B7FE}" type="pres">
      <dgm:prSet presAssocID="{56D14501-CE2F-4EB4-A5C7-DDF3548B71EF}" presName="circle4" presStyleLbl="node1" presStyleIdx="3" presStyleCnt="4" custScaleX="256877" custScaleY="40000" custLinFactNeighborX="-21695" custLinFactNeighborY="-37745"/>
      <dgm:spPr/>
    </dgm:pt>
    <dgm:pt modelId="{BB9CCF46-C5CB-4A92-8267-7A30B0E1BE75}" type="pres">
      <dgm:prSet presAssocID="{56D14501-CE2F-4EB4-A5C7-DDF3548B71EF}" presName="c4text" presStyleLbl="node1" presStyleIdx="3" presStyleCnt="4">
        <dgm:presLayoutVars>
          <dgm:bulletEnabled val="1"/>
        </dgm:presLayoutVars>
      </dgm:prSet>
      <dgm:spPr/>
    </dgm:pt>
  </dgm:ptLst>
  <dgm:cxnLst>
    <dgm:cxn modelId="{DD09EA01-7F94-4DA6-9EB9-A87BF21C38EC}" type="presOf" srcId="{36C3B86D-77FB-40C7-8768-6F4BC2EACF0B}" destId="{BB9CCF46-C5CB-4A92-8267-7A30B0E1BE75}" srcOrd="1" destOrd="0" presId="urn:microsoft.com/office/officeart/2005/8/layout/venn2"/>
    <dgm:cxn modelId="{1E528220-2FAA-404F-8937-993263904812}" type="presOf" srcId="{FACC0A7C-B265-485F-91AA-0070D5C2BBAC}" destId="{C19D20C6-5932-405C-986B-44C791FD8059}" srcOrd="1" destOrd="0" presId="urn:microsoft.com/office/officeart/2005/8/layout/venn2"/>
    <dgm:cxn modelId="{7982C837-77EE-4C89-8A80-5E60BE774C30}" type="presOf" srcId="{36C3B86D-77FB-40C7-8768-6F4BC2EACF0B}" destId="{21B9FF40-A790-4D39-8451-2B7CF307B7FE}" srcOrd="0" destOrd="0" presId="urn:microsoft.com/office/officeart/2005/8/layout/venn2"/>
    <dgm:cxn modelId="{5E71863C-BD37-46C2-9226-391EAF46E4E7}" srcId="{56D14501-CE2F-4EB4-A5C7-DDF3548B71EF}" destId="{36C3B86D-77FB-40C7-8768-6F4BC2EACF0B}" srcOrd="3" destOrd="0" parTransId="{F9B16D79-B8B3-4A0D-8B49-BA0ED799E765}" sibTransId="{23C7625D-E7F8-4181-9356-6FD858997286}"/>
    <dgm:cxn modelId="{6A09175C-D069-486B-B97E-2BA01FDDC2F3}" type="presOf" srcId="{196F6C8A-4539-474E-9524-A0CEC5DF53C4}" destId="{C088C467-C59D-4EFC-922C-6B5CFF44B4F5}" srcOrd="0" destOrd="0" presId="urn:microsoft.com/office/officeart/2005/8/layout/venn2"/>
    <dgm:cxn modelId="{65B1526B-81B9-4A0B-973B-D01B729F87A1}" type="presOf" srcId="{FACC0A7C-B265-485F-91AA-0070D5C2BBAC}" destId="{7665203A-BE4A-4F22-A27B-50426E82EFA0}" srcOrd="0" destOrd="0" presId="urn:microsoft.com/office/officeart/2005/8/layout/venn2"/>
    <dgm:cxn modelId="{06CBD083-75FA-4823-879D-B22839258DA9}" type="presOf" srcId="{196F6C8A-4539-474E-9524-A0CEC5DF53C4}" destId="{6B8B859F-6849-437F-A494-2D3348D57FAD}" srcOrd="1" destOrd="0" presId="urn:microsoft.com/office/officeart/2005/8/layout/venn2"/>
    <dgm:cxn modelId="{B3526C9F-DF9F-4A5A-948F-CD7B92D73575}" srcId="{56D14501-CE2F-4EB4-A5C7-DDF3548B71EF}" destId="{FACC0A7C-B265-485F-91AA-0070D5C2BBAC}" srcOrd="2" destOrd="0" parTransId="{AC490365-C0F9-426F-A086-46343DBC6561}" sibTransId="{F154BA92-4257-4936-A73C-59499D030202}"/>
    <dgm:cxn modelId="{4E4296AE-77D4-4AD9-ADD1-4AB401D4F2B9}" type="presOf" srcId="{56D14501-CE2F-4EB4-A5C7-DDF3548B71EF}" destId="{2E47A49D-1CA1-4A3C-A386-74B56729B7C4}" srcOrd="0" destOrd="0" presId="urn:microsoft.com/office/officeart/2005/8/layout/venn2"/>
    <dgm:cxn modelId="{2EA1A2B6-4B3D-4AAB-9ACA-EA9E00D60D80}" type="presOf" srcId="{11CB0073-22A3-4B10-8CC9-03DAB7A2A0B1}" destId="{68478B98-F230-40C0-85FB-7D21190F5EDC}" srcOrd="0" destOrd="0" presId="urn:microsoft.com/office/officeart/2005/8/layout/venn2"/>
    <dgm:cxn modelId="{479768C4-A33C-4449-A4E2-1D619CEE3797}" srcId="{56D14501-CE2F-4EB4-A5C7-DDF3548B71EF}" destId="{196F6C8A-4539-474E-9524-A0CEC5DF53C4}" srcOrd="0" destOrd="0" parTransId="{D2021F3E-309A-4364-ABEE-83FDF32828BA}" sibTransId="{57AD3594-8368-4559-8A5A-68239A4ADA1A}"/>
    <dgm:cxn modelId="{0DE3F7D5-FD2A-436E-A758-10964E474F53}" srcId="{56D14501-CE2F-4EB4-A5C7-DDF3548B71EF}" destId="{11CB0073-22A3-4B10-8CC9-03DAB7A2A0B1}" srcOrd="1" destOrd="0" parTransId="{A0C72913-FE3C-4BC5-9C02-7FB2EB407EBD}" sibTransId="{A8519AFA-FE3B-4A27-953E-77C871383354}"/>
    <dgm:cxn modelId="{C783F4EB-9E17-4FA0-9076-71C6DBB457A5}" type="presOf" srcId="{11CB0073-22A3-4B10-8CC9-03DAB7A2A0B1}" destId="{384E96C4-018C-4CB4-B517-D4910A32038C}" srcOrd="1" destOrd="0" presId="urn:microsoft.com/office/officeart/2005/8/layout/venn2"/>
    <dgm:cxn modelId="{B74D6A9C-E0CB-410F-900A-179BED2C015F}" type="presParOf" srcId="{2E47A49D-1CA1-4A3C-A386-74B56729B7C4}" destId="{B4D6EC73-7F72-4C10-A829-966A73DB01B6}" srcOrd="0" destOrd="0" presId="urn:microsoft.com/office/officeart/2005/8/layout/venn2"/>
    <dgm:cxn modelId="{BCC7F121-2CB0-4A6F-8ABF-FB7B30FF28CE}" type="presParOf" srcId="{B4D6EC73-7F72-4C10-A829-966A73DB01B6}" destId="{C088C467-C59D-4EFC-922C-6B5CFF44B4F5}" srcOrd="0" destOrd="0" presId="urn:microsoft.com/office/officeart/2005/8/layout/venn2"/>
    <dgm:cxn modelId="{4257F0AE-FCBE-4F52-887C-385B91D1CCFA}" type="presParOf" srcId="{B4D6EC73-7F72-4C10-A829-966A73DB01B6}" destId="{6B8B859F-6849-437F-A494-2D3348D57FAD}" srcOrd="1" destOrd="0" presId="urn:microsoft.com/office/officeart/2005/8/layout/venn2"/>
    <dgm:cxn modelId="{001D7FBC-2208-4C3E-83DB-41777955ECF8}" type="presParOf" srcId="{2E47A49D-1CA1-4A3C-A386-74B56729B7C4}" destId="{811ADA15-B9CD-4674-8BA1-A52961E63A55}" srcOrd="1" destOrd="0" presId="urn:microsoft.com/office/officeart/2005/8/layout/venn2"/>
    <dgm:cxn modelId="{31D213F8-C429-410F-9A85-F98DBEF52080}" type="presParOf" srcId="{811ADA15-B9CD-4674-8BA1-A52961E63A55}" destId="{68478B98-F230-40C0-85FB-7D21190F5EDC}" srcOrd="0" destOrd="0" presId="urn:microsoft.com/office/officeart/2005/8/layout/venn2"/>
    <dgm:cxn modelId="{10429613-3C5D-4651-A7FF-52F8DE7F0E06}" type="presParOf" srcId="{811ADA15-B9CD-4674-8BA1-A52961E63A55}" destId="{384E96C4-018C-4CB4-B517-D4910A32038C}" srcOrd="1" destOrd="0" presId="urn:microsoft.com/office/officeart/2005/8/layout/venn2"/>
    <dgm:cxn modelId="{384C1BFC-88AA-4C7D-A40B-361415B19F89}" type="presParOf" srcId="{2E47A49D-1CA1-4A3C-A386-74B56729B7C4}" destId="{943F8F99-0574-497F-B8EA-52AE74191D32}" srcOrd="2" destOrd="0" presId="urn:microsoft.com/office/officeart/2005/8/layout/venn2"/>
    <dgm:cxn modelId="{9BF00A82-6E3F-4040-815C-D11A33EEC796}" type="presParOf" srcId="{943F8F99-0574-497F-B8EA-52AE74191D32}" destId="{7665203A-BE4A-4F22-A27B-50426E82EFA0}" srcOrd="0" destOrd="0" presId="urn:microsoft.com/office/officeart/2005/8/layout/venn2"/>
    <dgm:cxn modelId="{7A32AD66-BD3E-4781-B1B6-91B3C63091AB}" type="presParOf" srcId="{943F8F99-0574-497F-B8EA-52AE74191D32}" destId="{C19D20C6-5932-405C-986B-44C791FD8059}" srcOrd="1" destOrd="0" presId="urn:microsoft.com/office/officeart/2005/8/layout/venn2"/>
    <dgm:cxn modelId="{FDFBC8F6-3DCF-4D01-8421-48D025EFE9DD}" type="presParOf" srcId="{2E47A49D-1CA1-4A3C-A386-74B56729B7C4}" destId="{0A35BC79-C655-4109-AA75-F114EA333402}" srcOrd="3" destOrd="0" presId="urn:microsoft.com/office/officeart/2005/8/layout/venn2"/>
    <dgm:cxn modelId="{1013380A-ADFE-4ABD-9157-5AFE603F04B5}" type="presParOf" srcId="{0A35BC79-C655-4109-AA75-F114EA333402}" destId="{21B9FF40-A790-4D39-8451-2B7CF307B7FE}" srcOrd="0" destOrd="0" presId="urn:microsoft.com/office/officeart/2005/8/layout/venn2"/>
    <dgm:cxn modelId="{E0607CAE-1A0B-43B8-A54D-938EC7A48EDB}" type="presParOf" srcId="{0A35BC79-C655-4109-AA75-F114EA333402}" destId="{BB9CCF46-C5CB-4A92-8267-7A30B0E1BE75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131605-1957-4477-ACF0-1332733FFA99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EA1C1D-AE0F-45D5-8A12-9CB290FFB751}">
      <dgm:prSet phldrT="[Text]"/>
      <dgm:spPr>
        <a:solidFill>
          <a:srgbClr val="336600"/>
        </a:solidFill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r>
            <a:rPr lang="en-US"/>
            <a:t>.</a:t>
          </a:r>
        </a:p>
      </dgm:t>
    </dgm:pt>
    <dgm:pt modelId="{106B84C4-568A-4764-BBD5-818F18BD4B0E}" type="parTrans" cxnId="{62F774DE-A90C-433C-98CB-17941D22FA5F}">
      <dgm:prSet/>
      <dgm:spPr/>
      <dgm:t>
        <a:bodyPr/>
        <a:lstStyle/>
        <a:p>
          <a:endParaRPr lang="en-US"/>
        </a:p>
      </dgm:t>
    </dgm:pt>
    <dgm:pt modelId="{B14FFE91-9E88-4D22-9873-3EDE00046E93}" type="sibTrans" cxnId="{62F774DE-A90C-433C-98CB-17941D22FA5F}">
      <dgm:prSet/>
      <dgm:spPr/>
      <dgm:t>
        <a:bodyPr/>
        <a:lstStyle/>
        <a:p>
          <a:endParaRPr lang="en-US"/>
        </a:p>
      </dgm:t>
    </dgm:pt>
    <dgm:pt modelId="{C265D9D8-330C-4F0D-8711-81B8FAE267EA}">
      <dgm:prSet phldrT="[Text]"/>
      <dgm:spPr>
        <a:solidFill>
          <a:srgbClr val="336600"/>
        </a:solidFill>
        <a:ln w="12700" cap="flat" cmpd="sng" algn="ctr">
          <a:solidFill>
            <a:srgbClr val="696464">
              <a:lumMod val="50000"/>
            </a:srgbClr>
          </a:solidFill>
          <a:prstDash val="solid"/>
        </a:ln>
        <a:effectLst/>
      </dgm:spPr>
      <dgm:t>
        <a:bodyPr spcFirstLastPara="0" vert="horz" wrap="square" lIns="0" tIns="0" rIns="0" bIns="0" numCol="1" spcCol="1270" anchor="ctr" anchorCtr="0"/>
        <a:lstStyle/>
        <a:p>
          <a:r>
            <a:rPr lang="en-US"/>
            <a:t>.</a:t>
          </a:r>
        </a:p>
      </dgm:t>
    </dgm:pt>
    <dgm:pt modelId="{CE8F0361-C2D7-4D83-9C91-AD2975581A78}" type="parTrans" cxnId="{2D7C4A22-81EA-4F2B-ABA4-291A8A296BC0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27C4257E-3492-4D45-9CE9-B59972BA6217}" type="sibTrans" cxnId="{2D7C4A22-81EA-4F2B-ABA4-291A8A296BC0}">
      <dgm:prSet/>
      <dgm:spPr/>
      <dgm:t>
        <a:bodyPr/>
        <a:lstStyle/>
        <a:p>
          <a:endParaRPr lang="en-US"/>
        </a:p>
      </dgm:t>
    </dgm:pt>
    <dgm:pt modelId="{CE80775B-4BF8-4CAD-9905-4CBC94C2C95E}">
      <dgm:prSet phldrT="[Text]"/>
      <dgm:spPr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r>
            <a:rPr lang="en-US"/>
            <a:t>.</a:t>
          </a:r>
        </a:p>
      </dgm:t>
    </dgm:pt>
    <dgm:pt modelId="{1333EB2A-4BBF-440A-9CDF-96F3CC12F4DC}" type="parTrans" cxnId="{5C4E4554-BC0A-4EA0-A49A-93485A320850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D92278CF-DE52-473F-9459-9D4E79330862}" type="sibTrans" cxnId="{5C4E4554-BC0A-4EA0-A49A-93485A320850}">
      <dgm:prSet/>
      <dgm:spPr/>
      <dgm:t>
        <a:bodyPr/>
        <a:lstStyle/>
        <a:p>
          <a:endParaRPr lang="en-US"/>
        </a:p>
      </dgm:t>
    </dgm:pt>
    <dgm:pt modelId="{59ED2ED8-524D-4D82-BDF5-60FF1B1B049E}">
      <dgm:prSet phldrT="[Text]"/>
      <dgm:spPr>
        <a:solidFill>
          <a:srgbClr val="336600"/>
        </a:solidFill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r>
            <a:rPr lang="en-US"/>
            <a:t>.</a:t>
          </a:r>
        </a:p>
      </dgm:t>
    </dgm:pt>
    <dgm:pt modelId="{92F77A7F-7080-4D9B-8B63-1B9C2300FCD3}" type="parTrans" cxnId="{1E19B145-B6B5-4F62-85B8-BA2F49AB5CC2}">
      <dgm:prSet custT="1"/>
      <dgm:spPr>
        <a:solidFill>
          <a:srgbClr val="336600"/>
        </a:solidFill>
        <a:ln w="12700" cap="flat" cmpd="sng" algn="ctr">
          <a:solidFill>
            <a:srgbClr val="696464">
              <a:lumMod val="50000"/>
            </a:srgbClr>
          </a:solidFill>
          <a:prstDash val="solid"/>
        </a:ln>
        <a:effectLst/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solidFill>
              <a:prstClr val="white"/>
            </a:solidFill>
            <a:latin typeface="Perpetua"/>
            <a:ea typeface="+mn-ea"/>
            <a:cs typeface="+mn-cs"/>
          </a:endParaRPr>
        </a:p>
      </dgm:t>
    </dgm:pt>
    <dgm:pt modelId="{91FEC8A4-6FDD-4B52-8BBA-182FA7F18849}" type="sibTrans" cxnId="{1E19B145-B6B5-4F62-85B8-BA2F49AB5CC2}">
      <dgm:prSet/>
      <dgm:spPr/>
      <dgm:t>
        <a:bodyPr/>
        <a:lstStyle/>
        <a:p>
          <a:endParaRPr lang="en-US"/>
        </a:p>
      </dgm:t>
    </dgm:pt>
    <dgm:pt modelId="{808A8A6F-A229-4084-A68F-073EF8A13C4E}">
      <dgm:prSet phldrT="[Text]"/>
      <dgm:spPr>
        <a:solidFill>
          <a:srgbClr val="336600"/>
        </a:solidFill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r>
            <a:rPr lang="en-US"/>
            <a:t>.</a:t>
          </a:r>
        </a:p>
      </dgm:t>
    </dgm:pt>
    <dgm:pt modelId="{24C10CBB-1873-403D-90E6-23115EC2FE11}" type="parTrans" cxnId="{5CB0E767-F288-4C2B-814B-D79BA7A96504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BE358B5D-1A14-4F53-BDA2-E00B78AF7AB7}" type="sibTrans" cxnId="{5CB0E767-F288-4C2B-814B-D79BA7A96504}">
      <dgm:prSet/>
      <dgm:spPr/>
      <dgm:t>
        <a:bodyPr/>
        <a:lstStyle/>
        <a:p>
          <a:endParaRPr lang="en-US"/>
        </a:p>
      </dgm:t>
    </dgm:pt>
    <dgm:pt modelId="{EAA98F56-3D62-42B3-BD49-1CFEFAA969DC}">
      <dgm:prSet phldrT="[Text]"/>
      <dgm:spPr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r>
            <a:rPr lang="en-US"/>
            <a:t>.</a:t>
          </a:r>
        </a:p>
      </dgm:t>
    </dgm:pt>
    <dgm:pt modelId="{19B80362-91CB-4101-8849-55070B783DCE}" type="parTrans" cxnId="{33055F9F-109C-4C57-85F8-F7B06AECA0D2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EFAF3BA1-E29D-48B0-8344-ABD022CAA07F}" type="sibTrans" cxnId="{33055F9F-109C-4C57-85F8-F7B06AECA0D2}">
      <dgm:prSet/>
      <dgm:spPr/>
      <dgm:t>
        <a:bodyPr/>
        <a:lstStyle/>
        <a:p>
          <a:endParaRPr lang="en-US"/>
        </a:p>
      </dgm:t>
    </dgm:pt>
    <dgm:pt modelId="{05E0C947-66B9-4AC3-891C-C2EBCB54EBF4}">
      <dgm:prSet phldrT="[Text]"/>
      <dgm:spPr>
        <a:solidFill>
          <a:srgbClr val="336600"/>
        </a:solidFill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r>
            <a:rPr lang="en-US"/>
            <a:t>.</a:t>
          </a:r>
        </a:p>
      </dgm:t>
    </dgm:pt>
    <dgm:pt modelId="{22A4FFF0-1A6B-45E7-B900-29224FE97920}" type="parTrans" cxnId="{291418CE-2527-4677-8191-51738FBE05FA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E1A075AA-DD92-42D2-95C8-5F4DFF91FDD7}" type="sibTrans" cxnId="{291418CE-2527-4677-8191-51738FBE05FA}">
      <dgm:prSet/>
      <dgm:spPr/>
      <dgm:t>
        <a:bodyPr/>
        <a:lstStyle/>
        <a:p>
          <a:endParaRPr lang="en-US"/>
        </a:p>
      </dgm:t>
    </dgm:pt>
    <dgm:pt modelId="{31241CBE-E1C8-42CA-8794-948A274626CD}">
      <dgm:prSet phldrT="[Text]"/>
      <dgm:spPr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endParaRPr lang="en-US"/>
        </a:p>
      </dgm:t>
    </dgm:pt>
    <dgm:pt modelId="{CEC16957-6AE3-480F-AEC7-6C962B8BCFA3}" type="parTrans" cxnId="{F88E6527-8C97-446B-B0F7-4809A79635EF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78971364-64E2-471A-B15E-5D87307F4163}" type="sibTrans" cxnId="{F88E6527-8C97-446B-B0F7-4809A79635EF}">
      <dgm:prSet/>
      <dgm:spPr/>
      <dgm:t>
        <a:bodyPr/>
        <a:lstStyle/>
        <a:p>
          <a:endParaRPr lang="en-US"/>
        </a:p>
      </dgm:t>
    </dgm:pt>
    <dgm:pt modelId="{11F7193D-07D4-4ED0-94AF-7F17DCAA0BC1}">
      <dgm:prSet phldrT="[Text]"/>
      <dgm:spPr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endParaRPr lang="en-US"/>
        </a:p>
      </dgm:t>
    </dgm:pt>
    <dgm:pt modelId="{C5564D13-D5F6-4700-A18D-144A67A0EBC9}" type="parTrans" cxnId="{CDB5FD47-67DC-45CC-92FE-E17161FA557B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6BD60958-CA0B-42C8-9568-D29495738D6E}" type="sibTrans" cxnId="{CDB5FD47-67DC-45CC-92FE-E17161FA557B}">
      <dgm:prSet/>
      <dgm:spPr/>
      <dgm:t>
        <a:bodyPr/>
        <a:lstStyle/>
        <a:p>
          <a:endParaRPr lang="en-US"/>
        </a:p>
      </dgm:t>
    </dgm:pt>
    <dgm:pt modelId="{D9D65CB3-2061-4522-B5BC-EED829CAC0D4}">
      <dgm:prSet phldrT="[Text]"/>
      <dgm:spPr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endParaRPr lang="en-US"/>
        </a:p>
      </dgm:t>
    </dgm:pt>
    <dgm:pt modelId="{F92A87EC-B728-41DE-B78F-00BE9E3A1661}" type="parTrans" cxnId="{241191B8-17A5-4938-BE9A-EFC96DA15789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0C39C2B7-ECB3-4818-B956-D94118CD9319}" type="sibTrans" cxnId="{241191B8-17A5-4938-BE9A-EFC96DA15789}">
      <dgm:prSet/>
      <dgm:spPr/>
      <dgm:t>
        <a:bodyPr/>
        <a:lstStyle/>
        <a:p>
          <a:endParaRPr lang="en-US"/>
        </a:p>
      </dgm:t>
    </dgm:pt>
    <dgm:pt modelId="{E2298996-4CA9-48DF-A325-C36BBBD2D98E}">
      <dgm:prSet phldrT="[Text]"/>
      <dgm:spPr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endParaRPr lang="en-US"/>
        </a:p>
      </dgm:t>
    </dgm:pt>
    <dgm:pt modelId="{102C5416-BC70-4464-B5D0-29B85D187FC5}" type="parTrans" cxnId="{C3FAE0D3-5D4F-415A-9180-96D3F565A7A1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025CE867-BD97-48C1-B23A-EFD700D99255}" type="sibTrans" cxnId="{C3FAE0D3-5D4F-415A-9180-96D3F565A7A1}">
      <dgm:prSet/>
      <dgm:spPr/>
      <dgm:t>
        <a:bodyPr/>
        <a:lstStyle/>
        <a:p>
          <a:endParaRPr lang="en-US"/>
        </a:p>
      </dgm:t>
    </dgm:pt>
    <dgm:pt modelId="{992C62B9-1A7C-4A82-BA29-93C29B93E921}">
      <dgm:prSet phldrT="[Text]" custT="1"/>
      <dgm:spPr>
        <a:solidFill>
          <a:srgbClr val="D34817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696464">
              <a:lumMod val="50000"/>
            </a:srgbClr>
          </a:solidFill>
          <a:prstDash val="solid"/>
        </a:ln>
        <a:effectLst/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solidFill>
              <a:prstClr val="white"/>
            </a:solidFill>
            <a:latin typeface="Perpetua"/>
            <a:ea typeface="+mn-ea"/>
            <a:cs typeface="+mn-cs"/>
          </a:endParaRPr>
        </a:p>
      </dgm:t>
    </dgm:pt>
    <dgm:pt modelId="{7A114FB4-59AC-41E0-B21A-D3CD31E3B88E}" type="parTrans" cxnId="{704D9DB8-3ADA-466F-8D27-023E46E231F8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73C4DD55-D8B3-45B7-9684-24960CB70EE7}" type="sibTrans" cxnId="{704D9DB8-3ADA-466F-8D27-023E46E231F8}">
      <dgm:prSet/>
      <dgm:spPr/>
      <dgm:t>
        <a:bodyPr/>
        <a:lstStyle/>
        <a:p>
          <a:endParaRPr lang="en-US"/>
        </a:p>
      </dgm:t>
    </dgm:pt>
    <dgm:pt modelId="{6EFB34B3-5214-405B-8E12-4924F0312515}">
      <dgm:prSet phldrT="[Text]"/>
      <dgm:spPr>
        <a:solidFill>
          <a:srgbClr val="336600"/>
        </a:solidFill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endParaRPr lang="en-US"/>
        </a:p>
      </dgm:t>
    </dgm:pt>
    <dgm:pt modelId="{44CAAB48-6384-4C68-B9CB-F2756997C2D0}" type="parTrans" cxnId="{69820B87-6688-4B33-A982-A075E12AE71E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AE516389-8D5F-4A5E-A12B-5710677B05C6}" type="sibTrans" cxnId="{69820B87-6688-4B33-A982-A075E12AE71E}">
      <dgm:prSet/>
      <dgm:spPr/>
      <dgm:t>
        <a:bodyPr/>
        <a:lstStyle/>
        <a:p>
          <a:endParaRPr lang="en-US"/>
        </a:p>
      </dgm:t>
    </dgm:pt>
    <dgm:pt modelId="{18129362-9DAD-4987-9068-6671744EC350}">
      <dgm:prSet phldrT="[Text]"/>
      <dgm:spPr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endParaRPr lang="en-US"/>
        </a:p>
      </dgm:t>
    </dgm:pt>
    <dgm:pt modelId="{9A466ED4-DEF6-4A9B-BC94-B826CB25EA97}" type="parTrans" cxnId="{8D243DCE-1CC5-4A17-82CC-4701B3318619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A41872DF-9148-4E44-AC44-4DE72954E7D6}" type="sibTrans" cxnId="{8D243DCE-1CC5-4A17-82CC-4701B3318619}">
      <dgm:prSet/>
      <dgm:spPr/>
      <dgm:t>
        <a:bodyPr/>
        <a:lstStyle/>
        <a:p>
          <a:endParaRPr lang="en-US"/>
        </a:p>
      </dgm:t>
    </dgm:pt>
    <dgm:pt modelId="{E57A1BAE-E508-4C29-A0F4-306B65B2C9CC}">
      <dgm:prSet phldrT="[Text]"/>
      <dgm:spPr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endParaRPr lang="en-US"/>
        </a:p>
      </dgm:t>
    </dgm:pt>
    <dgm:pt modelId="{B4E13010-6201-40B8-B6B5-E936B522908E}" type="parTrans" cxnId="{B7DB4B87-4C9B-4F1C-A042-877887CE3A0B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BFC7A712-0C27-47B8-8384-448EA346CE15}" type="sibTrans" cxnId="{B7DB4B87-4C9B-4F1C-A042-877887CE3A0B}">
      <dgm:prSet/>
      <dgm:spPr/>
      <dgm:t>
        <a:bodyPr/>
        <a:lstStyle/>
        <a:p>
          <a:endParaRPr lang="en-US"/>
        </a:p>
      </dgm:t>
    </dgm:pt>
    <dgm:pt modelId="{48D77BA6-95C8-400C-954A-DD24DFDC5635}">
      <dgm:prSet phldrT="[Text]" custT="1"/>
      <dgm:spPr>
        <a:solidFill>
          <a:srgbClr val="336600"/>
        </a:solidFill>
        <a:ln w="12700" cap="flat" cmpd="sng" algn="ctr">
          <a:solidFill>
            <a:srgbClr val="696464">
              <a:lumMod val="50000"/>
            </a:srgbClr>
          </a:solidFill>
          <a:prstDash val="solid"/>
        </a:ln>
        <a:effectLst/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solidFill>
              <a:prstClr val="white"/>
            </a:solidFill>
            <a:latin typeface="Perpetua"/>
            <a:ea typeface="+mn-ea"/>
            <a:cs typeface="+mn-cs"/>
          </a:endParaRPr>
        </a:p>
      </dgm:t>
    </dgm:pt>
    <dgm:pt modelId="{14E37154-5F9F-4863-B0F1-5AA8868EFA71}" type="parTrans" cxnId="{A96F9806-7400-4FD3-8E4C-2BDC588374D2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19684379-906A-457B-9420-9441DB0F150D}" type="sibTrans" cxnId="{A96F9806-7400-4FD3-8E4C-2BDC588374D2}">
      <dgm:prSet/>
      <dgm:spPr/>
      <dgm:t>
        <a:bodyPr/>
        <a:lstStyle/>
        <a:p>
          <a:endParaRPr lang="en-US"/>
        </a:p>
      </dgm:t>
    </dgm:pt>
    <dgm:pt modelId="{0AED1E18-4699-447E-87FC-3CBA32355C61}">
      <dgm:prSet phldrT="[Text]"/>
      <dgm:spPr>
        <a:solidFill>
          <a:srgbClr val="336600"/>
        </a:solidFill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endParaRPr lang="en-US"/>
        </a:p>
      </dgm:t>
    </dgm:pt>
    <dgm:pt modelId="{51204F48-D1E6-4FAF-B3C5-B3E814D81792}" type="parTrans" cxnId="{A02E7839-CDAE-4B95-9E09-76B30B524F89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A108D6A2-93DF-42B8-913A-315AB8EAEAEB}" type="sibTrans" cxnId="{A02E7839-CDAE-4B95-9E09-76B30B524F89}">
      <dgm:prSet/>
      <dgm:spPr/>
      <dgm:t>
        <a:bodyPr/>
        <a:lstStyle/>
        <a:p>
          <a:endParaRPr lang="en-US"/>
        </a:p>
      </dgm:t>
    </dgm:pt>
    <dgm:pt modelId="{67F54912-D3BD-4D58-9E33-F0E7682DAB95}">
      <dgm:prSet phldrT="[Text]"/>
      <dgm:spPr>
        <a:ln w="12700">
          <a:solidFill>
            <a:schemeClr val="tx2">
              <a:lumMod val="50000"/>
            </a:schemeClr>
          </a:solidFill>
        </a:ln>
      </dgm:spPr>
      <dgm:t>
        <a:bodyPr lIns="0" tIns="0" rIns="0" bIns="0"/>
        <a:lstStyle/>
        <a:p>
          <a:endParaRPr lang="en-US"/>
        </a:p>
      </dgm:t>
    </dgm:pt>
    <dgm:pt modelId="{DA142B00-BD4C-4DF8-A41E-FD1FCE21E378}" type="parTrans" cxnId="{6EBFA78A-A804-463E-8B87-1F10792CF120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6078770A-65BC-49AC-9C03-D7E1EB5014E0}" type="sibTrans" cxnId="{6EBFA78A-A804-463E-8B87-1F10792CF120}">
      <dgm:prSet/>
      <dgm:spPr/>
      <dgm:t>
        <a:bodyPr/>
        <a:lstStyle/>
        <a:p>
          <a:endParaRPr lang="en-US"/>
        </a:p>
      </dgm:t>
    </dgm:pt>
    <dgm:pt modelId="{FCFA320B-43D7-410C-97EB-F5E951200684}">
      <dgm:prSet phldrT="[Text]" custT="1"/>
      <dgm:spPr>
        <a:solidFill>
          <a:srgbClr val="336600"/>
        </a:solidFill>
        <a:ln w="12700" cap="flat" cmpd="sng" algn="ctr">
          <a:solidFill>
            <a:srgbClr val="696464">
              <a:lumMod val="50000"/>
            </a:srgbClr>
          </a:solidFill>
          <a:prstDash val="solid"/>
        </a:ln>
        <a:effectLst/>
      </dgm:spPr>
      <dgm:t>
        <a:bodyPr spcFirstLastPara="0" vert="horz" wrap="square" lIns="0" tIns="0" rIns="0" bIns="0" numCol="1" spcCol="1270" anchor="ctr" anchorCtr="0"/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solidFill>
              <a:prstClr val="white"/>
            </a:solidFill>
            <a:latin typeface="Perpetua"/>
            <a:ea typeface="+mn-ea"/>
            <a:cs typeface="+mn-cs"/>
          </a:endParaRPr>
        </a:p>
      </dgm:t>
    </dgm:pt>
    <dgm:pt modelId="{A185B9E8-F094-4DE5-AE1B-2C5623E62583}" type="parTrans" cxnId="{3B329069-6A1E-4157-9D91-B1CE2B83ABD1}">
      <dgm:prSet/>
      <dgm:spPr>
        <a:ln w="12700">
          <a:solidFill>
            <a:schemeClr val="tx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8CB98184-8775-4070-99A4-7A849B20B94D}" type="sibTrans" cxnId="{3B329069-6A1E-4157-9D91-B1CE2B83ABD1}">
      <dgm:prSet/>
      <dgm:spPr/>
      <dgm:t>
        <a:bodyPr/>
        <a:lstStyle/>
        <a:p>
          <a:endParaRPr lang="en-US"/>
        </a:p>
      </dgm:t>
    </dgm:pt>
    <dgm:pt modelId="{F37FA197-B213-493A-AB57-2BA9B9B2E6A0}" type="pres">
      <dgm:prSet presAssocID="{E2131605-1957-4477-ACF0-1332733FFA9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790C55B-01FD-4824-AE11-5E4705220E7E}" type="pres">
      <dgm:prSet presAssocID="{8FEA1C1D-AE0F-45D5-8A12-9CB290FFB751}" presName="root1" presStyleCnt="0"/>
      <dgm:spPr/>
    </dgm:pt>
    <dgm:pt modelId="{880199A2-8F01-4ACD-9280-801E900CE619}" type="pres">
      <dgm:prSet presAssocID="{8FEA1C1D-AE0F-45D5-8A12-9CB290FFB751}" presName="LevelOneTextNode" presStyleLbl="node0" presStyleIdx="0" presStyleCnt="1" custScaleX="14184" custScaleY="27093" custLinFactNeighborY="-7500">
        <dgm:presLayoutVars>
          <dgm:chPref val="3"/>
        </dgm:presLayoutVars>
      </dgm:prSet>
      <dgm:spPr/>
    </dgm:pt>
    <dgm:pt modelId="{916BD866-C77F-4880-9056-9049DC9CED54}" type="pres">
      <dgm:prSet presAssocID="{8FEA1C1D-AE0F-45D5-8A12-9CB290FFB751}" presName="level2hierChild" presStyleCnt="0"/>
      <dgm:spPr/>
    </dgm:pt>
    <dgm:pt modelId="{E6753414-1813-42EA-9B1F-A9A39104442E}" type="pres">
      <dgm:prSet presAssocID="{CE8F0361-C2D7-4D83-9C91-AD2975581A78}" presName="conn2-1" presStyleLbl="parChTrans1D2" presStyleIdx="0" presStyleCnt="2" custSzX="91440" custSzY="91444"/>
      <dgm:spPr/>
    </dgm:pt>
    <dgm:pt modelId="{CDE5D1CC-4C90-4369-BE5D-ECF90BD45D52}" type="pres">
      <dgm:prSet presAssocID="{CE8F0361-C2D7-4D83-9C91-AD2975581A78}" presName="connTx" presStyleLbl="parChTrans1D2" presStyleIdx="0" presStyleCnt="2"/>
      <dgm:spPr/>
    </dgm:pt>
    <dgm:pt modelId="{1C29656A-5E0F-432E-B74D-3D0AB37C5595}" type="pres">
      <dgm:prSet presAssocID="{C265D9D8-330C-4F0D-8711-81B8FAE267EA}" presName="root2" presStyleCnt="0"/>
      <dgm:spPr/>
    </dgm:pt>
    <dgm:pt modelId="{379F35F9-A98F-4779-8487-603728F7B1BB}" type="pres">
      <dgm:prSet presAssocID="{C265D9D8-330C-4F0D-8711-81B8FAE267EA}" presName="LevelTwoTextNode" presStyleLbl="node2" presStyleIdx="0" presStyleCnt="2" custScaleX="14240" custScaleY="27093" custLinFactNeighborY="-7500">
        <dgm:presLayoutVars>
          <dgm:chPref val="3"/>
        </dgm:presLayoutVars>
      </dgm:prSet>
      <dgm:spPr>
        <a:xfrm>
          <a:off x="350426" y="1726599"/>
          <a:ext cx="91836" cy="87364"/>
        </a:xfrm>
        <a:prstGeom prst="roundRect">
          <a:avLst>
            <a:gd name="adj" fmla="val 10000"/>
          </a:avLst>
        </a:prstGeom>
      </dgm:spPr>
    </dgm:pt>
    <dgm:pt modelId="{FB415E07-78FB-49C2-936D-6E63C03F9FE7}" type="pres">
      <dgm:prSet presAssocID="{C265D9D8-330C-4F0D-8711-81B8FAE267EA}" presName="level3hierChild" presStyleCnt="0"/>
      <dgm:spPr/>
    </dgm:pt>
    <dgm:pt modelId="{A4E0324C-1EEC-4F42-9ACC-170AEFE253FA}" type="pres">
      <dgm:prSet presAssocID="{A185B9E8-F094-4DE5-AE1B-2C5623E62583}" presName="conn2-1" presStyleLbl="parChTrans1D3" presStyleIdx="0" presStyleCnt="5" custScaleX="2000000" custScaleY="611716"/>
      <dgm:spPr/>
    </dgm:pt>
    <dgm:pt modelId="{1CE025C9-1E85-4535-91E5-2E6BE083D36D}" type="pres">
      <dgm:prSet presAssocID="{A185B9E8-F094-4DE5-AE1B-2C5623E62583}" presName="connTx" presStyleLbl="parChTrans1D3" presStyleIdx="0" presStyleCnt="5"/>
      <dgm:spPr/>
    </dgm:pt>
    <dgm:pt modelId="{734AACCE-85AE-457E-BE31-325D458C923C}" type="pres">
      <dgm:prSet presAssocID="{FCFA320B-43D7-410C-97EB-F5E951200684}" presName="root2" presStyleCnt="0"/>
      <dgm:spPr/>
    </dgm:pt>
    <dgm:pt modelId="{BC45CF6A-BE90-4F59-9088-F33D4422182A}" type="pres">
      <dgm:prSet presAssocID="{FCFA320B-43D7-410C-97EB-F5E951200684}" presName="LevelTwoTextNode" presStyleLbl="node3" presStyleIdx="0" presStyleCnt="5" custScaleX="14240" custScaleY="27093">
        <dgm:presLayoutVars>
          <dgm:chPref val="3"/>
        </dgm:presLayoutVars>
      </dgm:prSet>
      <dgm:spPr>
        <a:xfrm>
          <a:off x="700232" y="1615050"/>
          <a:ext cx="91836" cy="87364"/>
        </a:xfrm>
        <a:prstGeom prst="roundRect">
          <a:avLst>
            <a:gd name="adj" fmla="val 10000"/>
          </a:avLst>
        </a:prstGeom>
      </dgm:spPr>
    </dgm:pt>
    <dgm:pt modelId="{EF7FD225-3B67-41B1-A80B-9465E68FA535}" type="pres">
      <dgm:prSet presAssocID="{FCFA320B-43D7-410C-97EB-F5E951200684}" presName="level3hierChild" presStyleCnt="0"/>
      <dgm:spPr/>
    </dgm:pt>
    <dgm:pt modelId="{EC644747-C00F-410B-BBA2-76721297DAE0}" type="pres">
      <dgm:prSet presAssocID="{14E37154-5F9F-4863-B0F1-5AA8868EFA71}" presName="conn2-1" presStyleLbl="parChTrans1D3" presStyleIdx="1" presStyleCnt="5" custScaleX="2000000" custScaleY="611716"/>
      <dgm:spPr/>
    </dgm:pt>
    <dgm:pt modelId="{D37C32E6-5A45-4970-9659-5ADC36DFF3AC}" type="pres">
      <dgm:prSet presAssocID="{14E37154-5F9F-4863-B0F1-5AA8868EFA71}" presName="connTx" presStyleLbl="parChTrans1D3" presStyleIdx="1" presStyleCnt="5"/>
      <dgm:spPr/>
    </dgm:pt>
    <dgm:pt modelId="{3D722613-3C2D-4FD2-A200-77C971BCD065}" type="pres">
      <dgm:prSet presAssocID="{48D77BA6-95C8-400C-954A-DD24DFDC5635}" presName="root2" presStyleCnt="0"/>
      <dgm:spPr/>
    </dgm:pt>
    <dgm:pt modelId="{044A2D71-91A8-447A-AAC5-7C16DD4D5DB6}" type="pres">
      <dgm:prSet presAssocID="{48D77BA6-95C8-400C-954A-DD24DFDC5635}" presName="LevelTwoTextNode" presStyleLbl="node3" presStyleIdx="1" presStyleCnt="5" custScaleX="14240" custScaleY="27093">
        <dgm:presLayoutVars>
          <dgm:chPref val="3"/>
        </dgm:presLayoutVars>
      </dgm:prSet>
      <dgm:spPr>
        <a:xfrm>
          <a:off x="700232" y="1750784"/>
          <a:ext cx="91836" cy="87364"/>
        </a:xfrm>
        <a:prstGeom prst="roundRect">
          <a:avLst>
            <a:gd name="adj" fmla="val 10000"/>
          </a:avLst>
        </a:prstGeom>
      </dgm:spPr>
    </dgm:pt>
    <dgm:pt modelId="{003794F0-5025-4283-B2F7-70CBE3AA253C}" type="pres">
      <dgm:prSet presAssocID="{48D77BA6-95C8-400C-954A-DD24DFDC5635}" presName="level3hierChild" presStyleCnt="0"/>
      <dgm:spPr/>
    </dgm:pt>
    <dgm:pt modelId="{26D4287D-367A-4141-9491-5528F7CF9759}" type="pres">
      <dgm:prSet presAssocID="{1333EB2A-4BBF-440A-9CDF-96F3CC12F4DC}" presName="conn2-1" presStyleLbl="parChTrans1D3" presStyleIdx="2" presStyleCnt="5" custSzX="91440" custSzY="91444"/>
      <dgm:spPr/>
    </dgm:pt>
    <dgm:pt modelId="{C6BE79D8-1095-483D-BD29-260FBAF3F265}" type="pres">
      <dgm:prSet presAssocID="{1333EB2A-4BBF-440A-9CDF-96F3CC12F4DC}" presName="connTx" presStyleLbl="parChTrans1D3" presStyleIdx="2" presStyleCnt="5"/>
      <dgm:spPr/>
    </dgm:pt>
    <dgm:pt modelId="{4780AE6D-EABD-48CE-8A33-B876DE50A04F}" type="pres">
      <dgm:prSet presAssocID="{CE80775B-4BF8-4CAD-9905-4CBC94C2C95E}" presName="root2" presStyleCnt="0"/>
      <dgm:spPr/>
    </dgm:pt>
    <dgm:pt modelId="{B35D5392-8B7A-4D02-8A2A-EEE3B039A7B5}" type="pres">
      <dgm:prSet presAssocID="{CE80775B-4BF8-4CAD-9905-4CBC94C2C95E}" presName="LevelTwoTextNode" presStyleLbl="node3" presStyleIdx="2" presStyleCnt="5" custScaleX="14240" custScaleY="27093" custLinFactNeighborY="-7500">
        <dgm:presLayoutVars>
          <dgm:chPref val="3"/>
        </dgm:presLayoutVars>
      </dgm:prSet>
      <dgm:spPr/>
    </dgm:pt>
    <dgm:pt modelId="{7DECF57F-3209-4A36-9985-0FEF69D49467}" type="pres">
      <dgm:prSet presAssocID="{CE80775B-4BF8-4CAD-9905-4CBC94C2C95E}" presName="level3hierChild" presStyleCnt="0"/>
      <dgm:spPr/>
    </dgm:pt>
    <dgm:pt modelId="{3B3FF396-2CA4-4E3A-8C2B-F58D2AEE57AA}" type="pres">
      <dgm:prSet presAssocID="{B4E13010-6201-40B8-B6B5-E936B522908E}" presName="conn2-1" presStyleLbl="parChTrans1D4" presStyleIdx="0" presStyleCnt="11" custScaleX="2000000" custScaleY="611716"/>
      <dgm:spPr/>
    </dgm:pt>
    <dgm:pt modelId="{DF7570B6-5DAB-4F8D-A538-FDD406649B03}" type="pres">
      <dgm:prSet presAssocID="{B4E13010-6201-40B8-B6B5-E936B522908E}" presName="connTx" presStyleLbl="parChTrans1D4" presStyleIdx="0" presStyleCnt="11"/>
      <dgm:spPr/>
    </dgm:pt>
    <dgm:pt modelId="{2F33DFE3-17F4-4FEC-8F9D-D469B2F9EBD1}" type="pres">
      <dgm:prSet presAssocID="{E57A1BAE-E508-4C29-A0F4-306B65B2C9CC}" presName="root2" presStyleCnt="0"/>
      <dgm:spPr/>
    </dgm:pt>
    <dgm:pt modelId="{F9ABFE28-8B5C-47B2-A80A-C6A5BFD627EE}" type="pres">
      <dgm:prSet presAssocID="{E57A1BAE-E508-4C29-A0F4-306B65B2C9CC}" presName="LevelTwoTextNode" presStyleLbl="node4" presStyleIdx="0" presStyleCnt="11" custScaleX="14240" custScaleY="27093">
        <dgm:presLayoutVars>
          <dgm:chPref val="3"/>
        </dgm:presLayoutVars>
      </dgm:prSet>
      <dgm:spPr/>
    </dgm:pt>
    <dgm:pt modelId="{3626BC7B-893E-411F-9CB9-842614815291}" type="pres">
      <dgm:prSet presAssocID="{E57A1BAE-E508-4C29-A0F4-306B65B2C9CC}" presName="level3hierChild" presStyleCnt="0"/>
      <dgm:spPr/>
    </dgm:pt>
    <dgm:pt modelId="{581F2601-E3BC-4002-A8E5-9BAE2B0A599A}" type="pres">
      <dgm:prSet presAssocID="{DA142B00-BD4C-4DF8-A41E-FD1FCE21E378}" presName="conn2-1" presStyleLbl="parChTrans1D4" presStyleIdx="1" presStyleCnt="11" custScaleX="2000000" custScaleY="611716"/>
      <dgm:spPr/>
    </dgm:pt>
    <dgm:pt modelId="{607C713C-DC76-438C-AE24-10083066EE5F}" type="pres">
      <dgm:prSet presAssocID="{DA142B00-BD4C-4DF8-A41E-FD1FCE21E378}" presName="connTx" presStyleLbl="parChTrans1D4" presStyleIdx="1" presStyleCnt="11"/>
      <dgm:spPr/>
    </dgm:pt>
    <dgm:pt modelId="{3AFCA3FC-4737-4B13-A0E5-1E822BA54E93}" type="pres">
      <dgm:prSet presAssocID="{67F54912-D3BD-4D58-9E33-F0E7682DAB95}" presName="root2" presStyleCnt="0"/>
      <dgm:spPr/>
    </dgm:pt>
    <dgm:pt modelId="{EDC2AD8D-27BA-4200-BD04-8F34511E2930}" type="pres">
      <dgm:prSet presAssocID="{67F54912-D3BD-4D58-9E33-F0E7682DAB95}" presName="LevelTwoTextNode" presStyleLbl="node4" presStyleIdx="1" presStyleCnt="11" custScaleX="14240" custScaleY="27093">
        <dgm:presLayoutVars>
          <dgm:chPref val="3"/>
        </dgm:presLayoutVars>
      </dgm:prSet>
      <dgm:spPr/>
    </dgm:pt>
    <dgm:pt modelId="{AB925DD3-C4A4-41BC-BFF7-08108B709E1F}" type="pres">
      <dgm:prSet presAssocID="{67F54912-D3BD-4D58-9E33-F0E7682DAB95}" presName="level3hierChild" presStyleCnt="0"/>
      <dgm:spPr/>
    </dgm:pt>
    <dgm:pt modelId="{3D4C7277-AAB1-4F46-B9D4-763B04FC76BB}" type="pres">
      <dgm:prSet presAssocID="{9A466ED4-DEF6-4A9B-BC94-B826CB25EA97}" presName="conn2-1" presStyleLbl="parChTrans1D4" presStyleIdx="2" presStyleCnt="11" custScaleX="2000000" custScaleY="611716"/>
      <dgm:spPr/>
    </dgm:pt>
    <dgm:pt modelId="{FF8C672D-BFFE-4E95-8993-F0F4F7F8D37D}" type="pres">
      <dgm:prSet presAssocID="{9A466ED4-DEF6-4A9B-BC94-B826CB25EA97}" presName="connTx" presStyleLbl="parChTrans1D4" presStyleIdx="2" presStyleCnt="11"/>
      <dgm:spPr/>
    </dgm:pt>
    <dgm:pt modelId="{BE809331-75A5-46A8-9EEE-8D6D4849621C}" type="pres">
      <dgm:prSet presAssocID="{18129362-9DAD-4987-9068-6671744EC350}" presName="root2" presStyleCnt="0"/>
      <dgm:spPr/>
    </dgm:pt>
    <dgm:pt modelId="{935DD1A3-6402-4D51-9C53-755E8889EA43}" type="pres">
      <dgm:prSet presAssocID="{18129362-9DAD-4987-9068-6671744EC350}" presName="LevelTwoTextNode" presStyleLbl="node4" presStyleIdx="2" presStyleCnt="11" custScaleX="14240" custScaleY="27093">
        <dgm:presLayoutVars>
          <dgm:chPref val="3"/>
        </dgm:presLayoutVars>
      </dgm:prSet>
      <dgm:spPr/>
    </dgm:pt>
    <dgm:pt modelId="{EA628EDE-E1F7-4D71-B473-CB0F55316BCA}" type="pres">
      <dgm:prSet presAssocID="{18129362-9DAD-4987-9068-6671744EC350}" presName="level3hierChild" presStyleCnt="0"/>
      <dgm:spPr/>
    </dgm:pt>
    <dgm:pt modelId="{9F2E5998-945F-4057-8BF9-CDE14F8AD004}" type="pres">
      <dgm:prSet presAssocID="{92F77A7F-7080-4D9B-8B63-1B9C2300FCD3}" presName="conn2-1" presStyleLbl="parChTrans1D2" presStyleIdx="1" presStyleCnt="2" custSzX="91440" custSzY="91444"/>
      <dgm:spPr>
        <a:xfrm rot="2676733">
          <a:off x="40253" y="2062032"/>
          <a:ext cx="362378" cy="180000"/>
        </a:xfrm>
        <a:custGeom>
          <a:avLst/>
          <a:gdLst/>
          <a:ahLst/>
          <a:cxnLst/>
          <a:rect l="0" t="0" r="0" b="0"/>
          <a:pathLst>
            <a:path>
              <a:moveTo>
                <a:pt x="0" y="90000"/>
              </a:moveTo>
              <a:lnTo>
                <a:pt x="362378" y="90000"/>
              </a:lnTo>
            </a:path>
          </a:pathLst>
        </a:custGeom>
      </dgm:spPr>
    </dgm:pt>
    <dgm:pt modelId="{87222351-91CE-4851-8E07-EEE0B37ADB7D}" type="pres">
      <dgm:prSet presAssocID="{92F77A7F-7080-4D9B-8B63-1B9C2300FCD3}" presName="connTx" presStyleLbl="parChTrans1D2" presStyleIdx="1" presStyleCnt="2"/>
      <dgm:spPr/>
    </dgm:pt>
    <dgm:pt modelId="{4CEE6B05-B973-4442-8539-4650FA662C0B}" type="pres">
      <dgm:prSet presAssocID="{59ED2ED8-524D-4D82-BDF5-60FF1B1B049E}" presName="root2" presStyleCnt="0"/>
      <dgm:spPr/>
    </dgm:pt>
    <dgm:pt modelId="{2AABE426-D2CD-4D66-B2BF-9753D969F08F}" type="pres">
      <dgm:prSet presAssocID="{59ED2ED8-524D-4D82-BDF5-60FF1B1B049E}" presName="LevelTwoTextNode" presStyleLbl="node2" presStyleIdx="1" presStyleCnt="2" custScaleX="14240" custScaleY="27093" custLinFactNeighborY="-7500">
        <dgm:presLayoutVars>
          <dgm:chPref val="3"/>
        </dgm:presLayoutVars>
      </dgm:prSet>
      <dgm:spPr/>
    </dgm:pt>
    <dgm:pt modelId="{8F75174D-234A-45F3-8C04-CC7B8FBAE579}" type="pres">
      <dgm:prSet presAssocID="{59ED2ED8-524D-4D82-BDF5-60FF1B1B049E}" presName="level3hierChild" presStyleCnt="0"/>
      <dgm:spPr/>
    </dgm:pt>
    <dgm:pt modelId="{959CED18-06F4-4E30-88DD-1A21ACC176D4}" type="pres">
      <dgm:prSet presAssocID="{24C10CBB-1873-403D-90E6-23115EC2FE11}" presName="conn2-1" presStyleLbl="parChTrans1D3" presStyleIdx="3" presStyleCnt="5" custSzX="91440" custSzY="91444"/>
      <dgm:spPr/>
    </dgm:pt>
    <dgm:pt modelId="{2A335D2D-4947-4E04-9AFF-AD5BB0D97818}" type="pres">
      <dgm:prSet presAssocID="{24C10CBB-1873-403D-90E6-23115EC2FE11}" presName="connTx" presStyleLbl="parChTrans1D3" presStyleIdx="3" presStyleCnt="5"/>
      <dgm:spPr/>
    </dgm:pt>
    <dgm:pt modelId="{BF023522-4BE5-469B-8BCA-FCA235F36AC2}" type="pres">
      <dgm:prSet presAssocID="{808A8A6F-A229-4084-A68F-073EF8A13C4E}" presName="root2" presStyleCnt="0"/>
      <dgm:spPr/>
    </dgm:pt>
    <dgm:pt modelId="{09CE05AE-8047-4231-A6BC-D6AB06C301D4}" type="pres">
      <dgm:prSet presAssocID="{808A8A6F-A229-4084-A68F-073EF8A13C4E}" presName="LevelTwoTextNode" presStyleLbl="node3" presStyleIdx="3" presStyleCnt="5" custScaleX="14240" custScaleY="27093">
        <dgm:presLayoutVars>
          <dgm:chPref val="3"/>
        </dgm:presLayoutVars>
      </dgm:prSet>
      <dgm:spPr/>
    </dgm:pt>
    <dgm:pt modelId="{2E697F86-98B7-47EA-BF2C-3D5C7640854C}" type="pres">
      <dgm:prSet presAssocID="{808A8A6F-A229-4084-A68F-073EF8A13C4E}" presName="level3hierChild" presStyleCnt="0"/>
      <dgm:spPr/>
    </dgm:pt>
    <dgm:pt modelId="{28160825-3C65-475C-BA6A-2212928607ED}" type="pres">
      <dgm:prSet presAssocID="{22A4FFF0-1A6B-45E7-B900-29224FE97920}" presName="conn2-1" presStyleLbl="parChTrans1D4" presStyleIdx="3" presStyleCnt="11" custSzX="91440" custSzY="91444"/>
      <dgm:spPr/>
    </dgm:pt>
    <dgm:pt modelId="{CB8C7C4D-EB10-4990-977D-E220F7C83D37}" type="pres">
      <dgm:prSet presAssocID="{22A4FFF0-1A6B-45E7-B900-29224FE97920}" presName="connTx" presStyleLbl="parChTrans1D4" presStyleIdx="3" presStyleCnt="11"/>
      <dgm:spPr/>
    </dgm:pt>
    <dgm:pt modelId="{5823B8AA-9925-4410-81F9-823D4F63F6C0}" type="pres">
      <dgm:prSet presAssocID="{05E0C947-66B9-4AC3-891C-C2EBCB54EBF4}" presName="root2" presStyleCnt="0"/>
      <dgm:spPr/>
    </dgm:pt>
    <dgm:pt modelId="{8557FD6D-89FE-4993-8472-622DFAC30779}" type="pres">
      <dgm:prSet presAssocID="{05E0C947-66B9-4AC3-891C-C2EBCB54EBF4}" presName="LevelTwoTextNode" presStyleLbl="node4" presStyleIdx="3" presStyleCnt="11" custScaleX="14240" custScaleY="27093">
        <dgm:presLayoutVars>
          <dgm:chPref val="3"/>
        </dgm:presLayoutVars>
      </dgm:prSet>
      <dgm:spPr/>
    </dgm:pt>
    <dgm:pt modelId="{8A709C4E-ACE4-4D07-B5F3-01728D6B37D5}" type="pres">
      <dgm:prSet presAssocID="{05E0C947-66B9-4AC3-891C-C2EBCB54EBF4}" presName="level3hierChild" presStyleCnt="0"/>
      <dgm:spPr/>
    </dgm:pt>
    <dgm:pt modelId="{D93FFAA5-60CE-46E4-9571-57A69B588F3F}" type="pres">
      <dgm:prSet presAssocID="{44CAAB48-6384-4C68-B9CB-F2756997C2D0}" presName="conn2-1" presStyleLbl="parChTrans1D4" presStyleIdx="4" presStyleCnt="11" custScaleX="2000000" custScaleY="611716"/>
      <dgm:spPr/>
    </dgm:pt>
    <dgm:pt modelId="{0746C872-1254-46B2-8A31-6B9A80D6FCBE}" type="pres">
      <dgm:prSet presAssocID="{44CAAB48-6384-4C68-B9CB-F2756997C2D0}" presName="connTx" presStyleLbl="parChTrans1D4" presStyleIdx="4" presStyleCnt="11"/>
      <dgm:spPr/>
    </dgm:pt>
    <dgm:pt modelId="{5CBBF0B4-32CC-40D9-A397-D24E8ADBCFEB}" type="pres">
      <dgm:prSet presAssocID="{6EFB34B3-5214-405B-8E12-4924F0312515}" presName="root2" presStyleCnt="0"/>
      <dgm:spPr/>
    </dgm:pt>
    <dgm:pt modelId="{15789AB0-5D12-4879-9829-F602A634090E}" type="pres">
      <dgm:prSet presAssocID="{6EFB34B3-5214-405B-8E12-4924F0312515}" presName="LevelTwoTextNode" presStyleLbl="node4" presStyleIdx="4" presStyleCnt="11" custScaleX="14240" custScaleY="27093">
        <dgm:presLayoutVars>
          <dgm:chPref val="3"/>
        </dgm:presLayoutVars>
      </dgm:prSet>
      <dgm:spPr/>
    </dgm:pt>
    <dgm:pt modelId="{4D9DF267-F7EA-4C8B-8EA1-D07E6001C538}" type="pres">
      <dgm:prSet presAssocID="{6EFB34B3-5214-405B-8E12-4924F0312515}" presName="level3hierChild" presStyleCnt="0"/>
      <dgm:spPr/>
    </dgm:pt>
    <dgm:pt modelId="{4C721551-200F-41B9-883F-C9B8259D1DAA}" type="pres">
      <dgm:prSet presAssocID="{51204F48-D1E6-4FAF-B3C5-B3E814D81792}" presName="conn2-1" presStyleLbl="parChTrans1D4" presStyleIdx="5" presStyleCnt="11" custScaleX="2000000" custScaleY="611716"/>
      <dgm:spPr/>
    </dgm:pt>
    <dgm:pt modelId="{AD7EE8DE-01FA-4A59-93FA-D5380D4F27D2}" type="pres">
      <dgm:prSet presAssocID="{51204F48-D1E6-4FAF-B3C5-B3E814D81792}" presName="connTx" presStyleLbl="parChTrans1D4" presStyleIdx="5" presStyleCnt="11"/>
      <dgm:spPr/>
    </dgm:pt>
    <dgm:pt modelId="{5CEE941E-26B1-4D87-B89B-DED6599C710C}" type="pres">
      <dgm:prSet presAssocID="{0AED1E18-4699-447E-87FC-3CBA32355C61}" presName="root2" presStyleCnt="0"/>
      <dgm:spPr/>
    </dgm:pt>
    <dgm:pt modelId="{C2C44832-4DE9-4AFA-A73A-D26C37F05F51}" type="pres">
      <dgm:prSet presAssocID="{0AED1E18-4699-447E-87FC-3CBA32355C61}" presName="LevelTwoTextNode" presStyleLbl="node4" presStyleIdx="5" presStyleCnt="11" custScaleX="14240" custScaleY="27093">
        <dgm:presLayoutVars>
          <dgm:chPref val="3"/>
        </dgm:presLayoutVars>
      </dgm:prSet>
      <dgm:spPr/>
    </dgm:pt>
    <dgm:pt modelId="{1DCE3E5D-CA06-48A5-B171-93617066BD1B}" type="pres">
      <dgm:prSet presAssocID="{0AED1E18-4699-447E-87FC-3CBA32355C61}" presName="level3hierChild" presStyleCnt="0"/>
      <dgm:spPr/>
    </dgm:pt>
    <dgm:pt modelId="{74DE8076-BD85-4485-9E01-F9721AB18017}" type="pres">
      <dgm:prSet presAssocID="{7A114FB4-59AC-41E0-B21A-D3CD31E3B88E}" presName="conn2-1" presStyleLbl="parChTrans1D4" presStyleIdx="6" presStyleCnt="11" custScaleX="2000000" custScaleY="611716"/>
      <dgm:spPr/>
    </dgm:pt>
    <dgm:pt modelId="{65C7FB57-B29F-4530-B9F7-AB96EBF6C7E1}" type="pres">
      <dgm:prSet presAssocID="{7A114FB4-59AC-41E0-B21A-D3CD31E3B88E}" presName="connTx" presStyleLbl="parChTrans1D4" presStyleIdx="6" presStyleCnt="11"/>
      <dgm:spPr/>
    </dgm:pt>
    <dgm:pt modelId="{7C3FBF29-9207-485A-93F3-B891485E6201}" type="pres">
      <dgm:prSet presAssocID="{992C62B9-1A7C-4A82-BA29-93C29B93E921}" presName="root2" presStyleCnt="0"/>
      <dgm:spPr/>
    </dgm:pt>
    <dgm:pt modelId="{11A55E94-13CB-4D4D-8456-8D2961649C35}" type="pres">
      <dgm:prSet presAssocID="{992C62B9-1A7C-4A82-BA29-93C29B93E921}" presName="LevelTwoTextNode" presStyleLbl="node4" presStyleIdx="6" presStyleCnt="11" custScaleX="14240" custScaleY="27093">
        <dgm:presLayoutVars>
          <dgm:chPref val="3"/>
        </dgm:presLayoutVars>
      </dgm:prSet>
      <dgm:spPr>
        <a:xfrm>
          <a:off x="1749649" y="2225851"/>
          <a:ext cx="91836" cy="87364"/>
        </a:xfrm>
        <a:prstGeom prst="roundRect">
          <a:avLst>
            <a:gd name="adj" fmla="val 10000"/>
          </a:avLst>
        </a:prstGeom>
      </dgm:spPr>
    </dgm:pt>
    <dgm:pt modelId="{A55851C1-2A2D-4848-8DC4-BE3DE9DF55CA}" type="pres">
      <dgm:prSet presAssocID="{992C62B9-1A7C-4A82-BA29-93C29B93E921}" presName="level3hierChild" presStyleCnt="0"/>
      <dgm:spPr/>
    </dgm:pt>
    <dgm:pt modelId="{45CDB868-D405-44E6-A6FE-BBDA835F709B}" type="pres">
      <dgm:prSet presAssocID="{19B80362-91CB-4101-8849-55070B783DCE}" presName="conn2-1" presStyleLbl="parChTrans1D3" presStyleIdx="4" presStyleCnt="5" custSzX="91440" custSzY="91444"/>
      <dgm:spPr/>
    </dgm:pt>
    <dgm:pt modelId="{B2316046-6BBE-46EC-8896-A08C9F07A3E4}" type="pres">
      <dgm:prSet presAssocID="{19B80362-91CB-4101-8849-55070B783DCE}" presName="connTx" presStyleLbl="parChTrans1D3" presStyleIdx="4" presStyleCnt="5"/>
      <dgm:spPr/>
    </dgm:pt>
    <dgm:pt modelId="{C011C0C0-0D0D-4D82-8A8A-CC18EA697B17}" type="pres">
      <dgm:prSet presAssocID="{EAA98F56-3D62-42B3-BD49-1CFEFAA969DC}" presName="root2" presStyleCnt="0"/>
      <dgm:spPr/>
    </dgm:pt>
    <dgm:pt modelId="{5A81D794-7DBF-4E4D-88EC-E712A95441CC}" type="pres">
      <dgm:prSet presAssocID="{EAA98F56-3D62-42B3-BD49-1CFEFAA969DC}" presName="LevelTwoTextNode" presStyleLbl="node3" presStyleIdx="4" presStyleCnt="5" custScaleX="14240" custScaleY="27093">
        <dgm:presLayoutVars>
          <dgm:chPref val="3"/>
        </dgm:presLayoutVars>
      </dgm:prSet>
      <dgm:spPr/>
    </dgm:pt>
    <dgm:pt modelId="{8A7494B4-E24F-4FA8-A5C7-47B7AC6850D2}" type="pres">
      <dgm:prSet presAssocID="{EAA98F56-3D62-42B3-BD49-1CFEFAA969DC}" presName="level3hierChild" presStyleCnt="0"/>
      <dgm:spPr/>
    </dgm:pt>
    <dgm:pt modelId="{8B97206A-0CBD-4171-AE5A-890C8FAC85ED}" type="pres">
      <dgm:prSet presAssocID="{C5564D13-D5F6-4700-A18D-144A67A0EBC9}" presName="conn2-1" presStyleLbl="parChTrans1D4" presStyleIdx="7" presStyleCnt="11" custScaleX="2000000" custScaleY="611716"/>
      <dgm:spPr/>
    </dgm:pt>
    <dgm:pt modelId="{8A4D6533-500C-43B2-8FD3-8A7CB6EAE0BB}" type="pres">
      <dgm:prSet presAssocID="{C5564D13-D5F6-4700-A18D-144A67A0EBC9}" presName="connTx" presStyleLbl="parChTrans1D4" presStyleIdx="7" presStyleCnt="11"/>
      <dgm:spPr/>
    </dgm:pt>
    <dgm:pt modelId="{F972572C-D5DA-42C0-AC85-DF505E74B4AC}" type="pres">
      <dgm:prSet presAssocID="{11F7193D-07D4-4ED0-94AF-7F17DCAA0BC1}" presName="root2" presStyleCnt="0"/>
      <dgm:spPr/>
    </dgm:pt>
    <dgm:pt modelId="{D3DF127C-7B35-489F-AAE8-C63C27F14E6D}" type="pres">
      <dgm:prSet presAssocID="{11F7193D-07D4-4ED0-94AF-7F17DCAA0BC1}" presName="LevelTwoTextNode" presStyleLbl="node4" presStyleIdx="7" presStyleCnt="11" custScaleX="14240" custScaleY="27093">
        <dgm:presLayoutVars>
          <dgm:chPref val="3"/>
        </dgm:presLayoutVars>
      </dgm:prSet>
      <dgm:spPr/>
    </dgm:pt>
    <dgm:pt modelId="{9CAEE12C-C441-4CB8-9AE9-21F9A032D681}" type="pres">
      <dgm:prSet presAssocID="{11F7193D-07D4-4ED0-94AF-7F17DCAA0BC1}" presName="level3hierChild" presStyleCnt="0"/>
      <dgm:spPr/>
    </dgm:pt>
    <dgm:pt modelId="{BE9E361E-5506-44E9-A9C3-DFEFA246B3C8}" type="pres">
      <dgm:prSet presAssocID="{F92A87EC-B728-41DE-B78F-00BE9E3A1661}" presName="conn2-1" presStyleLbl="parChTrans1D4" presStyleIdx="8" presStyleCnt="11" custScaleX="2000000" custScaleY="611716"/>
      <dgm:spPr/>
    </dgm:pt>
    <dgm:pt modelId="{CE4ADC2D-595C-4A13-9D6B-181AADA22493}" type="pres">
      <dgm:prSet presAssocID="{F92A87EC-B728-41DE-B78F-00BE9E3A1661}" presName="connTx" presStyleLbl="parChTrans1D4" presStyleIdx="8" presStyleCnt="11"/>
      <dgm:spPr/>
    </dgm:pt>
    <dgm:pt modelId="{64455FE9-F0F3-4D61-ABC9-B81A23CCA4E1}" type="pres">
      <dgm:prSet presAssocID="{D9D65CB3-2061-4522-B5BC-EED829CAC0D4}" presName="root2" presStyleCnt="0"/>
      <dgm:spPr/>
    </dgm:pt>
    <dgm:pt modelId="{83373590-DFF8-4A59-8D34-5372E5BD84D0}" type="pres">
      <dgm:prSet presAssocID="{D9D65CB3-2061-4522-B5BC-EED829CAC0D4}" presName="LevelTwoTextNode" presStyleLbl="node4" presStyleIdx="8" presStyleCnt="11" custScaleX="14240" custScaleY="27093">
        <dgm:presLayoutVars>
          <dgm:chPref val="3"/>
        </dgm:presLayoutVars>
      </dgm:prSet>
      <dgm:spPr/>
    </dgm:pt>
    <dgm:pt modelId="{9A951520-7891-40ED-8A55-DD2EB34C10AF}" type="pres">
      <dgm:prSet presAssocID="{D9D65CB3-2061-4522-B5BC-EED829CAC0D4}" presName="level3hierChild" presStyleCnt="0"/>
      <dgm:spPr/>
    </dgm:pt>
    <dgm:pt modelId="{933E37BA-8C5C-46C4-BEC5-8CA748BE1E17}" type="pres">
      <dgm:prSet presAssocID="{102C5416-BC70-4464-B5D0-29B85D187FC5}" presName="conn2-1" presStyleLbl="parChTrans1D4" presStyleIdx="9" presStyleCnt="11" custScaleX="2000000" custScaleY="611716"/>
      <dgm:spPr/>
    </dgm:pt>
    <dgm:pt modelId="{48653AD3-8996-4690-813D-B7088E8095DE}" type="pres">
      <dgm:prSet presAssocID="{102C5416-BC70-4464-B5D0-29B85D187FC5}" presName="connTx" presStyleLbl="parChTrans1D4" presStyleIdx="9" presStyleCnt="11"/>
      <dgm:spPr/>
    </dgm:pt>
    <dgm:pt modelId="{CC64147D-F1DC-4711-BC7E-998E0FA49672}" type="pres">
      <dgm:prSet presAssocID="{E2298996-4CA9-48DF-A325-C36BBBD2D98E}" presName="root2" presStyleCnt="0"/>
      <dgm:spPr/>
    </dgm:pt>
    <dgm:pt modelId="{89D82162-7D72-4EE0-AB8D-9325A00F917E}" type="pres">
      <dgm:prSet presAssocID="{E2298996-4CA9-48DF-A325-C36BBBD2D98E}" presName="LevelTwoTextNode" presStyleLbl="node4" presStyleIdx="9" presStyleCnt="11" custScaleX="14240" custScaleY="27093">
        <dgm:presLayoutVars>
          <dgm:chPref val="3"/>
        </dgm:presLayoutVars>
      </dgm:prSet>
      <dgm:spPr/>
    </dgm:pt>
    <dgm:pt modelId="{A2742185-4A0F-4BD1-A4C5-DF35808CB4F7}" type="pres">
      <dgm:prSet presAssocID="{E2298996-4CA9-48DF-A325-C36BBBD2D98E}" presName="level3hierChild" presStyleCnt="0"/>
      <dgm:spPr/>
    </dgm:pt>
    <dgm:pt modelId="{58E4393A-DEFA-493C-8FFD-2739EE210837}" type="pres">
      <dgm:prSet presAssocID="{CEC16957-6AE3-480F-AEC7-6C962B8BCFA3}" presName="conn2-1" presStyleLbl="parChTrans1D4" presStyleIdx="10" presStyleCnt="11" custScaleX="2000000" custScaleY="611716"/>
      <dgm:spPr/>
    </dgm:pt>
    <dgm:pt modelId="{D69FE445-C356-493C-9A2B-5564943B091E}" type="pres">
      <dgm:prSet presAssocID="{CEC16957-6AE3-480F-AEC7-6C962B8BCFA3}" presName="connTx" presStyleLbl="parChTrans1D4" presStyleIdx="10" presStyleCnt="11"/>
      <dgm:spPr/>
    </dgm:pt>
    <dgm:pt modelId="{085084ED-1FF9-4A34-A6C2-2F9CCF4FA7AF}" type="pres">
      <dgm:prSet presAssocID="{31241CBE-E1C8-42CA-8794-948A274626CD}" presName="root2" presStyleCnt="0"/>
      <dgm:spPr/>
    </dgm:pt>
    <dgm:pt modelId="{154A01FC-409E-4DAF-815E-CD37234C51D7}" type="pres">
      <dgm:prSet presAssocID="{31241CBE-E1C8-42CA-8794-948A274626CD}" presName="LevelTwoTextNode" presStyleLbl="node4" presStyleIdx="10" presStyleCnt="11" custScaleX="14240" custScaleY="27093">
        <dgm:presLayoutVars>
          <dgm:chPref val="3"/>
        </dgm:presLayoutVars>
      </dgm:prSet>
      <dgm:spPr/>
    </dgm:pt>
    <dgm:pt modelId="{A108B68F-96A2-4B85-BE07-663D3BEB2E99}" type="pres">
      <dgm:prSet presAssocID="{31241CBE-E1C8-42CA-8794-948A274626CD}" presName="level3hierChild" presStyleCnt="0"/>
      <dgm:spPr/>
    </dgm:pt>
  </dgm:ptLst>
  <dgm:cxnLst>
    <dgm:cxn modelId="{09BE4603-6B22-4771-99EE-3B16CE8B6EFD}" type="presOf" srcId="{92F77A7F-7080-4D9B-8B63-1B9C2300FCD3}" destId="{9F2E5998-945F-4057-8BF9-CDE14F8AD004}" srcOrd="0" destOrd="0" presId="urn:microsoft.com/office/officeart/2005/8/layout/hierarchy2"/>
    <dgm:cxn modelId="{C3CA3A05-4B27-42BA-8F16-0C1FED13BA92}" type="presOf" srcId="{102C5416-BC70-4464-B5D0-29B85D187FC5}" destId="{933E37BA-8C5C-46C4-BEC5-8CA748BE1E17}" srcOrd="0" destOrd="0" presId="urn:microsoft.com/office/officeart/2005/8/layout/hierarchy2"/>
    <dgm:cxn modelId="{A96F9806-7400-4FD3-8E4C-2BDC588374D2}" srcId="{C265D9D8-330C-4F0D-8711-81B8FAE267EA}" destId="{48D77BA6-95C8-400C-954A-DD24DFDC5635}" srcOrd="1" destOrd="0" parTransId="{14E37154-5F9F-4863-B0F1-5AA8868EFA71}" sibTransId="{19684379-906A-457B-9420-9441DB0F150D}"/>
    <dgm:cxn modelId="{0B240909-7EF0-4E71-8DFD-D0A6B85D92F0}" type="presOf" srcId="{1333EB2A-4BBF-440A-9CDF-96F3CC12F4DC}" destId="{C6BE79D8-1095-483D-BD29-260FBAF3F265}" srcOrd="1" destOrd="0" presId="urn:microsoft.com/office/officeart/2005/8/layout/hierarchy2"/>
    <dgm:cxn modelId="{505A7D0B-7AD0-4445-9444-2553D7B293AB}" type="presOf" srcId="{22A4FFF0-1A6B-45E7-B900-29224FE97920}" destId="{28160825-3C65-475C-BA6A-2212928607ED}" srcOrd="0" destOrd="0" presId="urn:microsoft.com/office/officeart/2005/8/layout/hierarchy2"/>
    <dgm:cxn modelId="{DFD4880B-6731-4EA7-8795-365E5A00B245}" type="presOf" srcId="{14E37154-5F9F-4863-B0F1-5AA8868EFA71}" destId="{EC644747-C00F-410B-BBA2-76721297DAE0}" srcOrd="0" destOrd="0" presId="urn:microsoft.com/office/officeart/2005/8/layout/hierarchy2"/>
    <dgm:cxn modelId="{5F9D6C21-E504-4F9C-A7D6-FD07DF8F11BB}" type="presOf" srcId="{A185B9E8-F094-4DE5-AE1B-2C5623E62583}" destId="{A4E0324C-1EEC-4F42-9ACC-170AEFE253FA}" srcOrd="0" destOrd="0" presId="urn:microsoft.com/office/officeart/2005/8/layout/hierarchy2"/>
    <dgm:cxn modelId="{2D7C4A22-81EA-4F2B-ABA4-291A8A296BC0}" srcId="{8FEA1C1D-AE0F-45D5-8A12-9CB290FFB751}" destId="{C265D9D8-330C-4F0D-8711-81B8FAE267EA}" srcOrd="0" destOrd="0" parTransId="{CE8F0361-C2D7-4D83-9C91-AD2975581A78}" sibTransId="{27C4257E-3492-4D45-9CE9-B59972BA6217}"/>
    <dgm:cxn modelId="{323D8523-0DEC-48DA-B0B2-D145B30F70CA}" type="presOf" srcId="{0AED1E18-4699-447E-87FC-3CBA32355C61}" destId="{C2C44832-4DE9-4AFA-A73A-D26C37F05F51}" srcOrd="0" destOrd="0" presId="urn:microsoft.com/office/officeart/2005/8/layout/hierarchy2"/>
    <dgm:cxn modelId="{75D25B24-6FF8-42A1-A0D3-2E017239CF67}" type="presOf" srcId="{11F7193D-07D4-4ED0-94AF-7F17DCAA0BC1}" destId="{D3DF127C-7B35-489F-AAE8-C63C27F14E6D}" srcOrd="0" destOrd="0" presId="urn:microsoft.com/office/officeart/2005/8/layout/hierarchy2"/>
    <dgm:cxn modelId="{F88E6527-8C97-446B-B0F7-4809A79635EF}" srcId="{E2298996-4CA9-48DF-A325-C36BBBD2D98E}" destId="{31241CBE-E1C8-42CA-8794-948A274626CD}" srcOrd="0" destOrd="0" parTransId="{CEC16957-6AE3-480F-AEC7-6C962B8BCFA3}" sibTransId="{78971364-64E2-471A-B15E-5D87307F4163}"/>
    <dgm:cxn modelId="{E0A2852D-47B3-4720-BDED-4FEFA5682B27}" type="presOf" srcId="{9A466ED4-DEF6-4A9B-BC94-B826CB25EA97}" destId="{3D4C7277-AAB1-4F46-B9D4-763B04FC76BB}" srcOrd="0" destOrd="0" presId="urn:microsoft.com/office/officeart/2005/8/layout/hierarchy2"/>
    <dgm:cxn modelId="{AE33E72D-8DA6-4F0B-9687-87010E17B6DD}" type="presOf" srcId="{14E37154-5F9F-4863-B0F1-5AA8868EFA71}" destId="{D37C32E6-5A45-4970-9659-5ADC36DFF3AC}" srcOrd="1" destOrd="0" presId="urn:microsoft.com/office/officeart/2005/8/layout/hierarchy2"/>
    <dgm:cxn modelId="{DE5B3231-F28D-4700-B6D2-73E8C2F4D236}" type="presOf" srcId="{6EFB34B3-5214-405B-8E12-4924F0312515}" destId="{15789AB0-5D12-4879-9829-F602A634090E}" srcOrd="0" destOrd="0" presId="urn:microsoft.com/office/officeart/2005/8/layout/hierarchy2"/>
    <dgm:cxn modelId="{22C73536-C472-4C55-A0D2-39A1B480AD32}" type="presOf" srcId="{DA142B00-BD4C-4DF8-A41E-FD1FCE21E378}" destId="{607C713C-DC76-438C-AE24-10083066EE5F}" srcOrd="1" destOrd="0" presId="urn:microsoft.com/office/officeart/2005/8/layout/hierarchy2"/>
    <dgm:cxn modelId="{0630D436-6FA4-45DA-987F-BA5A5B73021B}" type="presOf" srcId="{51204F48-D1E6-4FAF-B3C5-B3E814D81792}" destId="{AD7EE8DE-01FA-4A59-93FA-D5380D4F27D2}" srcOrd="1" destOrd="0" presId="urn:microsoft.com/office/officeart/2005/8/layout/hierarchy2"/>
    <dgm:cxn modelId="{B6C98937-63D9-4A6B-B008-10C3385F1344}" type="presOf" srcId="{F92A87EC-B728-41DE-B78F-00BE9E3A1661}" destId="{BE9E361E-5506-44E9-A9C3-DFEFA246B3C8}" srcOrd="0" destOrd="0" presId="urn:microsoft.com/office/officeart/2005/8/layout/hierarchy2"/>
    <dgm:cxn modelId="{9A049237-8120-41CF-8DFF-129B4B61EE30}" type="presOf" srcId="{59ED2ED8-524D-4D82-BDF5-60FF1B1B049E}" destId="{2AABE426-D2CD-4D66-B2BF-9753D969F08F}" srcOrd="0" destOrd="0" presId="urn:microsoft.com/office/officeart/2005/8/layout/hierarchy2"/>
    <dgm:cxn modelId="{A02E7839-CDAE-4B95-9E09-76B30B524F89}" srcId="{6EFB34B3-5214-405B-8E12-4924F0312515}" destId="{0AED1E18-4699-447E-87FC-3CBA32355C61}" srcOrd="0" destOrd="0" parTransId="{51204F48-D1E6-4FAF-B3C5-B3E814D81792}" sibTransId="{A108D6A2-93DF-42B8-913A-315AB8EAEAEB}"/>
    <dgm:cxn modelId="{5863C03A-B5BD-467C-BDEA-1664F72A71EB}" type="presOf" srcId="{19B80362-91CB-4101-8849-55070B783DCE}" destId="{45CDB868-D405-44E6-A6FE-BBDA835F709B}" srcOrd="0" destOrd="0" presId="urn:microsoft.com/office/officeart/2005/8/layout/hierarchy2"/>
    <dgm:cxn modelId="{03D3F55F-BFD3-44FB-8766-9BE817AA6D75}" type="presOf" srcId="{67F54912-D3BD-4D58-9E33-F0E7682DAB95}" destId="{EDC2AD8D-27BA-4200-BD04-8F34511E2930}" srcOrd="0" destOrd="0" presId="urn:microsoft.com/office/officeart/2005/8/layout/hierarchy2"/>
    <dgm:cxn modelId="{C0EB5862-133C-43FA-8443-6CCF49EC7ECC}" type="presOf" srcId="{C5564D13-D5F6-4700-A18D-144A67A0EBC9}" destId="{8A4D6533-500C-43B2-8FD3-8A7CB6EAE0BB}" srcOrd="1" destOrd="0" presId="urn:microsoft.com/office/officeart/2005/8/layout/hierarchy2"/>
    <dgm:cxn modelId="{1E19B145-B6B5-4F62-85B8-BA2F49AB5CC2}" srcId="{8FEA1C1D-AE0F-45D5-8A12-9CB290FFB751}" destId="{59ED2ED8-524D-4D82-BDF5-60FF1B1B049E}" srcOrd="1" destOrd="0" parTransId="{92F77A7F-7080-4D9B-8B63-1B9C2300FCD3}" sibTransId="{91FEC8A4-6FDD-4B52-8BBA-182FA7F18849}"/>
    <dgm:cxn modelId="{AF7A4D66-9A47-4D95-855B-D8B207481B5E}" type="presOf" srcId="{92F77A7F-7080-4D9B-8B63-1B9C2300FCD3}" destId="{87222351-91CE-4851-8E07-EEE0B37ADB7D}" srcOrd="1" destOrd="0" presId="urn:microsoft.com/office/officeart/2005/8/layout/hierarchy2"/>
    <dgm:cxn modelId="{737DC566-2C6C-45AF-A99A-1D12AFA3DA2D}" type="presOf" srcId="{808A8A6F-A229-4084-A68F-073EF8A13C4E}" destId="{09CE05AE-8047-4231-A6BC-D6AB06C301D4}" srcOrd="0" destOrd="0" presId="urn:microsoft.com/office/officeart/2005/8/layout/hierarchy2"/>
    <dgm:cxn modelId="{5CB0E767-F288-4C2B-814B-D79BA7A96504}" srcId="{59ED2ED8-524D-4D82-BDF5-60FF1B1B049E}" destId="{808A8A6F-A229-4084-A68F-073EF8A13C4E}" srcOrd="0" destOrd="0" parTransId="{24C10CBB-1873-403D-90E6-23115EC2FE11}" sibTransId="{BE358B5D-1A14-4F53-BDA2-E00B78AF7AB7}"/>
    <dgm:cxn modelId="{6B32F567-805D-4015-96A6-AD5932414B27}" type="presOf" srcId="{B4E13010-6201-40B8-B6B5-E936B522908E}" destId="{DF7570B6-5DAB-4F8D-A538-FDD406649B03}" srcOrd="1" destOrd="0" presId="urn:microsoft.com/office/officeart/2005/8/layout/hierarchy2"/>
    <dgm:cxn modelId="{CDB5FD47-67DC-45CC-92FE-E17161FA557B}" srcId="{EAA98F56-3D62-42B3-BD49-1CFEFAA969DC}" destId="{11F7193D-07D4-4ED0-94AF-7F17DCAA0BC1}" srcOrd="0" destOrd="0" parTransId="{C5564D13-D5F6-4700-A18D-144A67A0EBC9}" sibTransId="{6BD60958-CA0B-42C8-9568-D29495738D6E}"/>
    <dgm:cxn modelId="{5B47E668-A580-4F1E-B287-D06DC84270A0}" type="presOf" srcId="{44CAAB48-6384-4C68-B9CB-F2756997C2D0}" destId="{D93FFAA5-60CE-46E4-9571-57A69B588F3F}" srcOrd="0" destOrd="0" presId="urn:microsoft.com/office/officeart/2005/8/layout/hierarchy2"/>
    <dgm:cxn modelId="{3B329069-6A1E-4157-9D91-B1CE2B83ABD1}" srcId="{C265D9D8-330C-4F0D-8711-81B8FAE267EA}" destId="{FCFA320B-43D7-410C-97EB-F5E951200684}" srcOrd="0" destOrd="0" parTransId="{A185B9E8-F094-4DE5-AE1B-2C5623E62583}" sibTransId="{8CB98184-8775-4070-99A4-7A849B20B94D}"/>
    <dgm:cxn modelId="{817BC46B-72C5-40A9-AEAB-7BFF7B16A1C6}" type="presOf" srcId="{E57A1BAE-E508-4C29-A0F4-306B65B2C9CC}" destId="{F9ABFE28-8B5C-47B2-A80A-C6A5BFD627EE}" srcOrd="0" destOrd="0" presId="urn:microsoft.com/office/officeart/2005/8/layout/hierarchy2"/>
    <dgm:cxn modelId="{3FD7124C-1800-4252-B17A-BED0DDBA682E}" type="presOf" srcId="{CEC16957-6AE3-480F-AEC7-6C962B8BCFA3}" destId="{D69FE445-C356-493C-9A2B-5564943B091E}" srcOrd="1" destOrd="0" presId="urn:microsoft.com/office/officeart/2005/8/layout/hierarchy2"/>
    <dgm:cxn modelId="{0E71EB4E-E26D-4083-B519-35B919537FD9}" type="presOf" srcId="{18129362-9DAD-4987-9068-6671744EC350}" destId="{935DD1A3-6402-4D51-9C53-755E8889EA43}" srcOrd="0" destOrd="0" presId="urn:microsoft.com/office/officeart/2005/8/layout/hierarchy2"/>
    <dgm:cxn modelId="{9A52AE4F-0187-4610-A724-D0DB6EC45D12}" type="presOf" srcId="{44CAAB48-6384-4C68-B9CB-F2756997C2D0}" destId="{0746C872-1254-46B2-8A31-6B9A80D6FCBE}" srcOrd="1" destOrd="0" presId="urn:microsoft.com/office/officeart/2005/8/layout/hierarchy2"/>
    <dgm:cxn modelId="{75D10671-7A8B-4178-9EEA-B5E9F7AFB154}" type="presOf" srcId="{1333EB2A-4BBF-440A-9CDF-96F3CC12F4DC}" destId="{26D4287D-367A-4141-9491-5528F7CF9759}" srcOrd="0" destOrd="0" presId="urn:microsoft.com/office/officeart/2005/8/layout/hierarchy2"/>
    <dgm:cxn modelId="{93F7F071-2FC1-4548-87D1-770022AA2256}" type="presOf" srcId="{CE8F0361-C2D7-4D83-9C91-AD2975581A78}" destId="{E6753414-1813-42EA-9B1F-A9A39104442E}" srcOrd="0" destOrd="0" presId="urn:microsoft.com/office/officeart/2005/8/layout/hierarchy2"/>
    <dgm:cxn modelId="{209B0053-99FA-4D70-8EE4-2F4C869DBF34}" type="presOf" srcId="{24C10CBB-1873-403D-90E6-23115EC2FE11}" destId="{959CED18-06F4-4E30-88DD-1A21ACC176D4}" srcOrd="0" destOrd="0" presId="urn:microsoft.com/office/officeart/2005/8/layout/hierarchy2"/>
    <dgm:cxn modelId="{ED018473-01DA-408C-B21F-3805527D58A3}" type="presOf" srcId="{51204F48-D1E6-4FAF-B3C5-B3E814D81792}" destId="{4C721551-200F-41B9-883F-C9B8259D1DAA}" srcOrd="0" destOrd="0" presId="urn:microsoft.com/office/officeart/2005/8/layout/hierarchy2"/>
    <dgm:cxn modelId="{5C4E4554-BC0A-4EA0-A49A-93485A320850}" srcId="{C265D9D8-330C-4F0D-8711-81B8FAE267EA}" destId="{CE80775B-4BF8-4CAD-9905-4CBC94C2C95E}" srcOrd="2" destOrd="0" parTransId="{1333EB2A-4BBF-440A-9CDF-96F3CC12F4DC}" sibTransId="{D92278CF-DE52-473F-9459-9D4E79330862}"/>
    <dgm:cxn modelId="{3B106F54-C5E0-47C3-85C6-AD2C5164DD88}" type="presOf" srcId="{DA142B00-BD4C-4DF8-A41E-FD1FCE21E378}" destId="{581F2601-E3BC-4002-A8E5-9BAE2B0A599A}" srcOrd="0" destOrd="0" presId="urn:microsoft.com/office/officeart/2005/8/layout/hierarchy2"/>
    <dgm:cxn modelId="{99531F57-3120-41D4-A1AF-3668322482C7}" type="presOf" srcId="{22A4FFF0-1A6B-45E7-B900-29224FE97920}" destId="{CB8C7C4D-EB10-4990-977D-E220F7C83D37}" srcOrd="1" destOrd="0" presId="urn:microsoft.com/office/officeart/2005/8/layout/hierarchy2"/>
    <dgm:cxn modelId="{C253B25A-9A3F-4862-981D-3BCD87AC8388}" type="presOf" srcId="{EAA98F56-3D62-42B3-BD49-1CFEFAA969DC}" destId="{5A81D794-7DBF-4E4D-88EC-E712A95441CC}" srcOrd="0" destOrd="0" presId="urn:microsoft.com/office/officeart/2005/8/layout/hierarchy2"/>
    <dgm:cxn modelId="{EA42687B-FC0C-4C10-BE79-4839349CB68F}" type="presOf" srcId="{C5564D13-D5F6-4700-A18D-144A67A0EBC9}" destId="{8B97206A-0CBD-4171-AE5A-890C8FAC85ED}" srcOrd="0" destOrd="0" presId="urn:microsoft.com/office/officeart/2005/8/layout/hierarchy2"/>
    <dgm:cxn modelId="{5B52817C-0247-46A8-9715-EF2CFEA1916E}" type="presOf" srcId="{F92A87EC-B728-41DE-B78F-00BE9E3A1661}" destId="{CE4ADC2D-595C-4A13-9D6B-181AADA22493}" srcOrd="1" destOrd="0" presId="urn:microsoft.com/office/officeart/2005/8/layout/hierarchy2"/>
    <dgm:cxn modelId="{69820B87-6688-4B33-A982-A075E12AE71E}" srcId="{05E0C947-66B9-4AC3-891C-C2EBCB54EBF4}" destId="{6EFB34B3-5214-405B-8E12-4924F0312515}" srcOrd="0" destOrd="0" parTransId="{44CAAB48-6384-4C68-B9CB-F2756997C2D0}" sibTransId="{AE516389-8D5F-4A5E-A12B-5710677B05C6}"/>
    <dgm:cxn modelId="{B7DB4B87-4C9B-4F1C-A042-877887CE3A0B}" srcId="{CE80775B-4BF8-4CAD-9905-4CBC94C2C95E}" destId="{E57A1BAE-E508-4C29-A0F4-306B65B2C9CC}" srcOrd="0" destOrd="0" parTransId="{B4E13010-6201-40B8-B6B5-E936B522908E}" sibTransId="{BFC7A712-0C27-47B8-8384-448EA346CE15}"/>
    <dgm:cxn modelId="{AD2B598A-F3BD-4182-91E9-6B62338DEC96}" type="presOf" srcId="{CEC16957-6AE3-480F-AEC7-6C962B8BCFA3}" destId="{58E4393A-DEFA-493C-8FFD-2739EE210837}" srcOrd="0" destOrd="0" presId="urn:microsoft.com/office/officeart/2005/8/layout/hierarchy2"/>
    <dgm:cxn modelId="{6EBFA78A-A804-463E-8B87-1F10792CF120}" srcId="{E57A1BAE-E508-4C29-A0F4-306B65B2C9CC}" destId="{67F54912-D3BD-4D58-9E33-F0E7682DAB95}" srcOrd="0" destOrd="0" parTransId="{DA142B00-BD4C-4DF8-A41E-FD1FCE21E378}" sibTransId="{6078770A-65BC-49AC-9C03-D7E1EB5014E0}"/>
    <dgm:cxn modelId="{9999649C-5CC3-4A6A-B4A4-46E74A7B3D2B}" type="presOf" srcId="{9A466ED4-DEF6-4A9B-BC94-B826CB25EA97}" destId="{FF8C672D-BFFE-4E95-8993-F0F4F7F8D37D}" srcOrd="1" destOrd="0" presId="urn:microsoft.com/office/officeart/2005/8/layout/hierarchy2"/>
    <dgm:cxn modelId="{33055F9F-109C-4C57-85F8-F7B06AECA0D2}" srcId="{59ED2ED8-524D-4D82-BDF5-60FF1B1B049E}" destId="{EAA98F56-3D62-42B3-BD49-1CFEFAA969DC}" srcOrd="1" destOrd="0" parTransId="{19B80362-91CB-4101-8849-55070B783DCE}" sibTransId="{EFAF3BA1-E29D-48B0-8344-ABD022CAA07F}"/>
    <dgm:cxn modelId="{7CF503A3-5170-4C82-9895-5D9F1B12184D}" type="presOf" srcId="{19B80362-91CB-4101-8849-55070B783DCE}" destId="{B2316046-6BBE-46EC-8896-A08C9F07A3E4}" srcOrd="1" destOrd="0" presId="urn:microsoft.com/office/officeart/2005/8/layout/hierarchy2"/>
    <dgm:cxn modelId="{D0C81AA4-29C7-4A82-B256-FC58B40DD78F}" type="presOf" srcId="{48D77BA6-95C8-400C-954A-DD24DFDC5635}" destId="{044A2D71-91A8-447A-AAC5-7C16DD4D5DB6}" srcOrd="0" destOrd="0" presId="urn:microsoft.com/office/officeart/2005/8/layout/hierarchy2"/>
    <dgm:cxn modelId="{FB5B2FA4-F883-4E5E-9B55-463B230A146F}" type="presOf" srcId="{A185B9E8-F094-4DE5-AE1B-2C5623E62583}" destId="{1CE025C9-1E85-4535-91E5-2E6BE083D36D}" srcOrd="1" destOrd="0" presId="urn:microsoft.com/office/officeart/2005/8/layout/hierarchy2"/>
    <dgm:cxn modelId="{00DBB6A9-197F-447B-958E-6F074FD44039}" type="presOf" srcId="{C265D9D8-330C-4F0D-8711-81B8FAE267EA}" destId="{379F35F9-A98F-4779-8487-603728F7B1BB}" srcOrd="0" destOrd="0" presId="urn:microsoft.com/office/officeart/2005/8/layout/hierarchy2"/>
    <dgm:cxn modelId="{18BF65B0-73AD-4F64-AF8C-4692A91E7124}" type="presOf" srcId="{E2131605-1957-4477-ACF0-1332733FFA99}" destId="{F37FA197-B213-493A-AB57-2BA9B9B2E6A0}" srcOrd="0" destOrd="0" presId="urn:microsoft.com/office/officeart/2005/8/layout/hierarchy2"/>
    <dgm:cxn modelId="{9FF4A8B0-C96B-4B3C-8A82-6F3B76EC3A30}" type="presOf" srcId="{CE80775B-4BF8-4CAD-9905-4CBC94C2C95E}" destId="{B35D5392-8B7A-4D02-8A2A-EEE3B039A7B5}" srcOrd="0" destOrd="0" presId="urn:microsoft.com/office/officeart/2005/8/layout/hierarchy2"/>
    <dgm:cxn modelId="{D4CFA3B3-BA74-428B-B8F2-2A04A9ED585B}" type="presOf" srcId="{CE8F0361-C2D7-4D83-9C91-AD2975581A78}" destId="{CDE5D1CC-4C90-4369-BE5D-ECF90BD45D52}" srcOrd="1" destOrd="0" presId="urn:microsoft.com/office/officeart/2005/8/layout/hierarchy2"/>
    <dgm:cxn modelId="{DE39B7B7-12AB-4221-9E45-517C6BBE781F}" type="presOf" srcId="{8FEA1C1D-AE0F-45D5-8A12-9CB290FFB751}" destId="{880199A2-8F01-4ACD-9280-801E900CE619}" srcOrd="0" destOrd="0" presId="urn:microsoft.com/office/officeart/2005/8/layout/hierarchy2"/>
    <dgm:cxn modelId="{241191B8-17A5-4938-BE9A-EFC96DA15789}" srcId="{11F7193D-07D4-4ED0-94AF-7F17DCAA0BC1}" destId="{D9D65CB3-2061-4522-B5BC-EED829CAC0D4}" srcOrd="0" destOrd="0" parTransId="{F92A87EC-B728-41DE-B78F-00BE9E3A1661}" sibTransId="{0C39C2B7-ECB3-4818-B956-D94118CD9319}"/>
    <dgm:cxn modelId="{704D9DB8-3ADA-466F-8D27-023E46E231F8}" srcId="{6EFB34B3-5214-405B-8E12-4924F0312515}" destId="{992C62B9-1A7C-4A82-BA29-93C29B93E921}" srcOrd="1" destOrd="0" parTransId="{7A114FB4-59AC-41E0-B21A-D3CD31E3B88E}" sibTransId="{73C4DD55-D8B3-45B7-9684-24960CB70EE7}"/>
    <dgm:cxn modelId="{204277B9-3B02-4EEA-AAD1-EC0039FFC300}" type="presOf" srcId="{E2298996-4CA9-48DF-A325-C36BBBD2D98E}" destId="{89D82162-7D72-4EE0-AB8D-9325A00F917E}" srcOrd="0" destOrd="0" presId="urn:microsoft.com/office/officeart/2005/8/layout/hierarchy2"/>
    <dgm:cxn modelId="{27544FC5-A5EE-4D47-81E0-6FE2897CAEDB}" type="presOf" srcId="{992C62B9-1A7C-4A82-BA29-93C29B93E921}" destId="{11A55E94-13CB-4D4D-8456-8D2961649C35}" srcOrd="0" destOrd="0" presId="urn:microsoft.com/office/officeart/2005/8/layout/hierarchy2"/>
    <dgm:cxn modelId="{976BECC9-940E-4D7F-A55D-501A1C42CFF3}" type="presOf" srcId="{7A114FB4-59AC-41E0-B21A-D3CD31E3B88E}" destId="{65C7FB57-B29F-4530-B9F7-AB96EBF6C7E1}" srcOrd="1" destOrd="0" presId="urn:microsoft.com/office/officeart/2005/8/layout/hierarchy2"/>
    <dgm:cxn modelId="{B04645CC-2B90-455A-8C13-11E90210A614}" type="presOf" srcId="{7A114FB4-59AC-41E0-B21A-D3CD31E3B88E}" destId="{74DE8076-BD85-4485-9E01-F9721AB18017}" srcOrd="0" destOrd="0" presId="urn:microsoft.com/office/officeart/2005/8/layout/hierarchy2"/>
    <dgm:cxn modelId="{54F96DCD-D7B4-4297-BB72-B158F3D1B123}" type="presOf" srcId="{FCFA320B-43D7-410C-97EB-F5E951200684}" destId="{BC45CF6A-BE90-4F59-9088-F33D4422182A}" srcOrd="0" destOrd="0" presId="urn:microsoft.com/office/officeart/2005/8/layout/hierarchy2"/>
    <dgm:cxn modelId="{291418CE-2527-4677-8191-51738FBE05FA}" srcId="{808A8A6F-A229-4084-A68F-073EF8A13C4E}" destId="{05E0C947-66B9-4AC3-891C-C2EBCB54EBF4}" srcOrd="0" destOrd="0" parTransId="{22A4FFF0-1A6B-45E7-B900-29224FE97920}" sibTransId="{E1A075AA-DD92-42D2-95C8-5F4DFF91FDD7}"/>
    <dgm:cxn modelId="{8D243DCE-1CC5-4A17-82CC-4701B3318619}" srcId="{E57A1BAE-E508-4C29-A0F4-306B65B2C9CC}" destId="{18129362-9DAD-4987-9068-6671744EC350}" srcOrd="1" destOrd="0" parTransId="{9A466ED4-DEF6-4A9B-BC94-B826CB25EA97}" sibTransId="{A41872DF-9148-4E44-AC44-4DE72954E7D6}"/>
    <dgm:cxn modelId="{951327D2-B72D-4A91-BF31-5CD959E6A17D}" type="presOf" srcId="{102C5416-BC70-4464-B5D0-29B85D187FC5}" destId="{48653AD3-8996-4690-813D-B7088E8095DE}" srcOrd="1" destOrd="0" presId="urn:microsoft.com/office/officeart/2005/8/layout/hierarchy2"/>
    <dgm:cxn modelId="{C3FAE0D3-5D4F-415A-9180-96D3F565A7A1}" srcId="{D9D65CB3-2061-4522-B5BC-EED829CAC0D4}" destId="{E2298996-4CA9-48DF-A325-C36BBBD2D98E}" srcOrd="0" destOrd="0" parTransId="{102C5416-BC70-4464-B5D0-29B85D187FC5}" sibTransId="{025CE867-BD97-48C1-B23A-EFD700D99255}"/>
    <dgm:cxn modelId="{7977A5D6-FDC2-40B9-9B15-850CC33CA274}" type="presOf" srcId="{31241CBE-E1C8-42CA-8794-948A274626CD}" destId="{154A01FC-409E-4DAF-815E-CD37234C51D7}" srcOrd="0" destOrd="0" presId="urn:microsoft.com/office/officeart/2005/8/layout/hierarchy2"/>
    <dgm:cxn modelId="{62F774DE-A90C-433C-98CB-17941D22FA5F}" srcId="{E2131605-1957-4477-ACF0-1332733FFA99}" destId="{8FEA1C1D-AE0F-45D5-8A12-9CB290FFB751}" srcOrd="0" destOrd="0" parTransId="{106B84C4-568A-4764-BBD5-818F18BD4B0E}" sibTransId="{B14FFE91-9E88-4D22-9873-3EDE00046E93}"/>
    <dgm:cxn modelId="{07E927ED-B287-46B7-A0E8-A70B01782D2D}" type="presOf" srcId="{B4E13010-6201-40B8-B6B5-E936B522908E}" destId="{3B3FF396-2CA4-4E3A-8C2B-F58D2AEE57AA}" srcOrd="0" destOrd="0" presId="urn:microsoft.com/office/officeart/2005/8/layout/hierarchy2"/>
    <dgm:cxn modelId="{0856E3F7-E738-43CD-BBCD-11D4082D5440}" type="presOf" srcId="{D9D65CB3-2061-4522-B5BC-EED829CAC0D4}" destId="{83373590-DFF8-4A59-8D34-5372E5BD84D0}" srcOrd="0" destOrd="0" presId="urn:microsoft.com/office/officeart/2005/8/layout/hierarchy2"/>
    <dgm:cxn modelId="{39CA2CFB-CC33-40E2-A106-3974B0DB26F2}" type="presOf" srcId="{05E0C947-66B9-4AC3-891C-C2EBCB54EBF4}" destId="{8557FD6D-89FE-4993-8472-622DFAC30779}" srcOrd="0" destOrd="0" presId="urn:microsoft.com/office/officeart/2005/8/layout/hierarchy2"/>
    <dgm:cxn modelId="{3A2DE9FC-C139-436C-AA98-458D84D670FA}" type="presOf" srcId="{24C10CBB-1873-403D-90E6-23115EC2FE11}" destId="{2A335D2D-4947-4E04-9AFF-AD5BB0D97818}" srcOrd="1" destOrd="0" presId="urn:microsoft.com/office/officeart/2005/8/layout/hierarchy2"/>
    <dgm:cxn modelId="{F9CE0EBD-5495-4308-AE7D-64DE7E939571}" type="presParOf" srcId="{F37FA197-B213-493A-AB57-2BA9B9B2E6A0}" destId="{D790C55B-01FD-4824-AE11-5E4705220E7E}" srcOrd="0" destOrd="0" presId="urn:microsoft.com/office/officeart/2005/8/layout/hierarchy2"/>
    <dgm:cxn modelId="{1B22551B-8BC9-42FE-AD4C-F25C2E2649D1}" type="presParOf" srcId="{D790C55B-01FD-4824-AE11-5E4705220E7E}" destId="{880199A2-8F01-4ACD-9280-801E900CE619}" srcOrd="0" destOrd="0" presId="urn:microsoft.com/office/officeart/2005/8/layout/hierarchy2"/>
    <dgm:cxn modelId="{F28F9652-D287-4CA5-A56A-14CD2ABB8C79}" type="presParOf" srcId="{D790C55B-01FD-4824-AE11-5E4705220E7E}" destId="{916BD866-C77F-4880-9056-9049DC9CED54}" srcOrd="1" destOrd="0" presId="urn:microsoft.com/office/officeart/2005/8/layout/hierarchy2"/>
    <dgm:cxn modelId="{5E2262D6-FA44-4785-83F7-F4B2C1D9BBB2}" type="presParOf" srcId="{916BD866-C77F-4880-9056-9049DC9CED54}" destId="{E6753414-1813-42EA-9B1F-A9A39104442E}" srcOrd="0" destOrd="0" presId="urn:microsoft.com/office/officeart/2005/8/layout/hierarchy2"/>
    <dgm:cxn modelId="{B88D806F-8F7E-4F5C-A12C-9C4B95D20A6A}" type="presParOf" srcId="{E6753414-1813-42EA-9B1F-A9A39104442E}" destId="{CDE5D1CC-4C90-4369-BE5D-ECF90BD45D52}" srcOrd="0" destOrd="0" presId="urn:microsoft.com/office/officeart/2005/8/layout/hierarchy2"/>
    <dgm:cxn modelId="{875B690B-F45C-4B50-B8C5-6958526A9F75}" type="presParOf" srcId="{916BD866-C77F-4880-9056-9049DC9CED54}" destId="{1C29656A-5E0F-432E-B74D-3D0AB37C5595}" srcOrd="1" destOrd="0" presId="urn:microsoft.com/office/officeart/2005/8/layout/hierarchy2"/>
    <dgm:cxn modelId="{E6F9FF1A-6D1F-4BAD-ACF4-546AAF74822D}" type="presParOf" srcId="{1C29656A-5E0F-432E-B74D-3D0AB37C5595}" destId="{379F35F9-A98F-4779-8487-603728F7B1BB}" srcOrd="0" destOrd="0" presId="urn:microsoft.com/office/officeart/2005/8/layout/hierarchy2"/>
    <dgm:cxn modelId="{888F284C-F546-4CC3-AAA6-3A84030DEA87}" type="presParOf" srcId="{1C29656A-5E0F-432E-B74D-3D0AB37C5595}" destId="{FB415E07-78FB-49C2-936D-6E63C03F9FE7}" srcOrd="1" destOrd="0" presId="urn:microsoft.com/office/officeart/2005/8/layout/hierarchy2"/>
    <dgm:cxn modelId="{49824215-FEC3-4576-8012-86C8CDD12574}" type="presParOf" srcId="{FB415E07-78FB-49C2-936D-6E63C03F9FE7}" destId="{A4E0324C-1EEC-4F42-9ACC-170AEFE253FA}" srcOrd="0" destOrd="0" presId="urn:microsoft.com/office/officeart/2005/8/layout/hierarchy2"/>
    <dgm:cxn modelId="{3EED6CEA-89EC-4D2E-A1B0-A0116D63E196}" type="presParOf" srcId="{A4E0324C-1EEC-4F42-9ACC-170AEFE253FA}" destId="{1CE025C9-1E85-4535-91E5-2E6BE083D36D}" srcOrd="0" destOrd="0" presId="urn:microsoft.com/office/officeart/2005/8/layout/hierarchy2"/>
    <dgm:cxn modelId="{3B8A6789-9158-42D2-B177-508D3A6E180E}" type="presParOf" srcId="{FB415E07-78FB-49C2-936D-6E63C03F9FE7}" destId="{734AACCE-85AE-457E-BE31-325D458C923C}" srcOrd="1" destOrd="0" presId="urn:microsoft.com/office/officeart/2005/8/layout/hierarchy2"/>
    <dgm:cxn modelId="{B96A96F2-B465-464B-84B4-C64CCC2A2754}" type="presParOf" srcId="{734AACCE-85AE-457E-BE31-325D458C923C}" destId="{BC45CF6A-BE90-4F59-9088-F33D4422182A}" srcOrd="0" destOrd="0" presId="urn:microsoft.com/office/officeart/2005/8/layout/hierarchy2"/>
    <dgm:cxn modelId="{B2A5CFC6-85F4-44F3-855B-9FECEF52910D}" type="presParOf" srcId="{734AACCE-85AE-457E-BE31-325D458C923C}" destId="{EF7FD225-3B67-41B1-A80B-9465E68FA535}" srcOrd="1" destOrd="0" presId="urn:microsoft.com/office/officeart/2005/8/layout/hierarchy2"/>
    <dgm:cxn modelId="{341EA370-C5AD-42FD-B63D-B71E7AD5640C}" type="presParOf" srcId="{FB415E07-78FB-49C2-936D-6E63C03F9FE7}" destId="{EC644747-C00F-410B-BBA2-76721297DAE0}" srcOrd="2" destOrd="0" presId="urn:microsoft.com/office/officeart/2005/8/layout/hierarchy2"/>
    <dgm:cxn modelId="{B02C38F8-88C4-4D1A-9785-CE58CB6B8F78}" type="presParOf" srcId="{EC644747-C00F-410B-BBA2-76721297DAE0}" destId="{D37C32E6-5A45-4970-9659-5ADC36DFF3AC}" srcOrd="0" destOrd="0" presId="urn:microsoft.com/office/officeart/2005/8/layout/hierarchy2"/>
    <dgm:cxn modelId="{D205D698-2558-4B34-B3FA-6F1F9FD9327D}" type="presParOf" srcId="{FB415E07-78FB-49C2-936D-6E63C03F9FE7}" destId="{3D722613-3C2D-4FD2-A200-77C971BCD065}" srcOrd="3" destOrd="0" presId="urn:microsoft.com/office/officeart/2005/8/layout/hierarchy2"/>
    <dgm:cxn modelId="{BC0CA780-50BC-4FDF-9E9D-CDBEBB374E2F}" type="presParOf" srcId="{3D722613-3C2D-4FD2-A200-77C971BCD065}" destId="{044A2D71-91A8-447A-AAC5-7C16DD4D5DB6}" srcOrd="0" destOrd="0" presId="urn:microsoft.com/office/officeart/2005/8/layout/hierarchy2"/>
    <dgm:cxn modelId="{02E85EE2-2CF7-4FEA-9450-D06515411876}" type="presParOf" srcId="{3D722613-3C2D-4FD2-A200-77C971BCD065}" destId="{003794F0-5025-4283-B2F7-70CBE3AA253C}" srcOrd="1" destOrd="0" presId="urn:microsoft.com/office/officeart/2005/8/layout/hierarchy2"/>
    <dgm:cxn modelId="{D5C4D489-1957-485E-AA3B-C7A0181C5514}" type="presParOf" srcId="{FB415E07-78FB-49C2-936D-6E63C03F9FE7}" destId="{26D4287D-367A-4141-9491-5528F7CF9759}" srcOrd="4" destOrd="0" presId="urn:microsoft.com/office/officeart/2005/8/layout/hierarchy2"/>
    <dgm:cxn modelId="{ACE3411C-3EC7-4C9F-AB23-34AF62D40E57}" type="presParOf" srcId="{26D4287D-367A-4141-9491-5528F7CF9759}" destId="{C6BE79D8-1095-483D-BD29-260FBAF3F265}" srcOrd="0" destOrd="0" presId="urn:microsoft.com/office/officeart/2005/8/layout/hierarchy2"/>
    <dgm:cxn modelId="{22814CEC-DC0D-48FA-A7B2-FBDCD07B318F}" type="presParOf" srcId="{FB415E07-78FB-49C2-936D-6E63C03F9FE7}" destId="{4780AE6D-EABD-48CE-8A33-B876DE50A04F}" srcOrd="5" destOrd="0" presId="urn:microsoft.com/office/officeart/2005/8/layout/hierarchy2"/>
    <dgm:cxn modelId="{1271786C-DAF0-434A-A450-E0242926BBAE}" type="presParOf" srcId="{4780AE6D-EABD-48CE-8A33-B876DE50A04F}" destId="{B35D5392-8B7A-4D02-8A2A-EEE3B039A7B5}" srcOrd="0" destOrd="0" presId="urn:microsoft.com/office/officeart/2005/8/layout/hierarchy2"/>
    <dgm:cxn modelId="{985291FE-B639-474C-978A-EBFE85E0E269}" type="presParOf" srcId="{4780AE6D-EABD-48CE-8A33-B876DE50A04F}" destId="{7DECF57F-3209-4A36-9985-0FEF69D49467}" srcOrd="1" destOrd="0" presId="urn:microsoft.com/office/officeart/2005/8/layout/hierarchy2"/>
    <dgm:cxn modelId="{9D10A757-D051-4741-814C-BF51047722DE}" type="presParOf" srcId="{7DECF57F-3209-4A36-9985-0FEF69D49467}" destId="{3B3FF396-2CA4-4E3A-8C2B-F58D2AEE57AA}" srcOrd="0" destOrd="0" presId="urn:microsoft.com/office/officeart/2005/8/layout/hierarchy2"/>
    <dgm:cxn modelId="{DEE39509-511A-44B2-BB25-A5BF15A783AF}" type="presParOf" srcId="{3B3FF396-2CA4-4E3A-8C2B-F58D2AEE57AA}" destId="{DF7570B6-5DAB-4F8D-A538-FDD406649B03}" srcOrd="0" destOrd="0" presId="urn:microsoft.com/office/officeart/2005/8/layout/hierarchy2"/>
    <dgm:cxn modelId="{4AA4E075-BCBB-4F2D-AFE4-06C7A52973CC}" type="presParOf" srcId="{7DECF57F-3209-4A36-9985-0FEF69D49467}" destId="{2F33DFE3-17F4-4FEC-8F9D-D469B2F9EBD1}" srcOrd="1" destOrd="0" presId="urn:microsoft.com/office/officeart/2005/8/layout/hierarchy2"/>
    <dgm:cxn modelId="{2B630CD2-07B4-4BE6-8496-05084BB7AD93}" type="presParOf" srcId="{2F33DFE3-17F4-4FEC-8F9D-D469B2F9EBD1}" destId="{F9ABFE28-8B5C-47B2-A80A-C6A5BFD627EE}" srcOrd="0" destOrd="0" presId="urn:microsoft.com/office/officeart/2005/8/layout/hierarchy2"/>
    <dgm:cxn modelId="{D8297304-2138-41BA-A9EF-A787059DC17B}" type="presParOf" srcId="{2F33DFE3-17F4-4FEC-8F9D-D469B2F9EBD1}" destId="{3626BC7B-893E-411F-9CB9-842614815291}" srcOrd="1" destOrd="0" presId="urn:microsoft.com/office/officeart/2005/8/layout/hierarchy2"/>
    <dgm:cxn modelId="{F52981A9-D646-463C-BF64-7B68B27CA25F}" type="presParOf" srcId="{3626BC7B-893E-411F-9CB9-842614815291}" destId="{581F2601-E3BC-4002-A8E5-9BAE2B0A599A}" srcOrd="0" destOrd="0" presId="urn:microsoft.com/office/officeart/2005/8/layout/hierarchy2"/>
    <dgm:cxn modelId="{277D0B03-21A7-402E-BF71-06410B3B2BA5}" type="presParOf" srcId="{581F2601-E3BC-4002-A8E5-9BAE2B0A599A}" destId="{607C713C-DC76-438C-AE24-10083066EE5F}" srcOrd="0" destOrd="0" presId="urn:microsoft.com/office/officeart/2005/8/layout/hierarchy2"/>
    <dgm:cxn modelId="{FB7D914C-44B7-4FCE-85FC-9ED3DEE9CBA8}" type="presParOf" srcId="{3626BC7B-893E-411F-9CB9-842614815291}" destId="{3AFCA3FC-4737-4B13-A0E5-1E822BA54E93}" srcOrd="1" destOrd="0" presId="urn:microsoft.com/office/officeart/2005/8/layout/hierarchy2"/>
    <dgm:cxn modelId="{25D5EBE1-708C-4504-85B6-E5C0A8796781}" type="presParOf" srcId="{3AFCA3FC-4737-4B13-A0E5-1E822BA54E93}" destId="{EDC2AD8D-27BA-4200-BD04-8F34511E2930}" srcOrd="0" destOrd="0" presId="urn:microsoft.com/office/officeart/2005/8/layout/hierarchy2"/>
    <dgm:cxn modelId="{D3709092-7148-4407-BF37-975747966C31}" type="presParOf" srcId="{3AFCA3FC-4737-4B13-A0E5-1E822BA54E93}" destId="{AB925DD3-C4A4-41BC-BFF7-08108B709E1F}" srcOrd="1" destOrd="0" presId="urn:microsoft.com/office/officeart/2005/8/layout/hierarchy2"/>
    <dgm:cxn modelId="{3DB6AC19-A585-44BC-BAA3-5F1FBD0A1CBC}" type="presParOf" srcId="{3626BC7B-893E-411F-9CB9-842614815291}" destId="{3D4C7277-AAB1-4F46-B9D4-763B04FC76BB}" srcOrd="2" destOrd="0" presId="urn:microsoft.com/office/officeart/2005/8/layout/hierarchy2"/>
    <dgm:cxn modelId="{29D8661A-705D-4595-911F-C22AC1EB3495}" type="presParOf" srcId="{3D4C7277-AAB1-4F46-B9D4-763B04FC76BB}" destId="{FF8C672D-BFFE-4E95-8993-F0F4F7F8D37D}" srcOrd="0" destOrd="0" presId="urn:microsoft.com/office/officeart/2005/8/layout/hierarchy2"/>
    <dgm:cxn modelId="{0DC36613-588B-40FB-8916-2E778F3FE8ED}" type="presParOf" srcId="{3626BC7B-893E-411F-9CB9-842614815291}" destId="{BE809331-75A5-46A8-9EEE-8D6D4849621C}" srcOrd="3" destOrd="0" presId="urn:microsoft.com/office/officeart/2005/8/layout/hierarchy2"/>
    <dgm:cxn modelId="{6CFF2C8A-2E8F-42C7-9B9A-8BBD01BB2EF0}" type="presParOf" srcId="{BE809331-75A5-46A8-9EEE-8D6D4849621C}" destId="{935DD1A3-6402-4D51-9C53-755E8889EA43}" srcOrd="0" destOrd="0" presId="urn:microsoft.com/office/officeart/2005/8/layout/hierarchy2"/>
    <dgm:cxn modelId="{E6137896-5B97-41AC-922A-52E7D4F95BD7}" type="presParOf" srcId="{BE809331-75A5-46A8-9EEE-8D6D4849621C}" destId="{EA628EDE-E1F7-4D71-B473-CB0F55316BCA}" srcOrd="1" destOrd="0" presId="urn:microsoft.com/office/officeart/2005/8/layout/hierarchy2"/>
    <dgm:cxn modelId="{083A65D5-DBFD-4643-89CC-6F27349F2987}" type="presParOf" srcId="{916BD866-C77F-4880-9056-9049DC9CED54}" destId="{9F2E5998-945F-4057-8BF9-CDE14F8AD004}" srcOrd="2" destOrd="0" presId="urn:microsoft.com/office/officeart/2005/8/layout/hierarchy2"/>
    <dgm:cxn modelId="{51E282B5-A8C6-437F-AD28-0AE45E4B198D}" type="presParOf" srcId="{9F2E5998-945F-4057-8BF9-CDE14F8AD004}" destId="{87222351-91CE-4851-8E07-EEE0B37ADB7D}" srcOrd="0" destOrd="0" presId="urn:microsoft.com/office/officeart/2005/8/layout/hierarchy2"/>
    <dgm:cxn modelId="{7FA147AF-4C23-461B-A690-58293A3A8A7B}" type="presParOf" srcId="{916BD866-C77F-4880-9056-9049DC9CED54}" destId="{4CEE6B05-B973-4442-8539-4650FA662C0B}" srcOrd="3" destOrd="0" presId="urn:microsoft.com/office/officeart/2005/8/layout/hierarchy2"/>
    <dgm:cxn modelId="{9059F02C-1952-4E0C-A2A1-B6B058BFE4C9}" type="presParOf" srcId="{4CEE6B05-B973-4442-8539-4650FA662C0B}" destId="{2AABE426-D2CD-4D66-B2BF-9753D969F08F}" srcOrd="0" destOrd="0" presId="urn:microsoft.com/office/officeart/2005/8/layout/hierarchy2"/>
    <dgm:cxn modelId="{9C112D4A-492C-46CB-A9E4-3195C2A559C5}" type="presParOf" srcId="{4CEE6B05-B973-4442-8539-4650FA662C0B}" destId="{8F75174D-234A-45F3-8C04-CC7B8FBAE579}" srcOrd="1" destOrd="0" presId="urn:microsoft.com/office/officeart/2005/8/layout/hierarchy2"/>
    <dgm:cxn modelId="{B0FC611B-E993-4F67-93FB-39BB488F1BA4}" type="presParOf" srcId="{8F75174D-234A-45F3-8C04-CC7B8FBAE579}" destId="{959CED18-06F4-4E30-88DD-1A21ACC176D4}" srcOrd="0" destOrd="0" presId="urn:microsoft.com/office/officeart/2005/8/layout/hierarchy2"/>
    <dgm:cxn modelId="{AB0788F5-D0A5-4C30-94BE-594387922987}" type="presParOf" srcId="{959CED18-06F4-4E30-88DD-1A21ACC176D4}" destId="{2A335D2D-4947-4E04-9AFF-AD5BB0D97818}" srcOrd="0" destOrd="0" presId="urn:microsoft.com/office/officeart/2005/8/layout/hierarchy2"/>
    <dgm:cxn modelId="{CBCF4C9A-2830-4197-B81D-995D4E6C0BDF}" type="presParOf" srcId="{8F75174D-234A-45F3-8C04-CC7B8FBAE579}" destId="{BF023522-4BE5-469B-8BCA-FCA235F36AC2}" srcOrd="1" destOrd="0" presId="urn:microsoft.com/office/officeart/2005/8/layout/hierarchy2"/>
    <dgm:cxn modelId="{1335F8C7-0CF4-4550-8C90-D6054C402D77}" type="presParOf" srcId="{BF023522-4BE5-469B-8BCA-FCA235F36AC2}" destId="{09CE05AE-8047-4231-A6BC-D6AB06C301D4}" srcOrd="0" destOrd="0" presId="urn:microsoft.com/office/officeart/2005/8/layout/hierarchy2"/>
    <dgm:cxn modelId="{B972C89A-B354-46E7-9916-0A11DADBC669}" type="presParOf" srcId="{BF023522-4BE5-469B-8BCA-FCA235F36AC2}" destId="{2E697F86-98B7-47EA-BF2C-3D5C7640854C}" srcOrd="1" destOrd="0" presId="urn:microsoft.com/office/officeart/2005/8/layout/hierarchy2"/>
    <dgm:cxn modelId="{D188BF2D-2734-4001-BE34-2CB6E4FC21EA}" type="presParOf" srcId="{2E697F86-98B7-47EA-BF2C-3D5C7640854C}" destId="{28160825-3C65-475C-BA6A-2212928607ED}" srcOrd="0" destOrd="0" presId="urn:microsoft.com/office/officeart/2005/8/layout/hierarchy2"/>
    <dgm:cxn modelId="{377406B6-CC4B-4036-9683-3EA4EABA6437}" type="presParOf" srcId="{28160825-3C65-475C-BA6A-2212928607ED}" destId="{CB8C7C4D-EB10-4990-977D-E220F7C83D37}" srcOrd="0" destOrd="0" presId="urn:microsoft.com/office/officeart/2005/8/layout/hierarchy2"/>
    <dgm:cxn modelId="{3D408495-9EE8-41D7-82D0-F16A872CC0C7}" type="presParOf" srcId="{2E697F86-98B7-47EA-BF2C-3D5C7640854C}" destId="{5823B8AA-9925-4410-81F9-823D4F63F6C0}" srcOrd="1" destOrd="0" presId="urn:microsoft.com/office/officeart/2005/8/layout/hierarchy2"/>
    <dgm:cxn modelId="{FCCD32DC-5BF6-4AE7-BA0F-BA1D3027EFD5}" type="presParOf" srcId="{5823B8AA-9925-4410-81F9-823D4F63F6C0}" destId="{8557FD6D-89FE-4993-8472-622DFAC30779}" srcOrd="0" destOrd="0" presId="urn:microsoft.com/office/officeart/2005/8/layout/hierarchy2"/>
    <dgm:cxn modelId="{35471944-88C1-4A35-8913-34C84B5D3FC3}" type="presParOf" srcId="{5823B8AA-9925-4410-81F9-823D4F63F6C0}" destId="{8A709C4E-ACE4-4D07-B5F3-01728D6B37D5}" srcOrd="1" destOrd="0" presId="urn:microsoft.com/office/officeart/2005/8/layout/hierarchy2"/>
    <dgm:cxn modelId="{0472A401-7103-4F8E-8FD2-8A6C08F29904}" type="presParOf" srcId="{8A709C4E-ACE4-4D07-B5F3-01728D6B37D5}" destId="{D93FFAA5-60CE-46E4-9571-57A69B588F3F}" srcOrd="0" destOrd="0" presId="urn:microsoft.com/office/officeart/2005/8/layout/hierarchy2"/>
    <dgm:cxn modelId="{E5389D8A-56B3-4096-A85B-F5E072A856B2}" type="presParOf" srcId="{D93FFAA5-60CE-46E4-9571-57A69B588F3F}" destId="{0746C872-1254-46B2-8A31-6B9A80D6FCBE}" srcOrd="0" destOrd="0" presId="urn:microsoft.com/office/officeart/2005/8/layout/hierarchy2"/>
    <dgm:cxn modelId="{3632EFEF-BB25-4B16-8844-D42D59955752}" type="presParOf" srcId="{8A709C4E-ACE4-4D07-B5F3-01728D6B37D5}" destId="{5CBBF0B4-32CC-40D9-A397-D24E8ADBCFEB}" srcOrd="1" destOrd="0" presId="urn:microsoft.com/office/officeart/2005/8/layout/hierarchy2"/>
    <dgm:cxn modelId="{9D69E9F1-5314-42BD-889D-219F8D609B4B}" type="presParOf" srcId="{5CBBF0B4-32CC-40D9-A397-D24E8ADBCFEB}" destId="{15789AB0-5D12-4879-9829-F602A634090E}" srcOrd="0" destOrd="0" presId="urn:microsoft.com/office/officeart/2005/8/layout/hierarchy2"/>
    <dgm:cxn modelId="{E36AB799-11B6-482F-A869-43CA5EFD97D0}" type="presParOf" srcId="{5CBBF0B4-32CC-40D9-A397-D24E8ADBCFEB}" destId="{4D9DF267-F7EA-4C8B-8EA1-D07E6001C538}" srcOrd="1" destOrd="0" presId="urn:microsoft.com/office/officeart/2005/8/layout/hierarchy2"/>
    <dgm:cxn modelId="{AE079842-0554-4EC8-9074-088D399D84F5}" type="presParOf" srcId="{4D9DF267-F7EA-4C8B-8EA1-D07E6001C538}" destId="{4C721551-200F-41B9-883F-C9B8259D1DAA}" srcOrd="0" destOrd="0" presId="urn:microsoft.com/office/officeart/2005/8/layout/hierarchy2"/>
    <dgm:cxn modelId="{3EBA6D70-A376-491D-A202-E58AD345FBD0}" type="presParOf" srcId="{4C721551-200F-41B9-883F-C9B8259D1DAA}" destId="{AD7EE8DE-01FA-4A59-93FA-D5380D4F27D2}" srcOrd="0" destOrd="0" presId="urn:microsoft.com/office/officeart/2005/8/layout/hierarchy2"/>
    <dgm:cxn modelId="{D96573D4-02DF-454D-AE42-C921881D3A3F}" type="presParOf" srcId="{4D9DF267-F7EA-4C8B-8EA1-D07E6001C538}" destId="{5CEE941E-26B1-4D87-B89B-DED6599C710C}" srcOrd="1" destOrd="0" presId="urn:microsoft.com/office/officeart/2005/8/layout/hierarchy2"/>
    <dgm:cxn modelId="{1B8D0CD8-A2A4-438D-A591-8FD0506276A0}" type="presParOf" srcId="{5CEE941E-26B1-4D87-B89B-DED6599C710C}" destId="{C2C44832-4DE9-4AFA-A73A-D26C37F05F51}" srcOrd="0" destOrd="0" presId="urn:microsoft.com/office/officeart/2005/8/layout/hierarchy2"/>
    <dgm:cxn modelId="{A6F288BA-BD4A-4CA5-A637-B67CB2364FA8}" type="presParOf" srcId="{5CEE941E-26B1-4D87-B89B-DED6599C710C}" destId="{1DCE3E5D-CA06-48A5-B171-93617066BD1B}" srcOrd="1" destOrd="0" presId="urn:microsoft.com/office/officeart/2005/8/layout/hierarchy2"/>
    <dgm:cxn modelId="{3C80FC91-1925-4A91-BECF-5E8697D48C02}" type="presParOf" srcId="{4D9DF267-F7EA-4C8B-8EA1-D07E6001C538}" destId="{74DE8076-BD85-4485-9E01-F9721AB18017}" srcOrd="2" destOrd="0" presId="urn:microsoft.com/office/officeart/2005/8/layout/hierarchy2"/>
    <dgm:cxn modelId="{8682961F-4BFA-4035-895B-A112E4097EAD}" type="presParOf" srcId="{74DE8076-BD85-4485-9E01-F9721AB18017}" destId="{65C7FB57-B29F-4530-B9F7-AB96EBF6C7E1}" srcOrd="0" destOrd="0" presId="urn:microsoft.com/office/officeart/2005/8/layout/hierarchy2"/>
    <dgm:cxn modelId="{3E3C8184-2D41-4C81-920C-DE4323EB5C13}" type="presParOf" srcId="{4D9DF267-F7EA-4C8B-8EA1-D07E6001C538}" destId="{7C3FBF29-9207-485A-93F3-B891485E6201}" srcOrd="3" destOrd="0" presId="urn:microsoft.com/office/officeart/2005/8/layout/hierarchy2"/>
    <dgm:cxn modelId="{47C90D02-F8B7-40BB-99BE-DD70F867E714}" type="presParOf" srcId="{7C3FBF29-9207-485A-93F3-B891485E6201}" destId="{11A55E94-13CB-4D4D-8456-8D2961649C35}" srcOrd="0" destOrd="0" presId="urn:microsoft.com/office/officeart/2005/8/layout/hierarchy2"/>
    <dgm:cxn modelId="{79FB9C45-F1FE-4585-86EC-550C9BDBB337}" type="presParOf" srcId="{7C3FBF29-9207-485A-93F3-B891485E6201}" destId="{A55851C1-2A2D-4848-8DC4-BE3DE9DF55CA}" srcOrd="1" destOrd="0" presId="urn:microsoft.com/office/officeart/2005/8/layout/hierarchy2"/>
    <dgm:cxn modelId="{C2829379-3F41-4073-8DFF-6AF647D021E2}" type="presParOf" srcId="{8F75174D-234A-45F3-8C04-CC7B8FBAE579}" destId="{45CDB868-D405-44E6-A6FE-BBDA835F709B}" srcOrd="2" destOrd="0" presId="urn:microsoft.com/office/officeart/2005/8/layout/hierarchy2"/>
    <dgm:cxn modelId="{15B7B933-F880-400B-BBDA-29C718536B49}" type="presParOf" srcId="{45CDB868-D405-44E6-A6FE-BBDA835F709B}" destId="{B2316046-6BBE-46EC-8896-A08C9F07A3E4}" srcOrd="0" destOrd="0" presId="urn:microsoft.com/office/officeart/2005/8/layout/hierarchy2"/>
    <dgm:cxn modelId="{A2266FEA-844D-487E-BE77-1FBCE58BD99E}" type="presParOf" srcId="{8F75174D-234A-45F3-8C04-CC7B8FBAE579}" destId="{C011C0C0-0D0D-4D82-8A8A-CC18EA697B17}" srcOrd="3" destOrd="0" presId="urn:microsoft.com/office/officeart/2005/8/layout/hierarchy2"/>
    <dgm:cxn modelId="{E28155DC-C64B-46CE-AD41-5EE28E16C144}" type="presParOf" srcId="{C011C0C0-0D0D-4D82-8A8A-CC18EA697B17}" destId="{5A81D794-7DBF-4E4D-88EC-E712A95441CC}" srcOrd="0" destOrd="0" presId="urn:microsoft.com/office/officeart/2005/8/layout/hierarchy2"/>
    <dgm:cxn modelId="{A9E4C815-0EE9-4186-88EC-DD649A739A8B}" type="presParOf" srcId="{C011C0C0-0D0D-4D82-8A8A-CC18EA697B17}" destId="{8A7494B4-E24F-4FA8-A5C7-47B7AC6850D2}" srcOrd="1" destOrd="0" presId="urn:microsoft.com/office/officeart/2005/8/layout/hierarchy2"/>
    <dgm:cxn modelId="{BAA24010-F204-4486-B643-A21194E14C34}" type="presParOf" srcId="{8A7494B4-E24F-4FA8-A5C7-47B7AC6850D2}" destId="{8B97206A-0CBD-4171-AE5A-890C8FAC85ED}" srcOrd="0" destOrd="0" presId="urn:microsoft.com/office/officeart/2005/8/layout/hierarchy2"/>
    <dgm:cxn modelId="{57CC6B0D-D92A-466A-86AA-9E16A4C5A57D}" type="presParOf" srcId="{8B97206A-0CBD-4171-AE5A-890C8FAC85ED}" destId="{8A4D6533-500C-43B2-8FD3-8A7CB6EAE0BB}" srcOrd="0" destOrd="0" presId="urn:microsoft.com/office/officeart/2005/8/layout/hierarchy2"/>
    <dgm:cxn modelId="{C9D12637-E943-4655-B881-407C68AC2FAD}" type="presParOf" srcId="{8A7494B4-E24F-4FA8-A5C7-47B7AC6850D2}" destId="{F972572C-D5DA-42C0-AC85-DF505E74B4AC}" srcOrd="1" destOrd="0" presId="urn:microsoft.com/office/officeart/2005/8/layout/hierarchy2"/>
    <dgm:cxn modelId="{22F24931-1C59-46B7-8DF4-66B55C0F6087}" type="presParOf" srcId="{F972572C-D5DA-42C0-AC85-DF505E74B4AC}" destId="{D3DF127C-7B35-489F-AAE8-C63C27F14E6D}" srcOrd="0" destOrd="0" presId="urn:microsoft.com/office/officeart/2005/8/layout/hierarchy2"/>
    <dgm:cxn modelId="{8F30081F-0C2F-47BD-9760-4D90D979C953}" type="presParOf" srcId="{F972572C-D5DA-42C0-AC85-DF505E74B4AC}" destId="{9CAEE12C-C441-4CB8-9AE9-21F9A032D681}" srcOrd="1" destOrd="0" presId="urn:microsoft.com/office/officeart/2005/8/layout/hierarchy2"/>
    <dgm:cxn modelId="{57C12943-2FFA-4DED-A3CC-67E90C21E09A}" type="presParOf" srcId="{9CAEE12C-C441-4CB8-9AE9-21F9A032D681}" destId="{BE9E361E-5506-44E9-A9C3-DFEFA246B3C8}" srcOrd="0" destOrd="0" presId="urn:microsoft.com/office/officeart/2005/8/layout/hierarchy2"/>
    <dgm:cxn modelId="{586BC732-3796-43FA-A0A2-7CDECB853B2D}" type="presParOf" srcId="{BE9E361E-5506-44E9-A9C3-DFEFA246B3C8}" destId="{CE4ADC2D-595C-4A13-9D6B-181AADA22493}" srcOrd="0" destOrd="0" presId="urn:microsoft.com/office/officeart/2005/8/layout/hierarchy2"/>
    <dgm:cxn modelId="{108923E3-524F-4D02-8D3B-5F32C4957729}" type="presParOf" srcId="{9CAEE12C-C441-4CB8-9AE9-21F9A032D681}" destId="{64455FE9-F0F3-4D61-ABC9-B81A23CCA4E1}" srcOrd="1" destOrd="0" presId="urn:microsoft.com/office/officeart/2005/8/layout/hierarchy2"/>
    <dgm:cxn modelId="{F3243635-462B-4ED6-AB8A-D0E8EAC3DDFB}" type="presParOf" srcId="{64455FE9-F0F3-4D61-ABC9-B81A23CCA4E1}" destId="{83373590-DFF8-4A59-8D34-5372E5BD84D0}" srcOrd="0" destOrd="0" presId="urn:microsoft.com/office/officeart/2005/8/layout/hierarchy2"/>
    <dgm:cxn modelId="{415F709D-2350-4251-B41D-4C7DE3C228D8}" type="presParOf" srcId="{64455FE9-F0F3-4D61-ABC9-B81A23CCA4E1}" destId="{9A951520-7891-40ED-8A55-DD2EB34C10AF}" srcOrd="1" destOrd="0" presId="urn:microsoft.com/office/officeart/2005/8/layout/hierarchy2"/>
    <dgm:cxn modelId="{AE0D089A-9653-4ECA-8BDF-A820EC1DE432}" type="presParOf" srcId="{9A951520-7891-40ED-8A55-DD2EB34C10AF}" destId="{933E37BA-8C5C-46C4-BEC5-8CA748BE1E17}" srcOrd="0" destOrd="0" presId="urn:microsoft.com/office/officeart/2005/8/layout/hierarchy2"/>
    <dgm:cxn modelId="{D52DF493-642E-4C6C-93F4-FDEA1E0F1769}" type="presParOf" srcId="{933E37BA-8C5C-46C4-BEC5-8CA748BE1E17}" destId="{48653AD3-8996-4690-813D-B7088E8095DE}" srcOrd="0" destOrd="0" presId="urn:microsoft.com/office/officeart/2005/8/layout/hierarchy2"/>
    <dgm:cxn modelId="{0951BCFC-DFF8-48D3-B3E7-2BD7E92153AD}" type="presParOf" srcId="{9A951520-7891-40ED-8A55-DD2EB34C10AF}" destId="{CC64147D-F1DC-4711-BC7E-998E0FA49672}" srcOrd="1" destOrd="0" presId="urn:microsoft.com/office/officeart/2005/8/layout/hierarchy2"/>
    <dgm:cxn modelId="{6403E9BA-0DA6-4E50-BF79-B506956A4669}" type="presParOf" srcId="{CC64147D-F1DC-4711-BC7E-998E0FA49672}" destId="{89D82162-7D72-4EE0-AB8D-9325A00F917E}" srcOrd="0" destOrd="0" presId="urn:microsoft.com/office/officeart/2005/8/layout/hierarchy2"/>
    <dgm:cxn modelId="{8D71531D-5BBC-4FEC-BA15-EE19C9045DE1}" type="presParOf" srcId="{CC64147D-F1DC-4711-BC7E-998E0FA49672}" destId="{A2742185-4A0F-4BD1-A4C5-DF35808CB4F7}" srcOrd="1" destOrd="0" presId="urn:microsoft.com/office/officeart/2005/8/layout/hierarchy2"/>
    <dgm:cxn modelId="{2212032D-890A-4DD4-B880-9FA402CFC8C3}" type="presParOf" srcId="{A2742185-4A0F-4BD1-A4C5-DF35808CB4F7}" destId="{58E4393A-DEFA-493C-8FFD-2739EE210837}" srcOrd="0" destOrd="0" presId="urn:microsoft.com/office/officeart/2005/8/layout/hierarchy2"/>
    <dgm:cxn modelId="{FC1D14C6-C8C5-4541-8E46-65310FFAB9AE}" type="presParOf" srcId="{58E4393A-DEFA-493C-8FFD-2739EE210837}" destId="{D69FE445-C356-493C-9A2B-5564943B091E}" srcOrd="0" destOrd="0" presId="urn:microsoft.com/office/officeart/2005/8/layout/hierarchy2"/>
    <dgm:cxn modelId="{ED95F49B-DACD-4FA5-B260-4EFDF4898F57}" type="presParOf" srcId="{A2742185-4A0F-4BD1-A4C5-DF35808CB4F7}" destId="{085084ED-1FF9-4A34-A6C2-2F9CCF4FA7AF}" srcOrd="1" destOrd="0" presId="urn:microsoft.com/office/officeart/2005/8/layout/hierarchy2"/>
    <dgm:cxn modelId="{8D35059A-A2A2-4493-AB95-EC7E569C284D}" type="presParOf" srcId="{085084ED-1FF9-4A34-A6C2-2F9CCF4FA7AF}" destId="{154A01FC-409E-4DAF-815E-CD37234C51D7}" srcOrd="0" destOrd="0" presId="urn:microsoft.com/office/officeart/2005/8/layout/hierarchy2"/>
    <dgm:cxn modelId="{CE45DB21-7CD7-4448-B069-3B3EB8410A61}" type="presParOf" srcId="{085084ED-1FF9-4A34-A6C2-2F9CCF4FA7AF}" destId="{A108B68F-96A2-4B85-BE07-663D3BEB2E9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0CF6EB-DCCD-48FD-8C4E-EB0A5B81957F}" type="doc">
      <dgm:prSet loTypeId="urn:microsoft.com/office/officeart/2005/8/layout/venn2" loCatId="relationship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pPr rtl="1"/>
          <a:endParaRPr lang="he-IL"/>
        </a:p>
      </dgm:t>
    </dgm:pt>
    <mc:AlternateContent xmlns:mc="http://schemas.openxmlformats.org/markup-compatibility/2006" xmlns:a14="http://schemas.microsoft.com/office/drawing/2010/main">
      <mc:Choice Requires="a14">
        <dgm:pt modelId="{57054269-CB6E-4D0C-8586-B50AB8B267BA}">
          <dgm:prSet phldrT="[Text]" custT="1"/>
          <dgm:spPr/>
          <dgm:t>
            <a:bodyPr/>
            <a:lstStyle/>
            <a:p>
              <a:pPr rtl="1"/>
              <a14:m>
                <m:oMathPara xmlns:m="http://schemas.openxmlformats.org/officeDocument/2006/math">
                  <m:oMathParaPr>
                    <m:jc m:val="left"/>
                  </m:oMathParaPr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𝑐𝑙𝑜𝑠𝑢𝑟𝑒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m:oMathPara>
              </a14:m>
              <a:endParaRPr lang="he-IL" sz="1100"/>
            </a:p>
          </dgm:t>
        </dgm:pt>
      </mc:Choice>
      <mc:Fallback xmlns="">
        <dgm:pt modelId="{57054269-CB6E-4D0C-8586-B50AB8B267BA}">
          <dgm:prSet phldrT="[Text]" custT="1"/>
          <dgm:spPr/>
          <dgm:t>
            <a:bodyPr/>
            <a:lstStyle/>
            <a:p>
              <a:pPr rtl="1"/>
              <a:r>
                <a:rPr lang="en-US" sz="2000" b="0" i="0">
                  <a:latin typeface="Cambria Math" panose="02040503050406030204" pitchFamily="18" charset="0"/>
                </a:rPr>
                <a:t>𝑐𝑙𝑜𝑠𝑢𝑟𝑒(𝑃)</a:t>
              </a:r>
              <a:endParaRPr lang="he-IL" sz="1100"/>
            </a:p>
          </dgm:t>
        </dgm:pt>
      </mc:Fallback>
    </mc:AlternateContent>
    <dgm:pt modelId="{3D242E8F-3049-4E15-8B21-02B85A0A61B6}" type="parTrans" cxnId="{FBF99389-4FE1-427F-9F77-1AEBC10B7392}">
      <dgm:prSet/>
      <dgm:spPr/>
      <dgm:t>
        <a:bodyPr/>
        <a:lstStyle/>
        <a:p>
          <a:pPr rtl="1"/>
          <a:endParaRPr lang="he-IL"/>
        </a:p>
      </dgm:t>
    </dgm:pt>
    <dgm:pt modelId="{3AE619BA-8BF3-443D-8408-E29D5336933A}" type="sibTrans" cxnId="{FBF99389-4FE1-427F-9F77-1AEBC10B7392}">
      <dgm:prSet/>
      <dgm:spPr/>
      <dgm:t>
        <a:bodyPr/>
        <a:lstStyle/>
        <a:p>
          <a:pPr rtl="1"/>
          <a:endParaRPr lang="he-IL"/>
        </a:p>
      </dgm:t>
    </dgm:pt>
    <mc:AlternateContent xmlns:mc="http://schemas.openxmlformats.org/markup-compatibility/2006" xmlns:a14="http://schemas.microsoft.com/office/drawing/2010/main">
      <mc:Choice Requires="a14">
        <dgm:pt modelId="{82D34188-A260-46DB-9609-555CF726A22C}">
          <dgm:prSet phldrT="[Text]" custT="1"/>
          <dgm:spPr/>
          <dgm:t>
            <a:bodyPr/>
            <a:lstStyle/>
            <a:p>
              <a:pPr rtl="0"/>
              <a14:m>
                <m:oMathPara xmlns:m="http://schemas.openxmlformats.org/officeDocument/2006/math">
                  <m:oMathParaPr>
                    <m:jc m:val="center"/>
                  </m:oMathParaPr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m:oMathPara>
              </a14:m>
              <a:endParaRPr lang="he-IL" sz="1100"/>
            </a:p>
          </dgm:t>
        </dgm:pt>
      </mc:Choice>
      <mc:Fallback xmlns="">
        <dgm:pt modelId="{82D34188-A260-46DB-9609-555CF726A22C}">
          <dgm:prSet phldrT="[Text]" custT="1"/>
          <dgm:spPr/>
          <dgm:t>
            <a:bodyPr/>
            <a:lstStyle/>
            <a:p>
              <a:pPr rtl="0"/>
              <a:r>
                <a:rPr lang="en-US" sz="2000" i="0" dirty="0">
                  <a:latin typeface="Cambria Math" panose="02040503050406030204" pitchFamily="18" charset="0"/>
                </a:rPr>
                <a:t>𝑃</a:t>
              </a:r>
              <a:endParaRPr lang="he-IL" sz="1100"/>
            </a:p>
          </dgm:t>
        </dgm:pt>
      </mc:Fallback>
    </mc:AlternateContent>
    <dgm:pt modelId="{66CED589-7B2D-403C-9805-37E37629A504}" type="parTrans" cxnId="{D4D51057-9F4C-4101-A7D5-AA3E234DE735}">
      <dgm:prSet/>
      <dgm:spPr/>
      <dgm:t>
        <a:bodyPr/>
        <a:lstStyle/>
        <a:p>
          <a:pPr rtl="1"/>
          <a:endParaRPr lang="he-IL"/>
        </a:p>
      </dgm:t>
    </dgm:pt>
    <dgm:pt modelId="{8B1DBA07-F91C-4FC3-8A11-8CD13382D241}" type="sibTrans" cxnId="{D4D51057-9F4C-4101-A7D5-AA3E234DE735}">
      <dgm:prSet/>
      <dgm:spPr/>
      <dgm:t>
        <a:bodyPr/>
        <a:lstStyle/>
        <a:p>
          <a:pPr rtl="1"/>
          <a:endParaRPr lang="he-IL"/>
        </a:p>
      </dgm:t>
    </dgm:pt>
    <dgm:pt modelId="{B37589C5-BEE2-4B04-BB65-7E26F518B536}" type="pres">
      <dgm:prSet presAssocID="{810CF6EB-DCCD-48FD-8C4E-EB0A5B81957F}" presName="Name0" presStyleCnt="0">
        <dgm:presLayoutVars>
          <dgm:chMax val="7"/>
          <dgm:resizeHandles val="exact"/>
        </dgm:presLayoutVars>
      </dgm:prSet>
      <dgm:spPr/>
    </dgm:pt>
    <dgm:pt modelId="{EC8E2850-9973-43AA-A0B0-1985E15756D0}" type="pres">
      <dgm:prSet presAssocID="{810CF6EB-DCCD-48FD-8C4E-EB0A5B81957F}" presName="comp1" presStyleCnt="0"/>
      <dgm:spPr/>
    </dgm:pt>
    <dgm:pt modelId="{00DBE068-9A29-4A61-BA5F-343E3E72E0AD}" type="pres">
      <dgm:prSet presAssocID="{810CF6EB-DCCD-48FD-8C4E-EB0A5B81957F}" presName="circle1" presStyleLbl="node1" presStyleIdx="0" presStyleCnt="2" custScaleX="216279" custLinFactNeighborX="17442"/>
      <dgm:spPr/>
    </dgm:pt>
    <dgm:pt modelId="{39C08D7B-71A1-4AB7-99DB-31437C25159E}" type="pres">
      <dgm:prSet presAssocID="{810CF6EB-DCCD-48FD-8C4E-EB0A5B81957F}" presName="c1text" presStyleLbl="node1" presStyleIdx="0" presStyleCnt="2">
        <dgm:presLayoutVars>
          <dgm:bulletEnabled val="1"/>
        </dgm:presLayoutVars>
      </dgm:prSet>
      <dgm:spPr/>
    </dgm:pt>
    <dgm:pt modelId="{8A59D355-539B-4276-984B-F67F6A8D4FCD}" type="pres">
      <dgm:prSet presAssocID="{810CF6EB-DCCD-48FD-8C4E-EB0A5B81957F}" presName="comp2" presStyleCnt="0"/>
      <dgm:spPr/>
    </dgm:pt>
    <dgm:pt modelId="{4D51C4F4-48C3-4673-94D9-E562EB769479}" type="pres">
      <dgm:prSet presAssocID="{810CF6EB-DCCD-48FD-8C4E-EB0A5B81957F}" presName="circle2" presStyleLbl="node1" presStyleIdx="1" presStyleCnt="2" custScaleX="130336" custScaleY="72094" custLinFactNeighborX="32558" custLinFactNeighborY="-10077"/>
      <dgm:spPr/>
    </dgm:pt>
    <dgm:pt modelId="{39FAFFF3-2AF8-4473-8EA6-4BB64E4D060D}" type="pres">
      <dgm:prSet presAssocID="{810CF6EB-DCCD-48FD-8C4E-EB0A5B81957F}" presName="c2text" presStyleLbl="node1" presStyleIdx="1" presStyleCnt="2">
        <dgm:presLayoutVars>
          <dgm:bulletEnabled val="1"/>
        </dgm:presLayoutVars>
      </dgm:prSet>
      <dgm:spPr/>
    </dgm:pt>
  </dgm:ptLst>
  <dgm:cxnLst>
    <dgm:cxn modelId="{8D92590C-F55A-46FC-A613-F1FE211CC914}" type="presOf" srcId="{57054269-CB6E-4D0C-8586-B50AB8B267BA}" destId="{00DBE068-9A29-4A61-BA5F-343E3E72E0AD}" srcOrd="0" destOrd="0" presId="urn:microsoft.com/office/officeart/2005/8/layout/venn2"/>
    <dgm:cxn modelId="{0FA16C31-08AF-40D5-BC37-E3CD2670C2D7}" type="presOf" srcId="{82D34188-A260-46DB-9609-555CF726A22C}" destId="{4D51C4F4-48C3-4673-94D9-E562EB769479}" srcOrd="0" destOrd="0" presId="urn:microsoft.com/office/officeart/2005/8/layout/venn2"/>
    <dgm:cxn modelId="{65BF4A3A-7871-46FD-B5CC-A2BFF25E9E17}" type="presOf" srcId="{82D34188-A260-46DB-9609-555CF726A22C}" destId="{39FAFFF3-2AF8-4473-8EA6-4BB64E4D060D}" srcOrd="1" destOrd="0" presId="urn:microsoft.com/office/officeart/2005/8/layout/venn2"/>
    <dgm:cxn modelId="{D4D51057-9F4C-4101-A7D5-AA3E234DE735}" srcId="{810CF6EB-DCCD-48FD-8C4E-EB0A5B81957F}" destId="{82D34188-A260-46DB-9609-555CF726A22C}" srcOrd="1" destOrd="0" parTransId="{66CED589-7B2D-403C-9805-37E37629A504}" sibTransId="{8B1DBA07-F91C-4FC3-8A11-8CD13382D241}"/>
    <dgm:cxn modelId="{FBF99389-4FE1-427F-9F77-1AEBC10B7392}" srcId="{810CF6EB-DCCD-48FD-8C4E-EB0A5B81957F}" destId="{57054269-CB6E-4D0C-8586-B50AB8B267BA}" srcOrd="0" destOrd="0" parTransId="{3D242E8F-3049-4E15-8B21-02B85A0A61B6}" sibTransId="{3AE619BA-8BF3-443D-8408-E29D5336933A}"/>
    <dgm:cxn modelId="{297E0090-3E4F-4AFD-A752-D383102AD095}" type="presOf" srcId="{57054269-CB6E-4D0C-8586-B50AB8B267BA}" destId="{39C08D7B-71A1-4AB7-99DB-31437C25159E}" srcOrd="1" destOrd="0" presId="urn:microsoft.com/office/officeart/2005/8/layout/venn2"/>
    <dgm:cxn modelId="{2E506CD0-4D01-477A-81DD-523FFA745C47}" type="presOf" srcId="{810CF6EB-DCCD-48FD-8C4E-EB0A5B81957F}" destId="{B37589C5-BEE2-4B04-BB65-7E26F518B536}" srcOrd="0" destOrd="0" presId="urn:microsoft.com/office/officeart/2005/8/layout/venn2"/>
    <dgm:cxn modelId="{296BFF67-2769-426E-BDDF-2241FCBAD1D7}" type="presParOf" srcId="{B37589C5-BEE2-4B04-BB65-7E26F518B536}" destId="{EC8E2850-9973-43AA-A0B0-1985E15756D0}" srcOrd="0" destOrd="0" presId="urn:microsoft.com/office/officeart/2005/8/layout/venn2"/>
    <dgm:cxn modelId="{9C6F7658-0909-4124-A19D-9C1B1D0AD504}" type="presParOf" srcId="{EC8E2850-9973-43AA-A0B0-1985E15756D0}" destId="{00DBE068-9A29-4A61-BA5F-343E3E72E0AD}" srcOrd="0" destOrd="0" presId="urn:microsoft.com/office/officeart/2005/8/layout/venn2"/>
    <dgm:cxn modelId="{C230A9F6-56A3-40E0-AF55-4AE491D65AE0}" type="presParOf" srcId="{EC8E2850-9973-43AA-A0B0-1985E15756D0}" destId="{39C08D7B-71A1-4AB7-99DB-31437C25159E}" srcOrd="1" destOrd="0" presId="urn:microsoft.com/office/officeart/2005/8/layout/venn2"/>
    <dgm:cxn modelId="{ED37E22B-F2C3-486C-B4E2-C07FF9EDECB0}" type="presParOf" srcId="{B37589C5-BEE2-4B04-BB65-7E26F518B536}" destId="{8A59D355-539B-4276-984B-F67F6A8D4FCD}" srcOrd="1" destOrd="0" presId="urn:microsoft.com/office/officeart/2005/8/layout/venn2"/>
    <dgm:cxn modelId="{6805B36B-9ECA-44EC-9036-126CF155D729}" type="presParOf" srcId="{8A59D355-539B-4276-984B-F67F6A8D4FCD}" destId="{4D51C4F4-48C3-4673-94D9-E562EB769479}" srcOrd="0" destOrd="0" presId="urn:microsoft.com/office/officeart/2005/8/layout/venn2"/>
    <dgm:cxn modelId="{B9609728-DC37-4156-AE88-6EF72FC83B56}" type="presParOf" srcId="{8A59D355-539B-4276-984B-F67F6A8D4FCD}" destId="{39FAFFF3-2AF8-4473-8EA6-4BB64E4D060D}" srcOrd="1" destOrd="0" presId="urn:microsoft.com/office/officeart/2005/8/layout/venn2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0CF6EB-DCCD-48FD-8C4E-EB0A5B81957F}" type="doc">
      <dgm:prSet loTypeId="urn:microsoft.com/office/officeart/2005/8/layout/venn2" loCatId="relationship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pPr rtl="1"/>
          <a:endParaRPr lang="he-IL"/>
        </a:p>
      </dgm:t>
    </dgm:pt>
    <dgm:pt modelId="{57054269-CB6E-4D0C-8586-B50AB8B267BA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3D242E8F-3049-4E15-8B21-02B85A0A61B6}" type="parTrans" cxnId="{FBF99389-4FE1-427F-9F77-1AEBC10B7392}">
      <dgm:prSet/>
      <dgm:spPr/>
      <dgm:t>
        <a:bodyPr/>
        <a:lstStyle/>
        <a:p>
          <a:pPr rtl="1"/>
          <a:endParaRPr lang="he-IL"/>
        </a:p>
      </dgm:t>
    </dgm:pt>
    <dgm:pt modelId="{3AE619BA-8BF3-443D-8408-E29D5336933A}" type="sibTrans" cxnId="{FBF99389-4FE1-427F-9F77-1AEBC10B7392}">
      <dgm:prSet/>
      <dgm:spPr/>
      <dgm:t>
        <a:bodyPr/>
        <a:lstStyle/>
        <a:p>
          <a:pPr rtl="1"/>
          <a:endParaRPr lang="he-IL"/>
        </a:p>
      </dgm:t>
    </dgm:pt>
    <dgm:pt modelId="{82D34188-A260-46DB-9609-555CF726A22C}">
      <dgm:prSet phldrT="[Text]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en-IL">
              <a:noFill/>
            </a:rPr>
            <a:t> </a:t>
          </a:r>
        </a:p>
      </dgm:t>
    </dgm:pt>
    <dgm:pt modelId="{66CED589-7B2D-403C-9805-37E37629A504}" type="parTrans" cxnId="{D4D51057-9F4C-4101-A7D5-AA3E234DE735}">
      <dgm:prSet/>
      <dgm:spPr/>
      <dgm:t>
        <a:bodyPr/>
        <a:lstStyle/>
        <a:p>
          <a:pPr rtl="1"/>
          <a:endParaRPr lang="he-IL"/>
        </a:p>
      </dgm:t>
    </dgm:pt>
    <dgm:pt modelId="{8B1DBA07-F91C-4FC3-8A11-8CD13382D241}" type="sibTrans" cxnId="{D4D51057-9F4C-4101-A7D5-AA3E234DE735}">
      <dgm:prSet/>
      <dgm:spPr/>
      <dgm:t>
        <a:bodyPr/>
        <a:lstStyle/>
        <a:p>
          <a:pPr rtl="1"/>
          <a:endParaRPr lang="he-IL"/>
        </a:p>
      </dgm:t>
    </dgm:pt>
    <dgm:pt modelId="{B37589C5-BEE2-4B04-BB65-7E26F518B536}" type="pres">
      <dgm:prSet presAssocID="{810CF6EB-DCCD-48FD-8C4E-EB0A5B81957F}" presName="Name0" presStyleCnt="0">
        <dgm:presLayoutVars>
          <dgm:chMax val="7"/>
          <dgm:resizeHandles val="exact"/>
        </dgm:presLayoutVars>
      </dgm:prSet>
      <dgm:spPr/>
    </dgm:pt>
    <dgm:pt modelId="{EC8E2850-9973-43AA-A0B0-1985E15756D0}" type="pres">
      <dgm:prSet presAssocID="{810CF6EB-DCCD-48FD-8C4E-EB0A5B81957F}" presName="comp1" presStyleCnt="0"/>
      <dgm:spPr/>
    </dgm:pt>
    <dgm:pt modelId="{00DBE068-9A29-4A61-BA5F-343E3E72E0AD}" type="pres">
      <dgm:prSet presAssocID="{810CF6EB-DCCD-48FD-8C4E-EB0A5B81957F}" presName="circle1" presStyleLbl="node1" presStyleIdx="0" presStyleCnt="2" custScaleX="216279" custLinFactNeighborX="17442"/>
      <dgm:spPr/>
    </dgm:pt>
    <dgm:pt modelId="{39C08D7B-71A1-4AB7-99DB-31437C25159E}" type="pres">
      <dgm:prSet presAssocID="{810CF6EB-DCCD-48FD-8C4E-EB0A5B81957F}" presName="c1text" presStyleLbl="node1" presStyleIdx="0" presStyleCnt="2">
        <dgm:presLayoutVars>
          <dgm:bulletEnabled val="1"/>
        </dgm:presLayoutVars>
      </dgm:prSet>
      <dgm:spPr/>
    </dgm:pt>
    <dgm:pt modelId="{8A59D355-539B-4276-984B-F67F6A8D4FCD}" type="pres">
      <dgm:prSet presAssocID="{810CF6EB-DCCD-48FD-8C4E-EB0A5B81957F}" presName="comp2" presStyleCnt="0"/>
      <dgm:spPr/>
    </dgm:pt>
    <dgm:pt modelId="{4D51C4F4-48C3-4673-94D9-E562EB769479}" type="pres">
      <dgm:prSet presAssocID="{810CF6EB-DCCD-48FD-8C4E-EB0A5B81957F}" presName="circle2" presStyleLbl="node1" presStyleIdx="1" presStyleCnt="2" custScaleX="130336" custScaleY="72094" custLinFactNeighborX="32558" custLinFactNeighborY="-10077"/>
      <dgm:spPr/>
    </dgm:pt>
    <dgm:pt modelId="{39FAFFF3-2AF8-4473-8EA6-4BB64E4D060D}" type="pres">
      <dgm:prSet presAssocID="{810CF6EB-DCCD-48FD-8C4E-EB0A5B81957F}" presName="c2text" presStyleLbl="node1" presStyleIdx="1" presStyleCnt="2">
        <dgm:presLayoutVars>
          <dgm:bulletEnabled val="1"/>
        </dgm:presLayoutVars>
      </dgm:prSet>
      <dgm:spPr/>
    </dgm:pt>
  </dgm:ptLst>
  <dgm:cxnLst>
    <dgm:cxn modelId="{8D92590C-F55A-46FC-A613-F1FE211CC914}" type="presOf" srcId="{57054269-CB6E-4D0C-8586-B50AB8B267BA}" destId="{00DBE068-9A29-4A61-BA5F-343E3E72E0AD}" srcOrd="0" destOrd="0" presId="urn:microsoft.com/office/officeart/2005/8/layout/venn2"/>
    <dgm:cxn modelId="{0FA16C31-08AF-40D5-BC37-E3CD2670C2D7}" type="presOf" srcId="{82D34188-A260-46DB-9609-555CF726A22C}" destId="{4D51C4F4-48C3-4673-94D9-E562EB769479}" srcOrd="0" destOrd="0" presId="urn:microsoft.com/office/officeart/2005/8/layout/venn2"/>
    <dgm:cxn modelId="{65BF4A3A-7871-46FD-B5CC-A2BFF25E9E17}" type="presOf" srcId="{82D34188-A260-46DB-9609-555CF726A22C}" destId="{39FAFFF3-2AF8-4473-8EA6-4BB64E4D060D}" srcOrd="1" destOrd="0" presId="urn:microsoft.com/office/officeart/2005/8/layout/venn2"/>
    <dgm:cxn modelId="{D4D51057-9F4C-4101-A7D5-AA3E234DE735}" srcId="{810CF6EB-DCCD-48FD-8C4E-EB0A5B81957F}" destId="{82D34188-A260-46DB-9609-555CF726A22C}" srcOrd="1" destOrd="0" parTransId="{66CED589-7B2D-403C-9805-37E37629A504}" sibTransId="{8B1DBA07-F91C-4FC3-8A11-8CD13382D241}"/>
    <dgm:cxn modelId="{FBF99389-4FE1-427F-9F77-1AEBC10B7392}" srcId="{810CF6EB-DCCD-48FD-8C4E-EB0A5B81957F}" destId="{57054269-CB6E-4D0C-8586-B50AB8B267BA}" srcOrd="0" destOrd="0" parTransId="{3D242E8F-3049-4E15-8B21-02B85A0A61B6}" sibTransId="{3AE619BA-8BF3-443D-8408-E29D5336933A}"/>
    <dgm:cxn modelId="{297E0090-3E4F-4AFD-A752-D383102AD095}" type="presOf" srcId="{57054269-CB6E-4D0C-8586-B50AB8B267BA}" destId="{39C08D7B-71A1-4AB7-99DB-31437C25159E}" srcOrd="1" destOrd="0" presId="urn:microsoft.com/office/officeart/2005/8/layout/venn2"/>
    <dgm:cxn modelId="{2E506CD0-4D01-477A-81DD-523FFA745C47}" type="presOf" srcId="{810CF6EB-DCCD-48FD-8C4E-EB0A5B81957F}" destId="{B37589C5-BEE2-4B04-BB65-7E26F518B536}" srcOrd="0" destOrd="0" presId="urn:microsoft.com/office/officeart/2005/8/layout/venn2"/>
    <dgm:cxn modelId="{296BFF67-2769-426E-BDDF-2241FCBAD1D7}" type="presParOf" srcId="{B37589C5-BEE2-4B04-BB65-7E26F518B536}" destId="{EC8E2850-9973-43AA-A0B0-1985E15756D0}" srcOrd="0" destOrd="0" presId="urn:microsoft.com/office/officeart/2005/8/layout/venn2"/>
    <dgm:cxn modelId="{9C6F7658-0909-4124-A19D-9C1B1D0AD504}" type="presParOf" srcId="{EC8E2850-9973-43AA-A0B0-1985E15756D0}" destId="{00DBE068-9A29-4A61-BA5F-343E3E72E0AD}" srcOrd="0" destOrd="0" presId="urn:microsoft.com/office/officeart/2005/8/layout/venn2"/>
    <dgm:cxn modelId="{C230A9F6-56A3-40E0-AF55-4AE491D65AE0}" type="presParOf" srcId="{EC8E2850-9973-43AA-A0B0-1985E15756D0}" destId="{39C08D7B-71A1-4AB7-99DB-31437C25159E}" srcOrd="1" destOrd="0" presId="urn:microsoft.com/office/officeart/2005/8/layout/venn2"/>
    <dgm:cxn modelId="{ED37E22B-F2C3-486C-B4E2-C07FF9EDECB0}" type="presParOf" srcId="{B37589C5-BEE2-4B04-BB65-7E26F518B536}" destId="{8A59D355-539B-4276-984B-F67F6A8D4FCD}" srcOrd="1" destOrd="0" presId="urn:microsoft.com/office/officeart/2005/8/layout/venn2"/>
    <dgm:cxn modelId="{6805B36B-9ECA-44EC-9036-126CF155D729}" type="presParOf" srcId="{8A59D355-539B-4276-984B-F67F6A8D4FCD}" destId="{4D51C4F4-48C3-4673-94D9-E562EB769479}" srcOrd="0" destOrd="0" presId="urn:microsoft.com/office/officeart/2005/8/layout/venn2"/>
    <dgm:cxn modelId="{B9609728-DC37-4156-AE88-6EF72FC83B56}" type="presParOf" srcId="{8A59D355-539B-4276-984B-F67F6A8D4FCD}" destId="{39FAFFF3-2AF8-4473-8EA6-4BB64E4D060D}" srcOrd="1" destOrd="0" presId="urn:microsoft.com/office/officeart/2005/8/layout/venn2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8C467-C59D-4EFC-922C-6B5CFF44B4F5}">
      <dsp:nvSpPr>
        <dsp:cNvPr id="0" name=""/>
        <dsp:cNvSpPr/>
      </dsp:nvSpPr>
      <dsp:spPr>
        <a:xfrm>
          <a:off x="1020547" y="232886"/>
          <a:ext cx="7818643" cy="3282000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tint val="65000"/>
                <a:satMod val="270000"/>
              </a:schemeClr>
            </a:gs>
            <a:gs pos="25000">
              <a:schemeClr val="accent2">
                <a:shade val="80000"/>
                <a:hueOff val="0"/>
                <a:satOff val="0"/>
                <a:lumOff val="0"/>
                <a:alphaOff val="0"/>
                <a:tint val="60000"/>
                <a:satMod val="30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tint val="29000"/>
                <a:satMod val="400000"/>
              </a:schemeClr>
            </a:gs>
          </a:gsLst>
          <a:lin ang="16200000" scaled="1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זמן לינארי</a:t>
          </a:r>
        </a:p>
      </dsp:txBody>
      <dsp:txXfrm>
        <a:off x="3836823" y="396986"/>
        <a:ext cx="2186092" cy="492300"/>
      </dsp:txXfrm>
    </dsp:sp>
    <dsp:sp modelId="{68478B98-F230-40C0-85FB-7D21190F5EDC}">
      <dsp:nvSpPr>
        <dsp:cNvPr id="0" name=""/>
        <dsp:cNvSpPr/>
      </dsp:nvSpPr>
      <dsp:spPr>
        <a:xfrm>
          <a:off x="1825708" y="1002739"/>
          <a:ext cx="6296260" cy="2361307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-79340"/>
                <a:satOff val="-14280"/>
                <a:lumOff val="11530"/>
                <a:alphaOff val="0"/>
                <a:tint val="65000"/>
                <a:satMod val="270000"/>
              </a:schemeClr>
            </a:gs>
            <a:gs pos="25000">
              <a:schemeClr val="accent2">
                <a:shade val="80000"/>
                <a:hueOff val="-79340"/>
                <a:satOff val="-14280"/>
                <a:lumOff val="11530"/>
                <a:alphaOff val="0"/>
                <a:tint val="60000"/>
                <a:satMod val="300000"/>
              </a:schemeClr>
            </a:gs>
            <a:gs pos="100000">
              <a:schemeClr val="accent2">
                <a:shade val="80000"/>
                <a:hueOff val="-79340"/>
                <a:satOff val="-14280"/>
                <a:lumOff val="11530"/>
                <a:alphaOff val="0"/>
                <a:tint val="29000"/>
                <a:satMod val="400000"/>
              </a:schemeClr>
            </a:gs>
          </a:gsLst>
          <a:lin ang="16200000" scaled="1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בטיחות</a:t>
          </a:r>
        </a:p>
      </dsp:txBody>
      <dsp:txXfrm>
        <a:off x="3873567" y="1144417"/>
        <a:ext cx="2200542" cy="425035"/>
      </dsp:txXfrm>
    </dsp:sp>
    <dsp:sp modelId="{7665203A-BE4A-4F22-A27B-50426E82EFA0}">
      <dsp:nvSpPr>
        <dsp:cNvPr id="0" name=""/>
        <dsp:cNvSpPr/>
      </dsp:nvSpPr>
      <dsp:spPr>
        <a:xfrm>
          <a:off x="2167449" y="1581534"/>
          <a:ext cx="5911986" cy="1366760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-158679"/>
                <a:satOff val="-28560"/>
                <a:lumOff val="23061"/>
                <a:alphaOff val="0"/>
                <a:tint val="65000"/>
                <a:satMod val="270000"/>
              </a:schemeClr>
            </a:gs>
            <a:gs pos="25000">
              <a:schemeClr val="accent2">
                <a:shade val="80000"/>
                <a:hueOff val="-158679"/>
                <a:satOff val="-28560"/>
                <a:lumOff val="23061"/>
                <a:alphaOff val="0"/>
                <a:tint val="60000"/>
                <a:satMod val="300000"/>
              </a:schemeClr>
            </a:gs>
            <a:gs pos="100000">
              <a:schemeClr val="accent2">
                <a:shade val="80000"/>
                <a:hueOff val="-158679"/>
                <a:satOff val="-28560"/>
                <a:lumOff val="23061"/>
                <a:alphaOff val="0"/>
                <a:tint val="29000"/>
                <a:satMod val="400000"/>
              </a:schemeClr>
            </a:gs>
          </a:gsLst>
          <a:lin ang="16200000" scaled="1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בטיחות </a:t>
          </a:r>
          <a:r>
            <a:rPr lang="he-IL" sz="2000" kern="1200" dirty="0">
              <a:latin typeface="Gisha" panose="020B0502040204020203" pitchFamily="34" charset="-79"/>
              <a:cs typeface="Gisha" panose="020B0502040204020203" pitchFamily="34" charset="-79"/>
            </a:rPr>
            <a:t>רֵגוּלָרִיּוֹת</a:t>
          </a:r>
          <a:endParaRPr lang="he-IL" sz="2000" kern="1200" dirty="0">
            <a:solidFill>
              <a:schemeClr val="accent1">
                <a:lumMod val="50000"/>
              </a:schemeClr>
            </a:solidFill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3745949" y="1684041"/>
        <a:ext cx="2754985" cy="307521"/>
      </dsp:txXfrm>
    </dsp:sp>
    <dsp:sp modelId="{21B9FF40-A790-4D39-8451-2B7CF307B7FE}">
      <dsp:nvSpPr>
        <dsp:cNvPr id="0" name=""/>
        <dsp:cNvSpPr/>
      </dsp:nvSpPr>
      <dsp:spPr>
        <a:xfrm>
          <a:off x="3007134" y="2132558"/>
          <a:ext cx="3850867" cy="599643"/>
        </a:xfrm>
        <a:prstGeom prst="ellipse">
          <a:avLst/>
        </a:prstGeom>
        <a:gradFill rotWithShape="0">
          <a:gsLst>
            <a:gs pos="0">
              <a:schemeClr val="accent2">
                <a:shade val="80000"/>
                <a:hueOff val="-238019"/>
                <a:satOff val="-42840"/>
                <a:lumOff val="34591"/>
                <a:alphaOff val="0"/>
                <a:tint val="65000"/>
                <a:satMod val="270000"/>
              </a:schemeClr>
            </a:gs>
            <a:gs pos="25000">
              <a:schemeClr val="accent2">
                <a:shade val="80000"/>
                <a:hueOff val="-238019"/>
                <a:satOff val="-42840"/>
                <a:lumOff val="34591"/>
                <a:alphaOff val="0"/>
                <a:tint val="60000"/>
                <a:satMod val="300000"/>
              </a:schemeClr>
            </a:gs>
            <a:gs pos="100000">
              <a:schemeClr val="accent2">
                <a:shade val="80000"/>
                <a:hueOff val="-238019"/>
                <a:satOff val="-42840"/>
                <a:lumOff val="34591"/>
                <a:alphaOff val="0"/>
                <a:tint val="29000"/>
                <a:satMod val="400000"/>
              </a:schemeClr>
            </a:gs>
          </a:gsLst>
          <a:lin ang="16200000" scaled="1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rPr>
            <a:t>תכונות שמורה</a:t>
          </a:r>
        </a:p>
      </dsp:txBody>
      <dsp:txXfrm>
        <a:off x="3571080" y="2282469"/>
        <a:ext cx="2722974" cy="2998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0199A2-8F01-4ACD-9280-801E900CE619}">
      <dsp:nvSpPr>
        <dsp:cNvPr id="0" name=""/>
        <dsp:cNvSpPr/>
      </dsp:nvSpPr>
      <dsp:spPr>
        <a:xfrm>
          <a:off x="22118" y="1097215"/>
          <a:ext cx="72598" cy="67861"/>
        </a:xfrm>
        <a:prstGeom prst="roundRect">
          <a:avLst>
            <a:gd name="adj" fmla="val 10000"/>
          </a:avLst>
        </a:prstGeom>
        <a:solidFill>
          <a:srgbClr val="336600"/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.</a:t>
          </a:r>
        </a:p>
      </dsp:txBody>
      <dsp:txXfrm>
        <a:off x="24106" y="1099203"/>
        <a:ext cx="68622" cy="63885"/>
      </dsp:txXfrm>
    </dsp:sp>
    <dsp:sp modelId="{E6753414-1813-42EA-9B1F-A9A39104442E}">
      <dsp:nvSpPr>
        <dsp:cNvPr id="0" name=""/>
        <dsp:cNvSpPr/>
      </dsp:nvSpPr>
      <dsp:spPr>
        <a:xfrm rot="18908751">
          <a:off x="53576" y="941464"/>
          <a:ext cx="282661" cy="180000"/>
        </a:xfrm>
        <a:custGeom>
          <a:avLst/>
          <a:gdLst/>
          <a:ahLst/>
          <a:cxnLst/>
          <a:rect l="0" t="0" r="0" b="0"/>
          <a:pathLst>
            <a:path>
              <a:moveTo>
                <a:pt x="0" y="90000"/>
              </a:moveTo>
              <a:lnTo>
                <a:pt x="282661" y="90000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49187" y="985742"/>
        <a:ext cx="91440" cy="91444"/>
      </dsp:txXfrm>
    </dsp:sp>
    <dsp:sp modelId="{379F35F9-A98F-4779-8487-603728F7B1BB}">
      <dsp:nvSpPr>
        <dsp:cNvPr id="0" name=""/>
        <dsp:cNvSpPr/>
      </dsp:nvSpPr>
      <dsp:spPr>
        <a:xfrm>
          <a:off x="295097" y="897852"/>
          <a:ext cx="72814" cy="67861"/>
        </a:xfrm>
        <a:prstGeom prst="roundRect">
          <a:avLst>
            <a:gd name="adj" fmla="val 10000"/>
          </a:avLst>
        </a:prstGeom>
        <a:solidFill>
          <a:srgbClr val="336600"/>
        </a:solidFill>
        <a:ln w="12700" cap="flat" cmpd="sng" algn="ctr">
          <a:solidFill>
            <a:srgbClr val="696464">
              <a:lumMod val="5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.</a:t>
          </a:r>
        </a:p>
      </dsp:txBody>
      <dsp:txXfrm>
        <a:off x="297085" y="899840"/>
        <a:ext cx="68838" cy="63885"/>
      </dsp:txXfrm>
    </dsp:sp>
    <dsp:sp modelId="{A4E0324C-1EEC-4F42-9ACC-170AEFE253FA}">
      <dsp:nvSpPr>
        <dsp:cNvPr id="0" name=""/>
        <dsp:cNvSpPr/>
      </dsp:nvSpPr>
      <dsp:spPr>
        <a:xfrm rot="20196944">
          <a:off x="358945" y="878284"/>
          <a:ext cx="218311" cy="20350"/>
        </a:xfrm>
        <a:custGeom>
          <a:avLst/>
          <a:gdLst/>
          <a:ahLst/>
          <a:cxnLst/>
          <a:rect l="0" t="0" r="0" b="0"/>
          <a:pathLst>
            <a:path>
              <a:moveTo>
                <a:pt x="0" y="10175"/>
              </a:moveTo>
              <a:lnTo>
                <a:pt x="218311" y="10175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358945" y="855073"/>
        <a:ext cx="218311" cy="66772"/>
      </dsp:txXfrm>
    </dsp:sp>
    <dsp:sp modelId="{BC45CF6A-BE90-4F59-9088-F33D4422182A}">
      <dsp:nvSpPr>
        <dsp:cNvPr id="0" name=""/>
        <dsp:cNvSpPr/>
      </dsp:nvSpPr>
      <dsp:spPr>
        <a:xfrm>
          <a:off x="568291" y="811206"/>
          <a:ext cx="72814" cy="67861"/>
        </a:xfrm>
        <a:prstGeom prst="roundRect">
          <a:avLst>
            <a:gd name="adj" fmla="val 10000"/>
          </a:avLst>
        </a:prstGeom>
        <a:solidFill>
          <a:srgbClr val="336600"/>
        </a:solidFill>
        <a:ln w="12700" cap="flat" cmpd="sng" algn="ctr">
          <a:solidFill>
            <a:srgbClr val="696464">
              <a:lumMod val="5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solidFill>
              <a:prstClr val="white"/>
            </a:solidFill>
            <a:latin typeface="Perpetua"/>
            <a:ea typeface="+mn-ea"/>
            <a:cs typeface="+mn-cs"/>
          </a:endParaRPr>
        </a:p>
      </dsp:txBody>
      <dsp:txXfrm>
        <a:off x="570279" y="813194"/>
        <a:ext cx="68838" cy="63885"/>
      </dsp:txXfrm>
    </dsp:sp>
    <dsp:sp modelId="{EC644747-C00F-410B-BBA2-76721297DAE0}">
      <dsp:nvSpPr>
        <dsp:cNvPr id="0" name=""/>
        <dsp:cNvSpPr/>
      </dsp:nvSpPr>
      <dsp:spPr>
        <a:xfrm rot="321350">
          <a:off x="367472" y="931000"/>
          <a:ext cx="201258" cy="20350"/>
        </a:xfrm>
        <a:custGeom>
          <a:avLst/>
          <a:gdLst/>
          <a:ahLst/>
          <a:cxnLst/>
          <a:rect l="0" t="0" r="0" b="0"/>
          <a:pathLst>
            <a:path>
              <a:moveTo>
                <a:pt x="0" y="10175"/>
              </a:moveTo>
              <a:lnTo>
                <a:pt x="201258" y="10175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367472" y="910397"/>
        <a:ext cx="201258" cy="61556"/>
      </dsp:txXfrm>
    </dsp:sp>
    <dsp:sp modelId="{044A2D71-91A8-447A-AAC5-7C16DD4D5DB6}">
      <dsp:nvSpPr>
        <dsp:cNvPr id="0" name=""/>
        <dsp:cNvSpPr/>
      </dsp:nvSpPr>
      <dsp:spPr>
        <a:xfrm>
          <a:off x="568291" y="916638"/>
          <a:ext cx="72814" cy="67861"/>
        </a:xfrm>
        <a:prstGeom prst="roundRect">
          <a:avLst>
            <a:gd name="adj" fmla="val 10000"/>
          </a:avLst>
        </a:prstGeom>
        <a:solidFill>
          <a:srgbClr val="336600"/>
        </a:solidFill>
        <a:ln w="12700" cap="flat" cmpd="sng" algn="ctr">
          <a:solidFill>
            <a:srgbClr val="696464">
              <a:lumMod val="5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solidFill>
              <a:prstClr val="white"/>
            </a:solidFill>
            <a:latin typeface="Perpetua"/>
            <a:ea typeface="+mn-ea"/>
            <a:cs typeface="+mn-cs"/>
          </a:endParaRPr>
        </a:p>
      </dsp:txBody>
      <dsp:txXfrm>
        <a:off x="570279" y="918626"/>
        <a:ext cx="68838" cy="63885"/>
      </dsp:txXfrm>
    </dsp:sp>
    <dsp:sp modelId="{26D4287D-367A-4141-9491-5528F7CF9759}">
      <dsp:nvSpPr>
        <dsp:cNvPr id="0" name=""/>
        <dsp:cNvSpPr/>
      </dsp:nvSpPr>
      <dsp:spPr>
        <a:xfrm rot="1665100">
          <a:off x="354889" y="894499"/>
          <a:ext cx="226424" cy="180000"/>
        </a:xfrm>
        <a:custGeom>
          <a:avLst/>
          <a:gdLst/>
          <a:ahLst/>
          <a:cxnLst/>
          <a:rect l="0" t="0" r="0" b="0"/>
          <a:pathLst>
            <a:path>
              <a:moveTo>
                <a:pt x="0" y="90000"/>
              </a:moveTo>
              <a:lnTo>
                <a:pt x="226424" y="90000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422381" y="938777"/>
        <a:ext cx="91440" cy="91444"/>
      </dsp:txXfrm>
    </dsp:sp>
    <dsp:sp modelId="{B35D5392-8B7A-4D02-8A2A-EEE3B039A7B5}">
      <dsp:nvSpPr>
        <dsp:cNvPr id="0" name=""/>
        <dsp:cNvSpPr/>
      </dsp:nvSpPr>
      <dsp:spPr>
        <a:xfrm>
          <a:off x="568291" y="1003285"/>
          <a:ext cx="72814" cy="67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.</a:t>
          </a:r>
        </a:p>
      </dsp:txBody>
      <dsp:txXfrm>
        <a:off x="570279" y="1005273"/>
        <a:ext cx="68838" cy="63885"/>
      </dsp:txXfrm>
    </dsp:sp>
    <dsp:sp modelId="{3B3FF396-2CA4-4E3A-8C2B-F58D2AEE57AA}">
      <dsp:nvSpPr>
        <dsp:cNvPr id="0" name=""/>
        <dsp:cNvSpPr/>
      </dsp:nvSpPr>
      <dsp:spPr>
        <a:xfrm rot="321350">
          <a:off x="640666" y="1036433"/>
          <a:ext cx="201258" cy="20350"/>
        </a:xfrm>
        <a:custGeom>
          <a:avLst/>
          <a:gdLst/>
          <a:ahLst/>
          <a:cxnLst/>
          <a:rect l="0" t="0" r="0" b="0"/>
          <a:pathLst>
            <a:path>
              <a:moveTo>
                <a:pt x="0" y="10175"/>
              </a:moveTo>
              <a:lnTo>
                <a:pt x="201258" y="10175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40666" y="1015830"/>
        <a:ext cx="201258" cy="61556"/>
      </dsp:txXfrm>
    </dsp:sp>
    <dsp:sp modelId="{F9ABFE28-8B5C-47B2-A80A-C6A5BFD627EE}">
      <dsp:nvSpPr>
        <dsp:cNvPr id="0" name=""/>
        <dsp:cNvSpPr/>
      </dsp:nvSpPr>
      <dsp:spPr>
        <a:xfrm>
          <a:off x="841485" y="1022070"/>
          <a:ext cx="72814" cy="67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3473" y="1024058"/>
        <a:ext cx="68838" cy="63885"/>
      </dsp:txXfrm>
    </dsp:sp>
    <dsp:sp modelId="{581F2601-E3BC-4002-A8E5-9BAE2B0A599A}">
      <dsp:nvSpPr>
        <dsp:cNvPr id="0" name=""/>
        <dsp:cNvSpPr/>
      </dsp:nvSpPr>
      <dsp:spPr>
        <a:xfrm rot="20715633">
          <a:off x="910890" y="1019467"/>
          <a:ext cx="207198" cy="20350"/>
        </a:xfrm>
        <a:custGeom>
          <a:avLst/>
          <a:gdLst/>
          <a:ahLst/>
          <a:cxnLst/>
          <a:rect l="0" t="0" r="0" b="0"/>
          <a:pathLst>
            <a:path>
              <a:moveTo>
                <a:pt x="0" y="10175"/>
              </a:moveTo>
              <a:lnTo>
                <a:pt x="207198" y="10175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910890" y="997956"/>
        <a:ext cx="207198" cy="63373"/>
      </dsp:txXfrm>
    </dsp:sp>
    <dsp:sp modelId="{EDC2AD8D-27BA-4200-BD04-8F34511E2930}">
      <dsp:nvSpPr>
        <dsp:cNvPr id="0" name=""/>
        <dsp:cNvSpPr/>
      </dsp:nvSpPr>
      <dsp:spPr>
        <a:xfrm>
          <a:off x="1114679" y="969354"/>
          <a:ext cx="72814" cy="67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16667" y="971342"/>
        <a:ext cx="68838" cy="63885"/>
      </dsp:txXfrm>
    </dsp:sp>
    <dsp:sp modelId="{3D4C7277-AAB1-4F46-B9D4-763B04FC76BB}">
      <dsp:nvSpPr>
        <dsp:cNvPr id="0" name=""/>
        <dsp:cNvSpPr/>
      </dsp:nvSpPr>
      <dsp:spPr>
        <a:xfrm rot="884367">
          <a:off x="910890" y="1072184"/>
          <a:ext cx="207198" cy="20350"/>
        </a:xfrm>
        <a:custGeom>
          <a:avLst/>
          <a:gdLst/>
          <a:ahLst/>
          <a:cxnLst/>
          <a:rect l="0" t="0" r="0" b="0"/>
          <a:pathLst>
            <a:path>
              <a:moveTo>
                <a:pt x="0" y="10175"/>
              </a:moveTo>
              <a:lnTo>
                <a:pt x="207198" y="10175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910890" y="1050672"/>
        <a:ext cx="207198" cy="63373"/>
      </dsp:txXfrm>
    </dsp:sp>
    <dsp:sp modelId="{935DD1A3-6402-4D51-9C53-755E8889EA43}">
      <dsp:nvSpPr>
        <dsp:cNvPr id="0" name=""/>
        <dsp:cNvSpPr/>
      </dsp:nvSpPr>
      <dsp:spPr>
        <a:xfrm>
          <a:off x="1114679" y="1074787"/>
          <a:ext cx="72814" cy="67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16667" y="1076775"/>
        <a:ext cx="68838" cy="63885"/>
      </dsp:txXfrm>
    </dsp:sp>
    <dsp:sp modelId="{9F2E5998-945F-4057-8BF9-CDE14F8AD004}">
      <dsp:nvSpPr>
        <dsp:cNvPr id="0" name=""/>
        <dsp:cNvSpPr/>
      </dsp:nvSpPr>
      <dsp:spPr>
        <a:xfrm rot="2691249">
          <a:off x="53576" y="1140827"/>
          <a:ext cx="282661" cy="180000"/>
        </a:xfrm>
        <a:custGeom>
          <a:avLst/>
          <a:gdLst/>
          <a:ahLst/>
          <a:cxnLst/>
          <a:rect l="0" t="0" r="0" b="0"/>
          <a:pathLst>
            <a:path>
              <a:moveTo>
                <a:pt x="0" y="90000"/>
              </a:moveTo>
              <a:lnTo>
                <a:pt x="362378" y="90000"/>
              </a:lnTo>
            </a:path>
          </a:pathLst>
        </a:custGeom>
        <a:noFill/>
        <a:ln w="12700" cap="flat" cmpd="sng" algn="ctr">
          <a:solidFill>
            <a:srgbClr val="696464">
              <a:lumMod val="5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solidFill>
              <a:prstClr val="white"/>
            </a:solidFill>
            <a:latin typeface="Perpetua"/>
            <a:ea typeface="+mn-ea"/>
            <a:cs typeface="+mn-cs"/>
          </a:endParaRPr>
        </a:p>
      </dsp:txBody>
      <dsp:txXfrm>
        <a:off x="149187" y="1185105"/>
        <a:ext cx="91440" cy="91444"/>
      </dsp:txXfrm>
    </dsp:sp>
    <dsp:sp modelId="{2AABE426-D2CD-4D66-B2BF-9753D969F08F}">
      <dsp:nvSpPr>
        <dsp:cNvPr id="0" name=""/>
        <dsp:cNvSpPr/>
      </dsp:nvSpPr>
      <dsp:spPr>
        <a:xfrm>
          <a:off x="295097" y="1296577"/>
          <a:ext cx="72600" cy="67861"/>
        </a:xfrm>
        <a:prstGeom prst="roundRect">
          <a:avLst>
            <a:gd name="adj" fmla="val 10000"/>
          </a:avLst>
        </a:prstGeom>
        <a:solidFill>
          <a:srgbClr val="336600"/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.</a:t>
          </a:r>
        </a:p>
      </dsp:txBody>
      <dsp:txXfrm>
        <a:off x="297085" y="1298565"/>
        <a:ext cx="68624" cy="63885"/>
      </dsp:txXfrm>
    </dsp:sp>
    <dsp:sp modelId="{959CED18-06F4-4E30-88DD-1A21ACC176D4}">
      <dsp:nvSpPr>
        <dsp:cNvPr id="0" name=""/>
        <dsp:cNvSpPr/>
      </dsp:nvSpPr>
      <dsp:spPr>
        <a:xfrm rot="20542790">
          <a:off x="362766" y="1208687"/>
          <a:ext cx="210243" cy="180000"/>
        </a:xfrm>
        <a:custGeom>
          <a:avLst/>
          <a:gdLst/>
          <a:ahLst/>
          <a:cxnLst/>
          <a:rect l="0" t="0" r="0" b="0"/>
          <a:pathLst>
            <a:path>
              <a:moveTo>
                <a:pt x="0" y="90000"/>
              </a:moveTo>
              <a:lnTo>
                <a:pt x="210243" y="90000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422168" y="1252965"/>
        <a:ext cx="91440" cy="91444"/>
      </dsp:txXfrm>
    </dsp:sp>
    <dsp:sp modelId="{09CE05AE-8047-4231-A6BC-D6AB06C301D4}">
      <dsp:nvSpPr>
        <dsp:cNvPr id="0" name=""/>
        <dsp:cNvSpPr/>
      </dsp:nvSpPr>
      <dsp:spPr>
        <a:xfrm>
          <a:off x="568078" y="1232935"/>
          <a:ext cx="71335" cy="67861"/>
        </a:xfrm>
        <a:prstGeom prst="roundRect">
          <a:avLst>
            <a:gd name="adj" fmla="val 10000"/>
          </a:avLst>
        </a:prstGeom>
        <a:solidFill>
          <a:srgbClr val="336600"/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.</a:t>
          </a:r>
        </a:p>
      </dsp:txBody>
      <dsp:txXfrm>
        <a:off x="570066" y="1234923"/>
        <a:ext cx="67359" cy="63885"/>
      </dsp:txXfrm>
    </dsp:sp>
    <dsp:sp modelId="{28160825-3C65-475C-BA6A-2212928607ED}">
      <dsp:nvSpPr>
        <dsp:cNvPr id="0" name=""/>
        <dsp:cNvSpPr/>
      </dsp:nvSpPr>
      <dsp:spPr>
        <a:xfrm>
          <a:off x="639413" y="1176866"/>
          <a:ext cx="200379" cy="180000"/>
        </a:xfrm>
        <a:custGeom>
          <a:avLst/>
          <a:gdLst/>
          <a:ahLst/>
          <a:cxnLst/>
          <a:rect l="0" t="0" r="0" b="0"/>
          <a:pathLst>
            <a:path>
              <a:moveTo>
                <a:pt x="0" y="90000"/>
              </a:moveTo>
              <a:lnTo>
                <a:pt x="200379" y="90000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93883" y="1221144"/>
        <a:ext cx="91440" cy="91444"/>
      </dsp:txXfrm>
    </dsp:sp>
    <dsp:sp modelId="{8557FD6D-89FE-4993-8472-622DFAC30779}">
      <dsp:nvSpPr>
        <dsp:cNvPr id="0" name=""/>
        <dsp:cNvSpPr/>
      </dsp:nvSpPr>
      <dsp:spPr>
        <a:xfrm>
          <a:off x="839793" y="1232935"/>
          <a:ext cx="71335" cy="67861"/>
        </a:xfrm>
        <a:prstGeom prst="roundRect">
          <a:avLst>
            <a:gd name="adj" fmla="val 10000"/>
          </a:avLst>
        </a:prstGeom>
        <a:solidFill>
          <a:srgbClr val="336600"/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.</a:t>
          </a:r>
        </a:p>
      </dsp:txBody>
      <dsp:txXfrm>
        <a:off x="841781" y="1234923"/>
        <a:ext cx="67359" cy="63885"/>
      </dsp:txXfrm>
    </dsp:sp>
    <dsp:sp modelId="{D93FFAA5-60CE-46E4-9571-57A69B588F3F}">
      <dsp:nvSpPr>
        <dsp:cNvPr id="0" name=""/>
        <dsp:cNvSpPr/>
      </dsp:nvSpPr>
      <dsp:spPr>
        <a:xfrm>
          <a:off x="911128" y="1256965"/>
          <a:ext cx="200379" cy="19801"/>
        </a:xfrm>
        <a:custGeom>
          <a:avLst/>
          <a:gdLst/>
          <a:ahLst/>
          <a:cxnLst/>
          <a:rect l="0" t="0" r="0" b="0"/>
          <a:pathLst>
            <a:path>
              <a:moveTo>
                <a:pt x="0" y="9900"/>
              </a:moveTo>
              <a:lnTo>
                <a:pt x="200379" y="9900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911128" y="1236222"/>
        <a:ext cx="200379" cy="61287"/>
      </dsp:txXfrm>
    </dsp:sp>
    <dsp:sp modelId="{15789AB0-5D12-4879-9829-F602A634090E}">
      <dsp:nvSpPr>
        <dsp:cNvPr id="0" name=""/>
        <dsp:cNvSpPr/>
      </dsp:nvSpPr>
      <dsp:spPr>
        <a:xfrm>
          <a:off x="1111508" y="1232935"/>
          <a:ext cx="71335" cy="67861"/>
        </a:xfrm>
        <a:prstGeom prst="roundRect">
          <a:avLst>
            <a:gd name="adj" fmla="val 10000"/>
          </a:avLst>
        </a:prstGeom>
        <a:solidFill>
          <a:srgbClr val="336600"/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13496" y="1234923"/>
        <a:ext cx="67359" cy="63885"/>
      </dsp:txXfrm>
    </dsp:sp>
    <dsp:sp modelId="{4C721551-200F-41B9-883F-C9B8259D1DAA}">
      <dsp:nvSpPr>
        <dsp:cNvPr id="0" name=""/>
        <dsp:cNvSpPr/>
      </dsp:nvSpPr>
      <dsp:spPr>
        <a:xfrm rot="20715633">
          <a:off x="1179434" y="1230607"/>
          <a:ext cx="207198" cy="19801"/>
        </a:xfrm>
        <a:custGeom>
          <a:avLst/>
          <a:gdLst/>
          <a:ahLst/>
          <a:cxnLst/>
          <a:rect l="0" t="0" r="0" b="0"/>
          <a:pathLst>
            <a:path>
              <a:moveTo>
                <a:pt x="0" y="9900"/>
              </a:moveTo>
              <a:lnTo>
                <a:pt x="207198" y="9900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179434" y="1208821"/>
        <a:ext cx="207198" cy="63373"/>
      </dsp:txXfrm>
    </dsp:sp>
    <dsp:sp modelId="{C2C44832-4DE9-4AFA-A73A-D26C37F05F51}">
      <dsp:nvSpPr>
        <dsp:cNvPr id="0" name=""/>
        <dsp:cNvSpPr/>
      </dsp:nvSpPr>
      <dsp:spPr>
        <a:xfrm>
          <a:off x="1383224" y="1180219"/>
          <a:ext cx="71335" cy="67861"/>
        </a:xfrm>
        <a:prstGeom prst="roundRect">
          <a:avLst>
            <a:gd name="adj" fmla="val 10000"/>
          </a:avLst>
        </a:prstGeom>
        <a:solidFill>
          <a:srgbClr val="336600"/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5212" y="1182207"/>
        <a:ext cx="67359" cy="63885"/>
      </dsp:txXfrm>
    </dsp:sp>
    <dsp:sp modelId="{74DE8076-BD85-4485-9E01-F9721AB18017}">
      <dsp:nvSpPr>
        <dsp:cNvPr id="0" name=""/>
        <dsp:cNvSpPr/>
      </dsp:nvSpPr>
      <dsp:spPr>
        <a:xfrm rot="884367">
          <a:off x="1179434" y="1283323"/>
          <a:ext cx="207198" cy="19801"/>
        </a:xfrm>
        <a:custGeom>
          <a:avLst/>
          <a:gdLst/>
          <a:ahLst/>
          <a:cxnLst/>
          <a:rect l="0" t="0" r="0" b="0"/>
          <a:pathLst>
            <a:path>
              <a:moveTo>
                <a:pt x="0" y="9900"/>
              </a:moveTo>
              <a:lnTo>
                <a:pt x="207198" y="9900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179434" y="1261537"/>
        <a:ext cx="207198" cy="63373"/>
      </dsp:txXfrm>
    </dsp:sp>
    <dsp:sp modelId="{11A55E94-13CB-4D4D-8456-8D2961649C35}">
      <dsp:nvSpPr>
        <dsp:cNvPr id="0" name=""/>
        <dsp:cNvSpPr/>
      </dsp:nvSpPr>
      <dsp:spPr>
        <a:xfrm>
          <a:off x="1383224" y="1285651"/>
          <a:ext cx="71335" cy="67861"/>
        </a:xfrm>
        <a:prstGeom prst="roundRect">
          <a:avLst>
            <a:gd name="adj" fmla="val 10000"/>
          </a:avLst>
        </a:prstGeom>
        <a:solidFill>
          <a:srgbClr val="D34817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696464">
              <a:lumMod val="5000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>
            <a:solidFill>
              <a:prstClr val="white"/>
            </a:solidFill>
            <a:latin typeface="Perpetua"/>
            <a:ea typeface="+mn-ea"/>
            <a:cs typeface="+mn-cs"/>
          </a:endParaRPr>
        </a:p>
      </dsp:txBody>
      <dsp:txXfrm>
        <a:off x="1385212" y="1287639"/>
        <a:ext cx="67359" cy="63885"/>
      </dsp:txXfrm>
    </dsp:sp>
    <dsp:sp modelId="{45CDB868-D405-44E6-A6FE-BBDA835F709B}">
      <dsp:nvSpPr>
        <dsp:cNvPr id="0" name=""/>
        <dsp:cNvSpPr/>
      </dsp:nvSpPr>
      <dsp:spPr>
        <a:xfrm rot="1607917">
          <a:off x="355642" y="1291114"/>
          <a:ext cx="224491" cy="180000"/>
        </a:xfrm>
        <a:custGeom>
          <a:avLst/>
          <a:gdLst/>
          <a:ahLst/>
          <a:cxnLst/>
          <a:rect l="0" t="0" r="0" b="0"/>
          <a:pathLst>
            <a:path>
              <a:moveTo>
                <a:pt x="0" y="90000"/>
              </a:moveTo>
              <a:lnTo>
                <a:pt x="224491" y="90000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422168" y="1335392"/>
        <a:ext cx="91440" cy="91444"/>
      </dsp:txXfrm>
    </dsp:sp>
    <dsp:sp modelId="{5A81D794-7DBF-4E4D-88EC-E712A95441CC}">
      <dsp:nvSpPr>
        <dsp:cNvPr id="0" name=""/>
        <dsp:cNvSpPr/>
      </dsp:nvSpPr>
      <dsp:spPr>
        <a:xfrm>
          <a:off x="568078" y="1397790"/>
          <a:ext cx="72176" cy="67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.</a:t>
          </a:r>
        </a:p>
      </dsp:txBody>
      <dsp:txXfrm>
        <a:off x="570066" y="1399778"/>
        <a:ext cx="68200" cy="63885"/>
      </dsp:txXfrm>
    </dsp:sp>
    <dsp:sp modelId="{8B97206A-0CBD-4171-AE5A-890C8FAC85ED}">
      <dsp:nvSpPr>
        <dsp:cNvPr id="0" name=""/>
        <dsp:cNvSpPr/>
      </dsp:nvSpPr>
      <dsp:spPr>
        <a:xfrm>
          <a:off x="640254" y="1421664"/>
          <a:ext cx="200379" cy="20113"/>
        </a:xfrm>
        <a:custGeom>
          <a:avLst/>
          <a:gdLst/>
          <a:ahLst/>
          <a:cxnLst/>
          <a:rect l="0" t="0" r="0" b="0"/>
          <a:pathLst>
            <a:path>
              <a:moveTo>
                <a:pt x="0" y="10056"/>
              </a:moveTo>
              <a:lnTo>
                <a:pt x="200379" y="10056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40254" y="1401077"/>
        <a:ext cx="200379" cy="61287"/>
      </dsp:txXfrm>
    </dsp:sp>
    <dsp:sp modelId="{D3DF127C-7B35-489F-AAE8-C63C27F14E6D}">
      <dsp:nvSpPr>
        <dsp:cNvPr id="0" name=""/>
        <dsp:cNvSpPr/>
      </dsp:nvSpPr>
      <dsp:spPr>
        <a:xfrm>
          <a:off x="840634" y="1397790"/>
          <a:ext cx="72176" cy="67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42622" y="1399778"/>
        <a:ext cx="68200" cy="63885"/>
      </dsp:txXfrm>
    </dsp:sp>
    <dsp:sp modelId="{BE9E361E-5506-44E9-A9C3-DFEFA246B3C8}">
      <dsp:nvSpPr>
        <dsp:cNvPr id="0" name=""/>
        <dsp:cNvSpPr/>
      </dsp:nvSpPr>
      <dsp:spPr>
        <a:xfrm>
          <a:off x="912811" y="1421664"/>
          <a:ext cx="200379" cy="20113"/>
        </a:xfrm>
        <a:custGeom>
          <a:avLst/>
          <a:gdLst/>
          <a:ahLst/>
          <a:cxnLst/>
          <a:rect l="0" t="0" r="0" b="0"/>
          <a:pathLst>
            <a:path>
              <a:moveTo>
                <a:pt x="0" y="10056"/>
              </a:moveTo>
              <a:lnTo>
                <a:pt x="200379" y="10056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912811" y="1401077"/>
        <a:ext cx="200379" cy="61287"/>
      </dsp:txXfrm>
    </dsp:sp>
    <dsp:sp modelId="{83373590-DFF8-4A59-8D34-5372E5BD84D0}">
      <dsp:nvSpPr>
        <dsp:cNvPr id="0" name=""/>
        <dsp:cNvSpPr/>
      </dsp:nvSpPr>
      <dsp:spPr>
        <a:xfrm>
          <a:off x="1113191" y="1397790"/>
          <a:ext cx="72176" cy="67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115179" y="1399778"/>
        <a:ext cx="68200" cy="63885"/>
      </dsp:txXfrm>
    </dsp:sp>
    <dsp:sp modelId="{933E37BA-8C5C-46C4-BEC5-8CA748BE1E17}">
      <dsp:nvSpPr>
        <dsp:cNvPr id="0" name=""/>
        <dsp:cNvSpPr/>
      </dsp:nvSpPr>
      <dsp:spPr>
        <a:xfrm>
          <a:off x="1185367" y="1421664"/>
          <a:ext cx="200379" cy="20113"/>
        </a:xfrm>
        <a:custGeom>
          <a:avLst/>
          <a:gdLst/>
          <a:ahLst/>
          <a:cxnLst/>
          <a:rect l="0" t="0" r="0" b="0"/>
          <a:pathLst>
            <a:path>
              <a:moveTo>
                <a:pt x="0" y="10056"/>
              </a:moveTo>
              <a:lnTo>
                <a:pt x="200379" y="10056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185367" y="1401077"/>
        <a:ext cx="200379" cy="61287"/>
      </dsp:txXfrm>
    </dsp:sp>
    <dsp:sp modelId="{89D82162-7D72-4EE0-AB8D-9325A00F917E}">
      <dsp:nvSpPr>
        <dsp:cNvPr id="0" name=""/>
        <dsp:cNvSpPr/>
      </dsp:nvSpPr>
      <dsp:spPr>
        <a:xfrm>
          <a:off x="1385747" y="1397790"/>
          <a:ext cx="72176" cy="67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7735" y="1399778"/>
        <a:ext cx="68200" cy="63885"/>
      </dsp:txXfrm>
    </dsp:sp>
    <dsp:sp modelId="{58E4393A-DEFA-493C-8FFD-2739EE210837}">
      <dsp:nvSpPr>
        <dsp:cNvPr id="0" name=""/>
        <dsp:cNvSpPr/>
      </dsp:nvSpPr>
      <dsp:spPr>
        <a:xfrm>
          <a:off x="1457924" y="1421664"/>
          <a:ext cx="200379" cy="20113"/>
        </a:xfrm>
        <a:custGeom>
          <a:avLst/>
          <a:gdLst/>
          <a:ahLst/>
          <a:cxnLst/>
          <a:rect l="0" t="0" r="0" b="0"/>
          <a:pathLst>
            <a:path>
              <a:moveTo>
                <a:pt x="0" y="10056"/>
              </a:moveTo>
              <a:lnTo>
                <a:pt x="200379" y="10056"/>
              </a:lnTo>
            </a:path>
          </a:pathLst>
        </a:custGeom>
        <a:noFill/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457924" y="1401077"/>
        <a:ext cx="200379" cy="61287"/>
      </dsp:txXfrm>
    </dsp:sp>
    <dsp:sp modelId="{154A01FC-409E-4DAF-815E-CD37234C51D7}">
      <dsp:nvSpPr>
        <dsp:cNvPr id="0" name=""/>
        <dsp:cNvSpPr/>
      </dsp:nvSpPr>
      <dsp:spPr>
        <a:xfrm>
          <a:off x="1658304" y="1397790"/>
          <a:ext cx="72176" cy="67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2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60292" y="1399778"/>
        <a:ext cx="68200" cy="638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BE068-9A29-4A61-BA5F-343E3E72E0AD}">
      <dsp:nvSpPr>
        <dsp:cNvPr id="0" name=""/>
        <dsp:cNvSpPr/>
      </dsp:nvSpPr>
      <dsp:spPr>
        <a:xfrm>
          <a:off x="1066803" y="0"/>
          <a:ext cx="4724398" cy="2184400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65000"/>
                <a:satMod val="270000"/>
              </a:schemeClr>
            </a:gs>
            <a:gs pos="25000">
              <a:schemeClr val="accent4">
                <a:hueOff val="0"/>
                <a:satOff val="0"/>
                <a:lumOff val="0"/>
                <a:alphaOff val="0"/>
                <a:tint val="60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29000"/>
                <a:satMod val="400000"/>
              </a:schemeClr>
            </a:gs>
          </a:gsLst>
          <a:lin ang="16200000" scaled="1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left"/>
              </m:oMathParaPr>
              <m:oMath xmlns:m="http://schemas.openxmlformats.org/officeDocument/2006/math">
                <m:r>
                  <a:rPr lang="en-US" sz="2000" b="0" i="1" kern="1200" smtClean="0">
                    <a:latin typeface="Cambria Math" panose="02040503050406030204" pitchFamily="18" charset="0"/>
                  </a:rPr>
                  <m:t>𝑐𝑙𝑜𝑠𝑢𝑟𝑒</m:t>
                </m:r>
                <m:r>
                  <a:rPr lang="en-US" sz="2000" b="0" i="1" kern="1200" smtClean="0">
                    <a:latin typeface="Cambria Math" panose="02040503050406030204" pitchFamily="18" charset="0"/>
                  </a:rPr>
                  <m:t>(</m:t>
                </m:r>
                <m:r>
                  <a:rPr lang="en-US" sz="2000" b="0" i="1" kern="1200" smtClean="0">
                    <a:latin typeface="Cambria Math" panose="02040503050406030204" pitchFamily="18" charset="0"/>
                  </a:rPr>
                  <m:t>𝑃</m:t>
                </m:r>
                <m:r>
                  <a:rPr lang="en-US" sz="2000" b="0" i="1" kern="1200" smtClean="0">
                    <a:latin typeface="Cambria Math" panose="02040503050406030204" pitchFamily="18" charset="0"/>
                  </a:rPr>
                  <m:t>)</m:t>
                </m:r>
              </m:oMath>
            </m:oMathPara>
          </a14:m>
          <a:endParaRPr lang="he-IL" sz="1100" kern="1200"/>
        </a:p>
      </dsp:txBody>
      <dsp:txXfrm>
        <a:off x="2188848" y="163830"/>
        <a:ext cx="2480309" cy="371348"/>
      </dsp:txXfrm>
    </dsp:sp>
    <dsp:sp modelId="{4D51C4F4-48C3-4673-94D9-E562EB769479}">
      <dsp:nvSpPr>
        <dsp:cNvPr id="0" name=""/>
        <dsp:cNvSpPr/>
      </dsp:nvSpPr>
      <dsp:spPr>
        <a:xfrm>
          <a:off x="2513750" y="609600"/>
          <a:ext cx="2135294" cy="1181116"/>
        </a:xfrm>
        <a:prstGeom prst="ellipse">
          <a:avLst/>
        </a:prstGeom>
        <a:gradFill rotWithShape="0">
          <a:gsLst>
            <a:gs pos="0">
              <a:schemeClr val="accent4">
                <a:hueOff val="20423033"/>
                <a:satOff val="-23986"/>
                <a:lumOff val="9216"/>
                <a:alphaOff val="0"/>
                <a:tint val="65000"/>
                <a:satMod val="270000"/>
              </a:schemeClr>
            </a:gs>
            <a:gs pos="25000">
              <a:schemeClr val="accent4">
                <a:hueOff val="20423033"/>
                <a:satOff val="-23986"/>
                <a:lumOff val="9216"/>
                <a:alphaOff val="0"/>
                <a:tint val="60000"/>
                <a:satMod val="300000"/>
              </a:schemeClr>
            </a:gs>
            <a:gs pos="100000">
              <a:schemeClr val="accent4">
                <a:hueOff val="20423033"/>
                <a:satOff val="-23986"/>
                <a:lumOff val="9216"/>
                <a:alphaOff val="0"/>
                <a:tint val="29000"/>
                <a:satMod val="400000"/>
              </a:schemeClr>
            </a:gs>
          </a:gsLst>
          <a:lin ang="16200000" scaled="1"/>
        </a:gradFill>
        <a:ln>
          <a:noFill/>
        </a:ln>
        <a:effectLst>
          <a:outerShdw blurRad="65500" dist="381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"/>
              </m:oMathParaPr>
              <m:oMath xmlns:m="http://schemas.openxmlformats.org/officeDocument/2006/math">
                <m:r>
                  <a:rPr lang="en-US" sz="2000" i="1" kern="1200" dirty="0" smtClean="0">
                    <a:latin typeface="Cambria Math" panose="02040503050406030204" pitchFamily="18" charset="0"/>
                  </a:rPr>
                  <m:t>𝑃</m:t>
                </m:r>
              </m:oMath>
            </m:oMathPara>
          </a14:m>
          <a:endParaRPr lang="he-IL" sz="1100" kern="1200"/>
        </a:p>
      </dsp:txBody>
      <dsp:txXfrm>
        <a:off x="2826457" y="904879"/>
        <a:ext cx="1509881" cy="5905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0-12-09T07:17:30.0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0 160,'0'0'2625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12-14T06:56:33.335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0 201 0,'0'0'326'0,"0"0"-188"15,0 0-99-15,0 0-16 16,0 0 31-16,0 6 8 0,0-6-22 16,0 0-14-16,0 0-1 15,0 0 2-15,0 0 15 16,0 0-16-16,0 0-16 16,0 0-10-1,0 0-15-15,0 0-36 16,0 0-38-16,0 0-35 15,0 0-110-15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3840" units="cm"/>
          <inkml:channel name="Y" type="integer" min="-13" max="1080" units="cm"/>
          <inkml:channel name="T" type="integer" max="2.14748E9" units="dev"/>
        </inkml:traceFormat>
        <inkml:channelProperties>
          <inkml:channelProperty channel="X" name="resolution" value="120.75471" units="1/cm"/>
          <inkml:channelProperty channel="Y" name="resolution" value="40.78358" units="1/cm"/>
          <inkml:channelProperty channel="T" name="resolution" value="1" units="1/dev"/>
        </inkml:channelProperties>
      </inkml:inkSource>
      <inkml:timestamp xml:id="ts0" timeString="2020-12-14T07:00:48.785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6T15:14:46.8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63 18980,'0'0'4529,"-16"-27"-7770,53-9-9105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0-12-14T06:56:33.335"/>
    </inkml:context>
    <inkml:brush xml:id="br0">
      <inkml:brushProperty name="width" value="0.05" units="cm"/>
      <inkml:brushProperty name="height" value="0.05" units="cm"/>
      <inkml:brushProperty name="color" value="#3165BB"/>
      <inkml:brushProperty name="fitToCurve" value="1"/>
    </inkml:brush>
  </inkml:definitions>
  <inkml:trace contextRef="#ctx0" brushRef="#br0">0 0 201 0,'0'0'326'0,"0"0"-188"15,0 0-99-15,0 0-16 16,0 0 31-16,0 133 8 0,0-133-22 16,0 0-14-16,0 0-1 15,0 0 2-15,0 0 15 16,0 0-16-16,0 0-16 16,0 0-10-1,0 0-15-15,0 0-36 16,0 0-38-16,0 0-35 15,0 0-110-15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24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4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19100" y="1447800"/>
            <a:ext cx="8305800" cy="5334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3" name="Picture 2" descr="סרט מודעות צהוב – ויקיפדיה">
            <a:extLst>
              <a:ext uri="{FF2B5EF4-FFF2-40B4-BE49-F238E27FC236}">
                <a16:creationId xmlns:a16="http://schemas.microsoft.com/office/drawing/2014/main" id="{A1F3BFC9-FCFD-220E-D752-515C1E2C70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8906" y="7620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4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32.png"/><Relationship Id="rId5" Type="http://schemas.openxmlformats.org/officeDocument/2006/relationships/image" Target="../media/image36.png"/><Relationship Id="rId10" Type="http://schemas.microsoft.com/office/2017/06/relationships/model3d" Target="../media/model3d1.glb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microsoft.com/office/2017/06/relationships/model3d" Target="../media/model3d1.glb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7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69.png"/><Relationship Id="rId4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8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8.png"/><Relationship Id="rId4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81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83.png"/><Relationship Id="rId4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86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3.png"/><Relationship Id="rId4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eg"/><Relationship Id="rId3" Type="http://schemas.openxmlformats.org/officeDocument/2006/relationships/image" Target="../media/image72.png"/><Relationship Id="rId7" Type="http://schemas.openxmlformats.org/officeDocument/2006/relationships/image" Target="../media/image90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0.png"/><Relationship Id="rId13" Type="http://schemas.openxmlformats.org/officeDocument/2006/relationships/image" Target="../media/image68.png"/><Relationship Id="rId3" Type="http://schemas.openxmlformats.org/officeDocument/2006/relationships/customXml" Target="../ink/ink2.xml"/><Relationship Id="rId12" Type="http://schemas.openxmlformats.org/officeDocument/2006/relationships/image" Target="../media/image840.png"/><Relationship Id="rId17" Type="http://schemas.openxmlformats.org/officeDocument/2006/relationships/image" Target="../media/image91.png"/><Relationship Id="rId2" Type="http://schemas.openxmlformats.org/officeDocument/2006/relationships/image" Target="../media/image93.png"/><Relationship Id="rId16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11" Type="http://schemas.openxmlformats.org/officeDocument/2006/relationships/image" Target="../media/image830.png"/><Relationship Id="rId5" Type="http://schemas.openxmlformats.org/officeDocument/2006/relationships/customXml" Target="../ink/ink3.xml"/><Relationship Id="rId15" Type="http://schemas.openxmlformats.org/officeDocument/2006/relationships/image" Target="../media/image850.png"/><Relationship Id="rId10" Type="http://schemas.openxmlformats.org/officeDocument/2006/relationships/image" Target="../media/image820.png"/><Relationship Id="rId4" Type="http://schemas.openxmlformats.org/officeDocument/2006/relationships/image" Target="../media/image94.png"/><Relationship Id="rId9" Type="http://schemas.openxmlformats.org/officeDocument/2006/relationships/image" Target="../media/image810.png"/><Relationship Id="rId14" Type="http://schemas.openxmlformats.org/officeDocument/2006/relationships/image" Target="../media/image70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7" Type="http://schemas.openxmlformats.org/officeDocument/2006/relationships/image" Target="../media/image98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svg"/><Relationship Id="rId5" Type="http://schemas.openxmlformats.org/officeDocument/2006/relationships/image" Target="../media/image68.png"/><Relationship Id="rId4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0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0.png"/><Relationship Id="rId3" Type="http://schemas.openxmlformats.org/officeDocument/2006/relationships/image" Target="../media/image920.png"/><Relationship Id="rId7" Type="http://schemas.openxmlformats.org/officeDocument/2006/relationships/image" Target="../media/image960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0.png"/><Relationship Id="rId11" Type="http://schemas.openxmlformats.org/officeDocument/2006/relationships/image" Target="../media/image99.png"/><Relationship Id="rId5" Type="http://schemas.openxmlformats.org/officeDocument/2006/relationships/image" Target="../media/image940.png"/><Relationship Id="rId10" Type="http://schemas.openxmlformats.org/officeDocument/2006/relationships/image" Target="../media/image990.png"/><Relationship Id="rId4" Type="http://schemas.openxmlformats.org/officeDocument/2006/relationships/image" Target="../media/image930.png"/><Relationship Id="rId9" Type="http://schemas.openxmlformats.org/officeDocument/2006/relationships/image" Target="../media/image98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1020.png"/><Relationship Id="rId7" Type="http://schemas.openxmlformats.org/officeDocument/2006/relationships/image" Target="../media/image1060.png"/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0.png"/><Relationship Id="rId5" Type="http://schemas.openxmlformats.org/officeDocument/2006/relationships/image" Target="../media/image1040.png"/><Relationship Id="rId4" Type="http://schemas.openxmlformats.org/officeDocument/2006/relationships/image" Target="../media/image1030.png"/><Relationship Id="rId9" Type="http://schemas.openxmlformats.org/officeDocument/2006/relationships/image" Target="../media/image70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80.png"/><Relationship Id="rId7" Type="http://schemas.openxmlformats.org/officeDocument/2006/relationships/image" Target="../media/image112.png"/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18.png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30.xml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30.xml"/><Relationship Id="rId5" Type="http://schemas.openxmlformats.org/officeDocument/2006/relationships/diagramLayout" Target="../diagrams/layout3.xml"/><Relationship Id="rId10" Type="http://schemas.openxmlformats.org/officeDocument/2006/relationships/diagramLayout" Target="../diagrams/layout30.xml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2.png"/><Relationship Id="rId7" Type="http://schemas.openxmlformats.org/officeDocument/2006/relationships/image" Target="../media/image124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0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jpe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סְגוֹר של תכונה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Property Closure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789751-E909-EDB3-C304-F91094405823}"/>
              </a:ext>
            </a:extLst>
          </p:cNvPr>
          <p:cNvSpPr/>
          <p:nvPr/>
        </p:nvSpPr>
        <p:spPr>
          <a:xfrm>
            <a:off x="7989771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0"/>
            <a:r>
              <a:rPr lang="en-US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576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Picture 2" descr="סרט מודעות צהוב – ויקיפדיה">
            <a:extLst>
              <a:ext uri="{FF2B5EF4-FFF2-40B4-BE49-F238E27FC236}">
                <a16:creationId xmlns:a16="http://schemas.microsoft.com/office/drawing/2014/main" id="{48760CD7-8202-6AD0-B804-BF58BA9A9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60" y="252041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advTm="1047"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93426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תכונות זמן לינארי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399"/>
            <a:ext cx="457200" cy="477371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33400" y="1600200"/>
                <a:ext cx="8077200" cy="4419600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3600"/>
                  </a:spcBef>
                  <a:spcAft>
                    <a:spcPts val="36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קבוצה של מילים באורך אין-סופי שהאותיות שלהן הן קבוצות של פסוקים אטומיים:</a:t>
                </a:r>
              </a:p>
              <a:p>
                <a:pPr marL="0" indent="0" algn="ctr" rtl="0">
                  <a:spcBef>
                    <a:spcPts val="3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𝐴𝑃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3600"/>
                  </a:spcBef>
                  <a:spcAft>
                    <a:spcPts val="36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אומרים שמערכת מקיימת תכונה אם כל רצפי העקבות שהמערכת משאירה, בכל הריצות שלה, נמצאות בקבוצה:</a:t>
                </a:r>
              </a:p>
              <a:p>
                <a:pPr marL="0" indent="0">
                  <a:spcBef>
                    <a:spcPts val="3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 ⇔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𝑇𝑟𝑎𝑐𝑒𝑠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𝑇𝑆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600"/>
                  </a:spcBef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33400" y="1600200"/>
                <a:ext cx="8077200" cy="4419600"/>
              </a:xfrm>
              <a:blipFill>
                <a:blip r:embed="rId2"/>
                <a:stretch>
                  <a:fillRect t="-1517" r="-1283" b="-965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V="1">
            <a:off x="3048000" y="5334000"/>
            <a:ext cx="0" cy="45720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55563" y="5791200"/>
                <a:ext cx="2073966" cy="64633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הסימון שלנו לאמירה</a:t>
                </a:r>
                <a:br>
                  <a:rPr lang="en-US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את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563" y="5791200"/>
                <a:ext cx="2073966" cy="646331"/>
              </a:xfrm>
              <a:prstGeom prst="rect">
                <a:avLst/>
              </a:prstGeom>
              <a:blipFill>
                <a:blip r:embed="rId3"/>
                <a:stretch>
                  <a:fillRect l="-2059" t="-4717" r="-2353" b="-141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2497945"/>
      </p:ext>
    </p:extLst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93426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399"/>
            <a:ext cx="457200" cy="477371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371197" y="2157731"/>
                <a:ext cx="868186" cy="46166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197" y="2157731"/>
                <a:ext cx="868186" cy="461665"/>
              </a:xfrm>
              <a:prstGeom prst="rect">
                <a:avLst/>
              </a:prstGeom>
              <a:blipFill>
                <a:blip r:embed="rId4"/>
                <a:stretch>
                  <a:fillRect l="-704" t="-11842" r="-19014" b="-276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614664" y="3835775"/>
                <a:ext cx="6067072" cy="66204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𝐴𝑃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  <m:func>
                        <m:funcPr>
                          <m:ctrlP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</m:e>
                            <m:lim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]⊨</m:t>
                          </m:r>
                          <m:r>
                            <a:rPr lang="en-US" sz="28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func>
                      <m:r>
                        <a:rPr lang="en-US" sz="28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 sz="2800">
                  <a:solidFill>
                    <a:srgbClr val="C0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664" y="3835775"/>
                <a:ext cx="6067072" cy="662041"/>
              </a:xfrm>
              <a:prstGeom prst="rect">
                <a:avLst/>
              </a:prstGeom>
              <a:blipFill>
                <a:blip r:embed="rId5"/>
                <a:stretch>
                  <a:fillRect t="-8257" b="-458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0C0DA7C-223D-CF03-835C-BCAE1BA8E813}"/>
              </a:ext>
            </a:extLst>
          </p:cNvPr>
          <p:cNvGrpSpPr/>
          <p:nvPr/>
        </p:nvGrpSpPr>
        <p:grpSpPr>
          <a:xfrm>
            <a:off x="3539905" y="1428961"/>
            <a:ext cx="1929834" cy="1755359"/>
            <a:chOff x="3383966" y="1303218"/>
            <a:chExt cx="3289884" cy="1755359"/>
          </a:xfrm>
        </p:grpSpPr>
        <p:sp>
          <p:nvSpPr>
            <p:cNvPr id="6" name="Rectangle 5"/>
            <p:cNvSpPr/>
            <p:nvPr/>
          </p:nvSpPr>
          <p:spPr>
            <a:xfrm>
              <a:off x="3733800" y="2238396"/>
              <a:ext cx="8382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5410200" y="2238396"/>
              <a:ext cx="8382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9" name="Elbow Connector 8"/>
            <p:cNvCxnSpPr>
              <a:stCxn id="6" idx="0"/>
              <a:endCxn id="6" idx="1"/>
            </p:cNvCxnSpPr>
            <p:nvPr/>
          </p:nvCxnSpPr>
          <p:spPr>
            <a:xfrm rot="16200000" flipH="1" flipV="1">
              <a:off x="3829050" y="2143146"/>
              <a:ext cx="228600" cy="419100"/>
            </a:xfrm>
            <a:prstGeom prst="bentConnector4">
              <a:avLst>
                <a:gd name="adj1" fmla="val -100000"/>
                <a:gd name="adj2" fmla="val 154545"/>
              </a:avLst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Elbow Connector 10"/>
            <p:cNvCxnSpPr>
              <a:stCxn id="6" idx="2"/>
              <a:endCxn id="7" idx="2"/>
            </p:cNvCxnSpPr>
            <p:nvPr/>
          </p:nvCxnSpPr>
          <p:spPr>
            <a:xfrm rot="16200000" flipH="1">
              <a:off x="4991100" y="1857396"/>
              <a:ext cx="12700" cy="1676400"/>
            </a:xfrm>
            <a:prstGeom prst="bentConnector3">
              <a:avLst>
                <a:gd name="adj1" fmla="val 2940598"/>
              </a:avLst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7" idx="1"/>
              <a:endCxn id="6" idx="3"/>
            </p:cNvCxnSpPr>
            <p:nvPr/>
          </p:nvCxnSpPr>
          <p:spPr>
            <a:xfrm flipH="1">
              <a:off x="4572000" y="2466996"/>
              <a:ext cx="8382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3383966" y="2689245"/>
                  <a:ext cx="5593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3966" y="2689245"/>
                  <a:ext cx="559384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7407" t="-10000" r="-81481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5895880" y="2685934"/>
                  <a:ext cx="777970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5880" y="2685934"/>
                  <a:ext cx="77797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4000" t="-8197" r="-80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/>
            <p:cNvCxnSpPr/>
            <p:nvPr/>
          </p:nvCxnSpPr>
          <p:spPr>
            <a:xfrm flipH="1">
              <a:off x="6248400" y="2619396"/>
              <a:ext cx="279692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5410200" y="1303218"/>
              <a:ext cx="838200" cy="45720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27" name="Straight Arrow Connector 26"/>
            <p:cNvCxnSpPr>
              <a:stCxn id="7" idx="0"/>
              <a:endCxn id="25" idx="2"/>
            </p:cNvCxnSpPr>
            <p:nvPr/>
          </p:nvCxnSpPr>
          <p:spPr>
            <a:xfrm flipV="1">
              <a:off x="5829300" y="1760418"/>
              <a:ext cx="0" cy="47797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Elbow Connector 28"/>
            <p:cNvCxnSpPr>
              <a:stCxn id="25" idx="3"/>
              <a:endCxn id="7" idx="3"/>
            </p:cNvCxnSpPr>
            <p:nvPr/>
          </p:nvCxnSpPr>
          <p:spPr>
            <a:xfrm>
              <a:off x="6248400" y="1531818"/>
              <a:ext cx="12700" cy="935178"/>
            </a:xfrm>
            <a:prstGeom prst="bentConnector3">
              <a:avLst>
                <a:gd name="adj1" fmla="val 7754631"/>
              </a:avLst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5897604" y="1715059"/>
                  <a:ext cx="560345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7604" y="1715059"/>
                  <a:ext cx="560345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7547" t="-9836" r="-8679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614664" y="4651701"/>
                <a:ext cx="6067072" cy="66204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3366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solidFill>
                                        <a:srgbClr val="3366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3366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solidFill>
                                        <a:srgbClr val="3366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𝐴𝑃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limLow>
                        <m:limLowPr>
                          <m:ctrlPr>
                            <a:rPr lang="en-US" sz="28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8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</m:e>
                        <m:lim>
                          <m:r>
                            <a:rPr lang="en-US" sz="2800" i="1">
                              <a:solidFill>
                                <a:srgbClr val="3366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lim>
                      </m:limLow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]⊨</m:t>
                      </m:r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 sz="2800">
                  <a:solidFill>
                    <a:srgbClr val="3366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664" y="4651701"/>
                <a:ext cx="6067072" cy="662041"/>
              </a:xfrm>
              <a:prstGeom prst="rect">
                <a:avLst/>
              </a:prstGeom>
              <a:blipFill>
                <a:blip r:embed="rId9"/>
                <a:stretch>
                  <a:fillRect t="-8257" b="-458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1613109" y="5800726"/>
                <a:ext cx="2147206" cy="523220"/>
              </a:xfrm>
              <a:prstGeom prst="rect">
                <a:avLst/>
              </a:prstGeom>
              <a:solidFill>
                <a:srgbClr val="009900"/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⊨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109" y="5800726"/>
                <a:ext cx="2147206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320394" y="5800726"/>
                <a:ext cx="2147206" cy="52322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sz="2800" i="1" dirty="0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⊭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394" y="5800726"/>
                <a:ext cx="214720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2365562"/>
      </p:ext>
    </p:extLst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93426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תכונות בטיחות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399"/>
            <a:ext cx="457200" cy="477371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33400" y="1095375"/>
                <a:ext cx="8077200" cy="54102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3600"/>
                  </a:spcBef>
                  <a:buNone/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8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נקראת </a:t>
                </a: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לכל</a:t>
                </a: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sz="2800" i="1">
                        <a:latin typeface="Cambria Math"/>
                      </a:rPr>
                      <m:t>𝜎</m:t>
                    </m:r>
                  </m:oMath>
                </a14:m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שאינה מקיימת את התכונה יש רֵישָׁא סופית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/>
                      </a:rPr>
                      <m:t>𝜌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כך שכל </a:t>
                </a: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ש-</a:t>
                </a:r>
                <a14:m>
                  <m:oMath xmlns:m="http://schemas.openxmlformats.org/officeDocument/2006/math">
                    <m:r>
                      <a:rPr lang="he-IL" sz="2800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היא רֵישָׁא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שלה לא מקיימת את התכונה.</a:t>
                </a:r>
              </a:p>
              <a:p>
                <a:pPr>
                  <a:lnSpc>
                    <a:spcPct val="120000"/>
                  </a:lnSpc>
                  <a:spcBef>
                    <a:spcPts val="2400"/>
                  </a:spcBef>
                </a:pPr>
                <a:r>
                  <a:rPr lang="he-IL" sz="1700">
                    <a:latin typeface="Gisha" panose="020B0502040204020203" pitchFamily="34" charset="-79"/>
                    <a:cs typeface="Gisha" panose="020B0502040204020203" pitchFamily="34" charset="-79"/>
                  </a:rPr>
                  <a:t>התכונה</a:t>
                </a:r>
              </a:p>
              <a:p>
                <a:pPr marL="0" indent="0" algn="ctr" rtl="0">
                  <a:lnSpc>
                    <a:spcPct val="120000"/>
                  </a:lnSpc>
                  <a:spcBef>
                    <a:spcPts val="3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{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𝐴𝑃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b="0" i="1" smtClean="0">
                          <a:latin typeface="Cambria Math"/>
                        </a:rPr>
                        <m:t>:∀</m:t>
                      </m:r>
                      <m:r>
                        <a:rPr lang="en-US" b="0" i="1" smtClean="0">
                          <a:latin typeface="Cambria Math"/>
                        </a:rPr>
                        <m:t>𝑖</m:t>
                      </m:r>
                      <m:r>
                        <a:rPr lang="en-US" b="0" i="1" smtClean="0">
                          <a:latin typeface="Cambria Math"/>
                        </a:rPr>
                        <m:t> .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⊨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⊨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∨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} 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74320" lvl="1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he-IL" sz="17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היא תכונת בטיחות </a:t>
                </a:r>
                <a:r>
                  <a:rPr lang="he-IL" sz="1700">
                    <a:latin typeface="Gisha" panose="020B0502040204020203" pitchFamily="34" charset="-79"/>
                    <a:cs typeface="Gisha" panose="020B0502040204020203" pitchFamily="34" charset="-79"/>
                  </a:rPr>
                  <a:t>כי </a:t>
                </a:r>
                <a:r>
                  <a:rPr lang="he-IL" sz="17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בכל מילה שאינה מקיימת את התכונה </a:t>
                </a:r>
                <a:r>
                  <a:rPr lang="he-IL" sz="1700">
                    <a:latin typeface="Gisha" panose="020B0502040204020203" pitchFamily="34" charset="-79"/>
                    <a:cs typeface="Gisha" panose="020B0502040204020203" pitchFamily="34" charset="-79"/>
                  </a:rPr>
                  <a:t>יש אות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7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700">
                    <a:latin typeface="Gisha" panose="020B0502040204020203" pitchFamily="34" charset="-79"/>
                    <a:cs typeface="Gisha" panose="020B0502040204020203" pitchFamily="34" charset="-79"/>
                  </a:rPr>
                  <a:t> המכילה את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he-IL" sz="1700">
                    <a:latin typeface="Gisha" panose="020B0502040204020203" pitchFamily="34" charset="-79"/>
                    <a:cs typeface="Gisha" panose="020B0502040204020203" pitchFamily="34" charset="-79"/>
                  </a:rPr>
                  <a:t> והאות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7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he-IL" sz="1700">
                    <a:latin typeface="Gisha" panose="020B0502040204020203" pitchFamily="34" charset="-79"/>
                    <a:cs typeface="Gisha" panose="020B0502040204020203" pitchFamily="34" charset="-79"/>
                  </a:rPr>
                  <a:t>, שלושה מקומות אחריה, אינה מכילה לא את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/>
                      </a:rPr>
                      <m:t>𝑝</m:t>
                    </m:r>
                  </m:oMath>
                </a14:m>
                <a:r>
                  <a:rPr lang="he-IL" sz="1700">
                    <a:latin typeface="Gisha" panose="020B0502040204020203" pitchFamily="34" charset="-79"/>
                    <a:cs typeface="Gisha" panose="020B0502040204020203" pitchFamily="34" charset="-79"/>
                  </a:rPr>
                  <a:t> ולא את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he-IL" sz="1700">
                    <a:latin typeface="Gisha" panose="020B0502040204020203" pitchFamily="34" charset="-79"/>
                    <a:cs typeface="Gisha" panose="020B0502040204020203" pitchFamily="34" charset="-79"/>
                  </a:rPr>
                  <a:t>. לכן ניתן לבחור רישא סופית  </a:t>
                </a:r>
                <a14:m>
                  <m:oMath xmlns:m="http://schemas.openxmlformats.org/officeDocument/2006/math">
                    <m:r>
                      <a:rPr lang="en-US" sz="1700" b="0" i="1" smtClean="0">
                        <a:latin typeface="Cambria Math"/>
                      </a:rPr>
                      <m:t>𝜌</m:t>
                    </m:r>
                    <m:r>
                      <a:rPr lang="en-US" sz="1700" b="0" i="1" smtClean="0">
                        <a:latin typeface="Cambria Math"/>
                      </a:rPr>
                      <m:t>=</m:t>
                    </m:r>
                    <m:r>
                      <a:rPr lang="en-US" sz="17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..(</m:t>
                        </m:r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17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he-IL" sz="17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כך שכל מילה אינסופית ש-</a:t>
                </a:r>
                <a14:m>
                  <m:oMath xmlns:m="http://schemas.openxmlformats.org/officeDocument/2006/math">
                    <m:r>
                      <a:rPr lang="he-IL" sz="17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he-IL" sz="17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רישא שלה</a:t>
                </a:r>
                <a:r>
                  <a:rPr lang="he-IL" sz="1700">
                    <a:latin typeface="Gisha" panose="020B0502040204020203" pitchFamily="34" charset="-79"/>
                    <a:cs typeface="Gisha" panose="020B0502040204020203" pitchFamily="34" charset="-79"/>
                  </a:rPr>
                  <a:t> לא תקיים את התכונה.</a:t>
                </a: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</a:pPr>
                <a:r>
                  <a:rPr lang="he-IL" sz="1700">
                    <a:latin typeface="Gisha" panose="020B0502040204020203" pitchFamily="34" charset="-79"/>
                    <a:cs typeface="Gisha" panose="020B0502040204020203" pitchFamily="34" charset="-79"/>
                  </a:rPr>
                  <a:t>התכונה</a:t>
                </a:r>
              </a:p>
              <a:p>
                <a:pPr marL="0" indent="0" algn="ctr" rtl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/>
                            </a:rPr>
                            <m:t>:∀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 .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]⊨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/>
                                </a:rPr>
                                <m:t>⇒∃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&gt;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 .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⊨</m:t>
                                  </m:r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268288" indent="0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he-IL" sz="17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איננה תכונת בטיחות </a:t>
                </a:r>
                <a:r>
                  <a:rPr lang="he-IL" sz="17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כי כל רישה סופית של המילה</a:t>
                </a:r>
                <a14:m>
                  <m:oMath xmlns:m="http://schemas.openxmlformats.org/officeDocument/2006/math">
                    <m:r>
                      <a:rPr lang="he-IL" sz="1700" b="0" i="1" smtClean="0">
                        <a:latin typeface="Cambria Math"/>
                      </a:rPr>
                      <m:t>𝜎</m:t>
                    </m:r>
                    <m:r>
                      <a:rPr lang="he-IL" sz="17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700" b="0" i="1" smtClean="0">
                            <a:latin typeface="Cambria Math"/>
                          </a:rPr>
                          <m:t>𝑝</m:t>
                        </m:r>
                      </m:e>
                    </m:d>
                    <m:sSup>
                      <m:sSupPr>
                        <m:ctrlPr>
                          <a:rPr lang="en-US" sz="17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1" smtClean="0">
                            <a:latin typeface="Cambria Math"/>
                          </a:rPr>
                          <m:t>{</m:t>
                        </m:r>
                        <m:r>
                          <m:rPr>
                            <m:lit/>
                          </m:rPr>
                          <a:rPr lang="en-US" sz="1700" b="0" i="1" smtClean="0">
                            <a:latin typeface="Cambria Math"/>
                          </a:rPr>
                          <m:t> </m:t>
                        </m:r>
                        <m:r>
                          <a:rPr lang="en-US" sz="1700" b="0" i="1" smtClean="0">
                            <a:latin typeface="Cambria Math"/>
                          </a:rPr>
                          <m:t>}</m:t>
                        </m:r>
                      </m:e>
                      <m:sup>
                        <m:r>
                          <a:rPr lang="en-US" sz="1700" b="0" i="1" smtClean="0">
                            <a:latin typeface="Cambria Math"/>
                          </a:rPr>
                          <m:t>𝜔</m:t>
                        </m:r>
                      </m:sup>
                    </m:sSup>
                    <m:r>
                      <a:rPr lang="he-IL" sz="17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1700">
                    <a:latin typeface="Gisha" panose="020B0502040204020203" pitchFamily="34" charset="-79"/>
                    <a:cs typeface="Gisha" panose="020B0502040204020203" pitchFamily="34" charset="-79"/>
                  </a:rPr>
                  <a:t>, למשל, שאיננה מקיימת את התכונה, ניתן להמשיך למילה אינסופית שתקיים את התכונה.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33400" y="1095375"/>
                <a:ext cx="8077200" cy="5410200"/>
              </a:xfrm>
              <a:blipFill>
                <a:blip r:embed="rId2"/>
                <a:stretch>
                  <a:fillRect l="-2415" t="-338" r="-12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885418"/>
      </p:ext>
    </p:extLst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93426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תכונות בטיחות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399"/>
            <a:ext cx="457200" cy="477371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134166"/>
                <a:ext cx="8686800" cy="5410200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3600"/>
                  </a:spcBef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400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היא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/>
                      </a:rPr>
                      <m:t>𝜎</m:t>
                    </m:r>
                  </m:oMath>
                </a14:m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שאינה מקיימת את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יש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רֵישָׁא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𝜌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כך שכל 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ש-</a:t>
                </a:r>
                <a14:m>
                  <m:oMath xmlns:m="http://schemas.openxmlformats.org/officeDocument/2006/math">
                    <m:r>
                      <a:rPr lang="he-IL" sz="2400" b="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 רֵישָׁא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שלה לא מקיימת את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.</a:t>
                </a:r>
              </a:p>
              <a:p>
                <a:pPr>
                  <a:spcBef>
                    <a:spcPts val="3600"/>
                  </a:spcBef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600"/>
                  </a:spcBef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600"/>
                  </a:spcBef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600"/>
                  </a:spcBef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3600"/>
                  </a:spcBef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3600"/>
                  </a:spcBef>
                  <a:buNone/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134166"/>
                <a:ext cx="8686800" cy="5410200"/>
              </a:xfrm>
              <a:blipFill>
                <a:blip r:embed="rId2"/>
                <a:stretch>
                  <a:fillRect l="-632" t="-1014" r="-1263" b="-1261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 rot="381783">
                <a:off x="4132917" y="4555988"/>
                <a:ext cx="762902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81783">
                <a:off x="4132917" y="4555988"/>
                <a:ext cx="76290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3505200" y="4495800"/>
            <a:ext cx="1981200" cy="2057400"/>
            <a:chOff x="3657600" y="4648200"/>
            <a:chExt cx="1981200" cy="1905000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5638800" y="4648200"/>
              <a:ext cx="0" cy="1905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3657600" y="4648200"/>
              <a:ext cx="0" cy="1905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 rot="21386384">
                <a:off x="3896491" y="5142899"/>
                <a:ext cx="121920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⊏</m:t>
                      </m:r>
                      <m:r>
                        <a:rPr lang="he-IL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b="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86384">
                <a:off x="3896491" y="5142899"/>
                <a:ext cx="1219200" cy="369332"/>
              </a:xfrm>
              <a:prstGeom prst="rect">
                <a:avLst/>
              </a:prstGeom>
              <a:blipFill>
                <a:blip r:embed="rId4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3505200" y="4800600"/>
            <a:ext cx="1981200" cy="1609725"/>
            <a:chOff x="3657600" y="4800600"/>
            <a:chExt cx="1600200" cy="1609725"/>
          </a:xfrm>
        </p:grpSpPr>
        <p:cxnSp>
          <p:nvCxnSpPr>
            <p:cNvPr id="14" name="Straight Arrow Connector 13"/>
            <p:cNvCxnSpPr/>
            <p:nvPr/>
          </p:nvCxnSpPr>
          <p:spPr>
            <a:xfrm>
              <a:off x="3657600" y="4800600"/>
              <a:ext cx="1600200" cy="2286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flipH="1">
              <a:off x="3657600" y="5410200"/>
              <a:ext cx="1600200" cy="1524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3657600" y="6181725"/>
              <a:ext cx="1600200" cy="2286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 rot="422628">
                <a:off x="3604763" y="5945605"/>
                <a:ext cx="184159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s.t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b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22628">
                <a:off x="3604763" y="5945605"/>
                <a:ext cx="18415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 flipH="1">
                <a:off x="6019800" y="2438400"/>
                <a:ext cx="2667000" cy="923330"/>
              </a:xfrm>
              <a:prstGeom prst="homePlate">
                <a:avLst/>
              </a:prstGeom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wrap="square" rtlCol="1">
                <a:spAutoFit/>
              </a:bodyPr>
              <a:lstStyle>
                <a:defPPr>
                  <a:defRPr lang="he-IL"/>
                </a:defPPr>
                <a:lvl1pPr algn="ctr">
                  <a:defRPr>
                    <a:solidFill>
                      <a:schemeClr val="lt1"/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מתמטיקאי המנסה להוכיח ש-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תכונת בטיחות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19800" y="2438400"/>
                <a:ext cx="2667000" cy="923330"/>
              </a:xfrm>
              <a:prstGeom prst="homePlat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762000" y="2438400"/>
            <a:ext cx="2209800" cy="923330"/>
          </a:xfrm>
          <a:prstGeom prst="homePlate">
            <a:avLst/>
          </a:prstGeom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יריב המנסה להראות שההוכחה אינה נכונה</a:t>
            </a:r>
          </a:p>
        </p:txBody>
      </p:sp>
      <p:pic>
        <p:nvPicPr>
          <p:cNvPr id="6" name="Picture 5" descr="A basketball player dribbling a ball&#10;&#10;Description automatically generated">
            <a:extLst>
              <a:ext uri="{FF2B5EF4-FFF2-40B4-BE49-F238E27FC236}">
                <a16:creationId xmlns:a16="http://schemas.microsoft.com/office/drawing/2014/main" id="{CE6715E1-7F5A-9CA3-7325-B2229EEB48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805282"/>
            <a:ext cx="3835813" cy="294621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0882756"/>
      </p:ext>
    </p:extLst>
  </p:cSld>
  <p:clrMapOvr>
    <a:masterClrMapping/>
  </p:clrMapOvr>
  <p:transition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תכונת בטיחות רגולרית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19200" y="1295400"/>
                <a:ext cx="7097555" cy="9861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 algn="ctr">
                  <a:spcBef>
                    <a:spcPts val="2400"/>
                  </a:spcBef>
                  <a:spcAft>
                    <a:spcPts val="1200"/>
                  </a:spcAft>
                  <a:buClr>
                    <a:srgbClr val="9B2D1F"/>
                  </a:buClr>
                </a:pP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"אור אדום נדלק רק אחרי אור צהוב"</a:t>
                </a:r>
              </a:p>
              <a:p>
                <a:pPr marL="58738" lvl="2" algn="ctr">
                  <a:spcBef>
                    <a:spcPts val="2400"/>
                  </a:spcBef>
                  <a:buClr>
                    <a:srgbClr val="9B2D1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{</m:t>
                      </m:r>
                      <m:r>
                        <a:rPr lang="he-IL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he-IL" sz="200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he-IL" sz="2000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𝐴𝑃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p>
                      </m:sSup>
                      <m:r>
                        <a:rPr lang="en-US" sz="20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:  </m:t>
                      </m:r>
                      <m:r>
                        <a:rPr lang="en-US" sz="20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m:rPr>
                          <m:nor/>
                        </m:rPr>
                        <a:rPr lang="en-US" sz="2000" b="0" i="0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⊨</m:t>
                      </m:r>
                      <m:r>
                        <a:rPr lang="en-US" sz="20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𝑟𝑒𝑑</m:t>
                      </m:r>
                      <m:r>
                        <a:rPr lang="en-US" i="1" dirty="0">
                          <a:solidFill>
                            <a:srgbClr val="0000FF"/>
                          </a:solidFill>
                          <a:latin typeface="Cambria Math"/>
                        </a:rPr>
                        <m:t>⇒</m:t>
                      </m:r>
                      <m:d>
                        <m:dPr>
                          <m:ctrlPr>
                            <a:rPr lang="en-US" sz="20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err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m:rPr>
                              <m:nor/>
                            </m:rPr>
                            <a:rPr lang="en-US" sz="2000" i="0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&gt;</m:t>
                          </m:r>
                          <m:r>
                            <a:rPr lang="en-US" sz="200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sz="200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 ∧</m:t>
                          </m:r>
                          <m:r>
                            <a:rPr lang="en-US" sz="20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en-US" sz="2000" b="0" i="0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000" b="0" i="0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00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𝑦𝑒𝑙𝑙𝑜𝑤</m:t>
                          </m:r>
                        </m:e>
                      </m:d>
                      <m:r>
                        <a:rPr lang="en-US" sz="20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he-IL" sz="2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295400"/>
                <a:ext cx="7097555" cy="986104"/>
              </a:xfrm>
              <a:prstGeom prst="rect">
                <a:avLst/>
              </a:prstGeom>
              <a:blipFill>
                <a:blip r:embed="rId2"/>
                <a:stretch>
                  <a:fillRect t="-7453" b="-993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4800" y="2667000"/>
            <a:ext cx="8077199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לפעמים ניתן לתאר את הרישות הרעות </a:t>
            </a:r>
            <a:r>
              <a:rPr lang="he-IL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כשפה רגולרית</a:t>
            </a: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. לדוגמה, קבוצת הרישות הרעות המינימאליות עבור התכונה למעלה היא השפה המתקבלת על ידי האוטומט: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73" name="Ink 1072">
                <a:extLst>
                  <a:ext uri="{FF2B5EF4-FFF2-40B4-BE49-F238E27FC236}">
                    <a16:creationId xmlns:a16="http://schemas.microsoft.com/office/drawing/2014/main" id="{8292C223-AE17-4560-ADFE-4DA0A328A701}"/>
                  </a:ext>
                </a:extLst>
              </p14:cNvPr>
              <p14:cNvContentPartPr/>
              <p14:nvPr/>
            </p14:nvContentPartPr>
            <p14:xfrm>
              <a:off x="9319935" y="1181430"/>
              <a:ext cx="360" cy="360"/>
            </p14:xfrm>
          </p:contentPart>
        </mc:Choice>
        <mc:Fallback xmlns="">
          <p:pic>
            <p:nvPicPr>
              <p:cNvPr id="1073" name="Ink 1072">
                <a:extLst>
                  <a:ext uri="{FF2B5EF4-FFF2-40B4-BE49-F238E27FC236}">
                    <a16:creationId xmlns:a16="http://schemas.microsoft.com/office/drawing/2014/main" id="{8292C223-AE17-4560-ADFE-4DA0A328A7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10935" y="117243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2">
            <a:extLst>
              <a:ext uri="{FF2B5EF4-FFF2-40B4-BE49-F238E27FC236}">
                <a16:creationId xmlns:a16="http://schemas.microsoft.com/office/drawing/2014/main" id="{BDF28EBD-16D2-2F94-9585-7F5C16D20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495800"/>
            <a:ext cx="8315838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919" y="-157195"/>
            <a:ext cx="7772400" cy="1143000"/>
          </a:xfrm>
        </p:spPr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כתיבה מקוצרת של האותיות (קבוצות)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495800"/>
            <a:ext cx="8315838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" t="11958" r="-1" b="8660"/>
          <a:stretch/>
        </p:blipFill>
        <p:spPr bwMode="auto">
          <a:xfrm>
            <a:off x="1585546" y="2180491"/>
            <a:ext cx="6110654" cy="193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466473" y="1337826"/>
            <a:ext cx="647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spcBef>
                <a:spcPts val="2400"/>
              </a:spcBef>
              <a:spcAft>
                <a:spcPts val="1200"/>
              </a:spcAft>
              <a:buClr>
                <a:srgbClr val="9B2D1F"/>
              </a:buClr>
            </a:pPr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"אור אדום נדלק רק אחרי שדלק קודם אור צהוב"</a:t>
            </a:r>
          </a:p>
        </p:txBody>
      </p:sp>
      <p:pic>
        <p:nvPicPr>
          <p:cNvPr id="5" name="Picture 4" descr="A cartoon of robots holding a sign&#10;&#10;Description automatically generated">
            <a:extLst>
              <a:ext uri="{FF2B5EF4-FFF2-40B4-BE49-F238E27FC236}">
                <a16:creationId xmlns:a16="http://schemas.microsoft.com/office/drawing/2014/main" id="{39833088-5308-F362-09B5-519CF329C8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3493477"/>
            <a:ext cx="1242646" cy="1242646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644211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הגדרה: תכונות בטיחות רֵגוּלָרִיּוֹת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049884357"/>
              </p:ext>
            </p:extLst>
          </p:nvPr>
        </p:nvGraphicFramePr>
        <p:xfrm>
          <a:off x="-304800" y="2859122"/>
          <a:ext cx="10515600" cy="3747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105824" y="2161025"/>
            <a:ext cx="5833648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כל תכונת שמורה היא תכונת בטיחות רֵגוּלָרִית :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411192" y="1752599"/>
            <a:ext cx="2143664" cy="1162079"/>
            <a:chOff x="431321" y="5082416"/>
            <a:chExt cx="2362918" cy="1366160"/>
          </a:xfrm>
        </p:grpSpPr>
        <p:cxnSp>
          <p:nvCxnSpPr>
            <p:cNvPr id="11" name="Straight Arrow Connector 10"/>
            <p:cNvCxnSpPr>
              <a:endCxn id="7" idx="2"/>
            </p:cNvCxnSpPr>
            <p:nvPr/>
          </p:nvCxnSpPr>
          <p:spPr>
            <a:xfrm>
              <a:off x="431321" y="6142008"/>
              <a:ext cx="25447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13" name="Elbow Connector 12"/>
            <p:cNvCxnSpPr/>
            <p:nvPr/>
          </p:nvCxnSpPr>
          <p:spPr>
            <a:xfrm rot="14220000" flipH="1">
              <a:off x="920267" y="5788810"/>
              <a:ext cx="306568" cy="329960"/>
            </a:xfrm>
            <a:prstGeom prst="curvedConnector4">
              <a:avLst>
                <a:gd name="adj1" fmla="val -74567"/>
                <a:gd name="adj2" fmla="val 169281"/>
              </a:avLst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1444037" y="5709488"/>
                  <a:ext cx="641901" cy="434193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US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4037" y="5709488"/>
                  <a:ext cx="641901" cy="434193"/>
                </a:xfrm>
                <a:prstGeom prst="rect">
                  <a:avLst/>
                </a:prstGeom>
                <a:blipFill>
                  <a:blip r:embed="rId7"/>
                  <a:stretch>
                    <a:fillRect b="-13115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Oval 22"/>
            <p:cNvSpPr/>
            <p:nvPr/>
          </p:nvSpPr>
          <p:spPr>
            <a:xfrm>
              <a:off x="2134318" y="5835440"/>
              <a:ext cx="659921" cy="613136"/>
            </a:xfrm>
            <a:prstGeom prst="ellipse">
              <a:avLst/>
            </a:prstGeom>
            <a:solidFill>
              <a:srgbClr val="FFFFCC"/>
            </a:solidFill>
            <a:ln w="76200" cmpd="dbl"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685800" y="5835440"/>
              <a:ext cx="659921" cy="613136"/>
            </a:xfrm>
            <a:prstGeom prst="ellipse">
              <a:avLst/>
            </a:prstGeom>
            <a:solidFill>
              <a:srgbClr val="FFFFCC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24" name="Straight Arrow Connector 23"/>
            <p:cNvCxnSpPr>
              <a:stCxn id="7" idx="6"/>
              <a:endCxn id="23" idx="2"/>
            </p:cNvCxnSpPr>
            <p:nvPr/>
          </p:nvCxnSpPr>
          <p:spPr>
            <a:xfrm>
              <a:off x="1345721" y="6142008"/>
              <a:ext cx="78859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985997" y="5082416"/>
                  <a:ext cx="451070" cy="434193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US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997" y="5082416"/>
                  <a:ext cx="451070" cy="434193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  <a:ln w="12700">
                  <a:noFill/>
                </a:ln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/>
          <p:cNvSpPr txBox="1"/>
          <p:nvPr/>
        </p:nvSpPr>
        <p:spPr>
          <a:xfrm>
            <a:off x="609600" y="1134778"/>
            <a:ext cx="8238153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תכונה שקבוצת הרישות הרעות המינימליות שלה היא שפה רֵגוּלָרִית</a:t>
            </a:r>
          </a:p>
        </p:txBody>
      </p:sp>
    </p:spTree>
    <p:extLst>
      <p:ext uri="{BB962C8B-B14F-4D97-AF65-F5344CB8AC3E}">
        <p14:creationId xmlns:p14="http://schemas.microsoft.com/office/powerpoint/2010/main" val="408516865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52389" y="2653004"/>
            <a:ext cx="7462935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676400"/>
            <a:ext cx="7848599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תכונת בטיחות למכונת מכירת המשקאות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44624" y="1143000"/>
                <a:ext cx="8923176" cy="52578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דרישה טבעית :</a:t>
                </a:r>
              </a:p>
              <a:p>
                <a:pPr algn="ctr">
                  <a:spcBef>
                    <a:spcPts val="1200"/>
                  </a:spcBef>
                  <a:buNone/>
                </a:pP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"מספר המטבעות שהוכנסו הוא לפחות מספר המשקאות שניתנו"</a:t>
                </a: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𝑖</m:t>
                    </m:r>
                    <m:r>
                      <a:rPr lang="en-US" sz="2400" b="0" i="1" dirty="0" smtClean="0">
                        <a:latin typeface="Cambria Math"/>
                      </a:rPr>
                      <m:t>≥</m:t>
                    </m:r>
                    <m:r>
                      <a:rPr lang="en-US" sz="2400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0" indent="0" algn="l" rtl="0"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he-IL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he-IL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sz="2400" i="1" smtClean="0">
                                  <a:latin typeface="Cambria Math"/>
                                </a:rPr>
                                <m:t>0</m:t>
                              </m:r>
                              <m:r>
                                <a:rPr lang="he-IL" sz="2400" i="1" smtClean="0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sz="240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400" i="1" smtClean="0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sz="240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he-IL" sz="2400" b="0" i="1" smtClean="0">
                                  <a:latin typeface="Cambria Math"/>
                                </a:rPr>
                                <m:t> :</m:t>
                              </m:r>
                              <m:r>
                                <a:rPr lang="en-US" sz="2400" i="1" smtClean="0">
                                  <a:latin typeface="Cambria Math"/>
                                </a:rPr>
                                <m:t>𝑑𝑟𝑖𝑛𝑘</m:t>
                              </m:r>
                              <m:r>
                                <a:rPr lang="en-US" sz="2400" i="1" smtClean="0">
                                  <a:latin typeface="Cambria Math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 ≤</m:t>
                      </m:r>
                      <m:r>
                        <a:rPr lang="he-IL" sz="2400" b="0" i="1" smtClean="0">
                          <a:latin typeface="Cambria Math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he-IL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he-IL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sz="2400" i="1">
                                  <a:latin typeface="Cambria Math"/>
                                </a:rPr>
                                <m:t>0</m:t>
                              </m:r>
                              <m:r>
                                <a:rPr lang="he-IL" sz="2400" i="1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≤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he-IL" sz="2400" i="1">
                                  <a:latin typeface="Cambria Math"/>
                                </a:rPr>
                                <m:t> :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𝑝𝑎𝑦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רישות רעות:</a:t>
                </a:r>
              </a:p>
              <a:p>
                <a:pPr algn="l" rtl="0">
                  <a:spcBef>
                    <a:spcPts val="0"/>
                  </a:spcBef>
                  <a:buNone/>
                </a:pP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∅</m:t>
                    </m:r>
                    <m:r>
                      <a:rPr lang="en-US" sz="2000" i="1" dirty="0" smtClean="0">
                        <a:latin typeface="Cambria Math"/>
                      </a:rPr>
                      <m:t> {</m:t>
                    </m:r>
                    <m:r>
                      <a:rPr lang="en-US" sz="2000" i="1" dirty="0" smtClean="0">
                        <a:latin typeface="Cambria Math"/>
                      </a:rPr>
                      <m:t>𝑝𝑎𝑦</m:t>
                    </m:r>
                    <m:r>
                      <a:rPr lang="en-US" sz="2000" i="1" dirty="0" smtClean="0">
                        <a:latin typeface="Cambria Math"/>
                      </a:rPr>
                      <m:t>}{</m:t>
                    </m:r>
                    <m:r>
                      <a:rPr lang="en-US" sz="2000" i="1" dirty="0" smtClean="0">
                        <a:latin typeface="Cambria Math"/>
                      </a:rPr>
                      <m:t>𝑑𝑟𝑖𝑛𝑘</m:t>
                    </m:r>
                    <m:r>
                      <a:rPr lang="en-US" sz="2000" i="1" dirty="0" smtClean="0">
                        <a:latin typeface="Cambria Math"/>
                      </a:rPr>
                      <m:t>}{</m:t>
                    </m:r>
                    <m:r>
                      <a:rPr lang="en-US" sz="2000" i="1" dirty="0" smtClean="0">
                        <a:latin typeface="Cambria Math"/>
                      </a:rPr>
                      <m:t>𝑑𝑟𝑖𝑛𝑘</m:t>
                    </m:r>
                    <m:r>
                      <a:rPr lang="en-US" sz="2000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1200"/>
                  </a:spcBef>
                  <a:buNone/>
                </a:pP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∅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𝑝𝑎𝑦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𝑑𝑟𝑖𝑛𝑘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∅</m:t>
                    </m:r>
                    <m:r>
                      <a:rPr lang="en-US" sz="2000" i="1" dirty="0" smtClean="0">
                        <a:latin typeface="Cambria Math"/>
                      </a:rPr>
                      <m:t>{</m:t>
                    </m:r>
                    <m:r>
                      <a:rPr lang="en-US" sz="2000" i="1" dirty="0" smtClean="0">
                        <a:latin typeface="Cambria Math"/>
                      </a:rPr>
                      <m:t>𝑝𝑎𝑦</m:t>
                    </m:r>
                    <m:r>
                      <a:rPr lang="en-US" sz="2000" i="1" dirty="0" smtClean="0">
                        <a:latin typeface="Cambria Math"/>
                      </a:rPr>
                      <m:t>}{</m:t>
                    </m:r>
                    <m:r>
                      <a:rPr lang="en-US" sz="2000" i="1" dirty="0" smtClean="0">
                        <a:latin typeface="Cambria Math"/>
                      </a:rPr>
                      <m:t>𝑑𝑟𝑖𝑛𝑘</m:t>
                    </m:r>
                    <m:r>
                      <a:rPr lang="en-US" sz="2000" i="1" dirty="0" smtClean="0">
                        <a:latin typeface="Cambria Math"/>
                      </a:rPr>
                      <m:t>}{</m:t>
                    </m:r>
                    <m:r>
                      <a:rPr lang="en-US" sz="2000" i="1" dirty="0" smtClean="0">
                        <a:latin typeface="Cambria Math"/>
                      </a:rPr>
                      <m:t>𝑑𝑟𝑖𝑛𝑘</m:t>
                    </m:r>
                    <m:r>
                      <a:rPr lang="en-US" sz="2000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24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כל הגרסאות שהצגנו למכונות מכירת השתייה עומדות בדרישה</a:t>
                </a:r>
              </a:p>
              <a:p>
                <a:pPr algn="r">
                  <a:spcBef>
                    <a:spcPts val="1800"/>
                  </a:spcBef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זאת דוגמה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לתכונת בטיחות</a:t>
                </a:r>
                <a:br>
                  <a:rPr lang="en-US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שלא ניתן לבטא את הרישות הרעות שלה כשפה רֵגוּלָרִית</a:t>
                </a:r>
              </a:p>
              <a:p>
                <a:pPr>
                  <a:spcBef>
                    <a:spcPts val="1200"/>
                  </a:spcBef>
                </a:pP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</a:pP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</a:pP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Bef>
                    <a:spcPts val="1200"/>
                  </a:spcBef>
                </a:pPr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44624" y="1143000"/>
                <a:ext cx="8923176" cy="5257800"/>
              </a:xfrm>
              <a:blipFill>
                <a:blip r:embed="rId2"/>
                <a:stretch>
                  <a:fillRect t="-1044" r="-546" b="-35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http://letstalkpayments.com/wp-content/uploads/2013/09/Vending-machine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4624" y="5257800"/>
            <a:ext cx="849882" cy="154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66799" y="3844836"/>
            <a:ext cx="6781801" cy="5747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בטיחות ורצפי עקבות סופיים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2362200"/>
                <a:ext cx="8915400" cy="21336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None/>
                </a:pP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משפט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</a:p>
              <a:p>
                <a:pPr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	עבור מערכת מעברים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𝑇𝑆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בלי מצבים סופניים 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ותכונת בטיחות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b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𝑇𝑆</m:t>
                      </m:r>
                      <m:r>
                        <a:rPr lang="en-US" sz="28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⊨</m:t>
                      </m:r>
                      <m:r>
                        <a:rPr lang="en-US" sz="2800" i="1" dirty="0" err="1" smtClean="0">
                          <a:solidFill>
                            <a:srgbClr val="0000FF"/>
                          </a:solidFill>
                          <a:latin typeface="Cambria Math"/>
                        </a:rPr>
                        <m:t>𝑃</m:t>
                      </m:r>
                      <m:r>
                        <a:rPr lang="en-US" sz="2800" i="1" baseline="-25000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 i="1" dirty="0">
                          <a:solidFill>
                            <a:srgbClr val="0000FF"/>
                          </a:solidFill>
                          <a:latin typeface="Cambria Math"/>
                          <a:ea typeface="Cambria Math"/>
                        </a:rPr>
                        <m:t>⇔</m:t>
                      </m:r>
                      <m:r>
                        <a:rPr lang="en-US" sz="28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𝑇𝑟𝑎𝑐𝑒</m:t>
                      </m:r>
                      <m:sSub>
                        <m:sSubPr>
                          <m:ctrlPr>
                            <a:rPr lang="en-US" sz="28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800" b="0" i="0" dirty="0" smtClean="0">
                              <a:solidFill>
                                <a:srgbClr val="0000FF"/>
                              </a:solidFill>
                              <a:latin typeface="Arial Narrow" panose="020B0606020202030204" pitchFamily="34" charset="0"/>
                              <a:cs typeface="Gautami" panose="020B0502040204020203" pitchFamily="34" charset="0"/>
                            </a:rPr>
                            <m:t>fin</m:t>
                          </m:r>
                        </m:sub>
                      </m:sSub>
                      <m:d>
                        <m:dPr>
                          <m:ctrlPr>
                            <a:rPr lang="en-US" sz="28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𝑇𝑆</m:t>
                          </m:r>
                        </m:e>
                      </m:d>
                      <m:r>
                        <a:rPr lang="en-US" sz="28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∩</m:t>
                      </m:r>
                      <m:r>
                        <a:rPr lang="en-US" sz="2800" i="1" dirty="0" err="1" smtClean="0">
                          <a:solidFill>
                            <a:srgbClr val="0000FF"/>
                          </a:solidFill>
                          <a:latin typeface="Cambria Math"/>
                        </a:rPr>
                        <m:t>𝐵𝑎𝑑𝑃𝑟𝑒𝑓</m:t>
                      </m:r>
                      <m:d>
                        <m:dPr>
                          <m:ctrlPr>
                            <a:rPr lang="en-US" sz="280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err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𝑃</m:t>
                          </m:r>
                        </m:e>
                      </m:d>
                      <m:r>
                        <a:rPr lang="en-US" sz="28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∅</m:t>
                      </m:r>
                    </m:oMath>
                  </m:oMathPara>
                </a14:m>
                <a:endParaRPr lang="en-US" sz="28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2362200"/>
                <a:ext cx="8915400" cy="2133600"/>
              </a:xfrm>
              <a:blipFill>
                <a:blip r:embed="rId2"/>
                <a:stretch>
                  <a:fillRect t="-4286" r="-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 flipV="1">
            <a:off x="3352800" y="4267200"/>
            <a:ext cx="0" cy="896665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409700" y="5147439"/>
                <a:ext cx="3886200" cy="83099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2400">
                    <a:solidFill>
                      <a:schemeClr val="accent6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קבוצת הרישות הסופיות של מילים ב-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𝑇𝑟𝑎𝑐𝑒𝑠</m:t>
                    </m:r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4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sz="2400">
                  <a:solidFill>
                    <a:schemeClr val="accent6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700" y="5147439"/>
                <a:ext cx="3886200" cy="830997"/>
              </a:xfrm>
              <a:prstGeom prst="rect">
                <a:avLst/>
              </a:prstGeom>
              <a:blipFill>
                <a:blip r:embed="rId3"/>
                <a:stretch>
                  <a:fillRect t="-6569" b="-1459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157F593F-443F-9988-65FF-3985BDB3D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102" b="94824" l="6641" r="94629">
                        <a14:foregroundMark x1="9668" y1="9863" x2="10742" y2="46680"/>
                        <a14:foregroundMark x1="10742" y1="46680" x2="36816" y2="63770"/>
                        <a14:foregroundMark x1="36816" y1="63770" x2="50000" y2="41309"/>
                        <a14:foregroundMark x1="50000" y1="41309" x2="47559" y2="9375"/>
                        <a14:foregroundMark x1="47559" y1="9375" x2="11328" y2="6055"/>
                        <a14:foregroundMark x1="11328" y1="6055" x2="22168" y2="33789"/>
                        <a14:foregroundMark x1="22168" y1="33789" x2="43555" y2="38965"/>
                        <a14:foregroundMark x1="12500" y1="33789" x2="41602" y2="33301"/>
                        <a14:foregroundMark x1="41602" y1="33301" x2="43066" y2="33301"/>
                        <a14:foregroundMark x1="6738" y1="63379" x2="48730" y2="64258"/>
                        <a14:foregroundMark x1="7715" y1="5566" x2="43945" y2="8398"/>
                        <a14:foregroundMark x1="43945" y1="8398" x2="22949" y2="4199"/>
                        <a14:foregroundMark x1="30664" y1="57129" x2="25879" y2="53320"/>
                        <a14:foregroundMark x1="15332" y1="59082" x2="8691" y2="52832"/>
                        <a14:foregroundMark x1="56445" y1="38477" x2="65430" y2="56152"/>
                        <a14:foregroundMark x1="73633" y1="70996" x2="84570" y2="90527"/>
                        <a14:foregroundMark x1="74023" y1="89160" x2="86816" y2="63867"/>
                        <a14:foregroundMark x1="86816" y1="63867" x2="85547" y2="63379"/>
                        <a14:foregroundMark x1="93164" y1="70020" x2="82227" y2="88184"/>
                        <a14:foregroundMark x1="93164" y1="74805" x2="90332" y2="90527"/>
                        <a14:foregroundMark x1="94629" y1="80566" x2="82617" y2="94824"/>
                        <a14:foregroundMark x1="22949" y1="14160" x2="33496" y2="32324"/>
                        <a14:foregroundMark x1="11035" y1="23242" x2="16797" y2="29980"/>
                        <a14:foregroundMark x1="36816" y1="26074" x2="38770" y2="28516"/>
                        <a14:foregroundMark x1="31543" y1="83887" x2="38281" y2="69043"/>
                        <a14:foregroundMark x1="19629" y1="91016" x2="44922" y2="91016"/>
                        <a14:foregroundMark x1="16309" y1="90039" x2="40137" y2="94824"/>
                        <a14:foregroundMark x1="31543" y1="42773" x2="38281" y2="46191"/>
                        <a14:backgroundMark x1="14844" y1="78125" x2="20117" y2="79590"/>
                        <a14:backgroundMark x1="42090" y1="76758" x2="44434" y2="767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858" y="4495800"/>
            <a:ext cx="2269779" cy="2269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965" y="-316084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הוכחת כיוון ראשון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094842" y="1077382"/>
                <a:ext cx="1307474" cy="3915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just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i="1" dirty="0">
                          <a:latin typeface="Cambria Math"/>
                          <a:ea typeface="Cambria Math"/>
                        </a:rPr>
                        <m:t>⊭</m:t>
                      </m:r>
                      <m:sSub>
                        <m:sSubPr>
                          <m:ctrlPr>
                            <a:rPr lang="he-IL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  <m:t>𝑠𝑎𝑓𝑒</m:t>
                          </m:r>
                        </m:sub>
                      </m:sSub>
                    </m:oMath>
                  </m:oMathPara>
                </a14:m>
                <a:endParaRPr lang="en-US" b="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842" y="1077382"/>
                <a:ext cx="1307474" cy="391582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2518779" y="1604867"/>
            <a:ext cx="3367227" cy="996515"/>
            <a:chOff x="2518779" y="1604867"/>
            <a:chExt cx="3367227" cy="9965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611152" y="2209800"/>
                  <a:ext cx="2274854" cy="39158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just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𝑇𝑟𝑎𝑐𝑒𝑠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𝑇𝑆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sub>
                        </m:sSub>
                      </m:oMath>
                    </m:oMathPara>
                  </a14:m>
                  <a:endParaRPr lang="en-US" b="0" i="1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1152" y="2209800"/>
                  <a:ext cx="2274854" cy="391582"/>
                </a:xfrm>
                <a:prstGeom prst="rect">
                  <a:avLst/>
                </a:prstGeom>
                <a:blipFill>
                  <a:blip r:embed="rId4"/>
                  <a:stretch>
                    <a:fillRect b="-9375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Group 17"/>
            <p:cNvGrpSpPr/>
            <p:nvPr/>
          </p:nvGrpSpPr>
          <p:grpSpPr>
            <a:xfrm>
              <a:off x="2518779" y="1604867"/>
              <a:ext cx="2422021" cy="523220"/>
              <a:chOff x="2148424" y="2143217"/>
              <a:chExt cx="2422021" cy="523220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4175785" y="2143217"/>
                <a:ext cx="3946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⇓</a:t>
                </a:r>
                <a:endParaRPr lang="en-US" sz="4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148424" y="2143217"/>
                    <a:ext cx="20633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he-IL">
                        <a:solidFill>
                          <a:srgbClr val="0000FF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a:t>לפי הגדרת הסימן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solidFill>
                              <a:srgbClr val="0000FF"/>
                            </a:solidFill>
                            <a:latin typeface="Cambria Math"/>
                            <a:ea typeface="Cambria Math"/>
                          </a:rPr>
                          <m:t>⊭</m:t>
                        </m:r>
                        <m:r>
                          <a:rPr lang="he-IL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</m:oMath>
                    </a14:m>
                    <a:r>
                      <a:rPr lang="he-IL">
                        <a:solidFill>
                          <a:srgbClr val="0000FF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a:t> </a:t>
                    </a:r>
                    <a:endParaRPr lang="en-US">
                      <a:solidFill>
                        <a:srgbClr val="0000FF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endParaRPr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48424" y="2143217"/>
                    <a:ext cx="206338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8197" r="-236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" name="Group 6"/>
          <p:cNvGrpSpPr/>
          <p:nvPr/>
        </p:nvGrpSpPr>
        <p:grpSpPr>
          <a:xfrm>
            <a:off x="2103601" y="2737285"/>
            <a:ext cx="4668032" cy="1087899"/>
            <a:chOff x="2103601" y="2737285"/>
            <a:chExt cx="4668032" cy="10878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2674101" y="3433602"/>
                  <a:ext cx="4097532" cy="39158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just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𝑇𝑟𝑎𝑐𝑒𝑠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𝑇𝑆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such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that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∉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sub>
                        </m:sSub>
                      </m:oMath>
                    </m:oMathPara>
                  </a14:m>
                  <a:endParaRPr lang="en-US" b="0" i="1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4101" y="3433602"/>
                  <a:ext cx="4097532" cy="391582"/>
                </a:xfrm>
                <a:prstGeom prst="rect">
                  <a:avLst/>
                </a:prstGeom>
                <a:blipFill>
                  <a:blip r:embed="rId6"/>
                  <a:stretch>
                    <a:fillRect b="-10938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oup 18"/>
            <p:cNvGrpSpPr/>
            <p:nvPr/>
          </p:nvGrpSpPr>
          <p:grpSpPr>
            <a:xfrm>
              <a:off x="2103601" y="2737285"/>
              <a:ext cx="2837199" cy="523220"/>
              <a:chOff x="1798801" y="3263967"/>
              <a:chExt cx="2837199" cy="523220"/>
            </a:xfrm>
          </p:grpSpPr>
          <p:sp>
            <p:nvSpPr>
              <p:cNvPr id="14" name="TextBox 13"/>
              <p:cNvSpPr txBox="1"/>
              <p:nvPr/>
            </p:nvSpPr>
            <p:spPr>
              <a:xfrm>
                <a:off x="4241340" y="3263967"/>
                <a:ext cx="3946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⇓</a:t>
                </a:r>
                <a:endParaRPr lang="en-US" sz="3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798801" y="3263967"/>
                <a:ext cx="24785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לפי הגדרת הכלת קבוצות</a:t>
                </a:r>
                <a:endParaRPr lang="en-US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228600" y="4047004"/>
            <a:ext cx="7158522" cy="1182344"/>
            <a:chOff x="228600" y="4047004"/>
            <a:chExt cx="7158522" cy="11823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110036" y="4829238"/>
                  <a:ext cx="5277086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just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𝑇𝑟𝑎𝑐𝑒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Gisha" panose="020B0502040204020203" pitchFamily="34" charset="-79"/>
                                <a:cs typeface="Gisha" panose="020B0502040204020203" pitchFamily="34" charset="-79"/>
                              </a:rPr>
                              <m:t>fin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𝑇𝑆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such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b="0" i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that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𝐵𝑎𝑑𝑃𝑟𝑒𝑓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b="0" i="1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0036" y="4829238"/>
                  <a:ext cx="5277086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10606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Group 19"/>
            <p:cNvGrpSpPr/>
            <p:nvPr/>
          </p:nvGrpSpPr>
          <p:grpSpPr>
            <a:xfrm>
              <a:off x="228600" y="4047004"/>
              <a:ext cx="4725057" cy="923330"/>
              <a:chOff x="541177" y="4685939"/>
              <a:chExt cx="4080463" cy="923330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4250929" y="4778729"/>
                <a:ext cx="3707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⇓</a:t>
                </a:r>
                <a:endParaRPr lang="en-US" sz="4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541177" y="4685939"/>
                    <a:ext cx="3709752" cy="923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he-IL">
                        <a:solidFill>
                          <a:srgbClr val="0000FF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a:t>כי יש ל-</a:t>
                    </a:r>
                    <a14:m>
                      <m:oMath xmlns:m="http://schemas.openxmlformats.org/officeDocument/2006/math">
                        <m:r>
                          <a:rPr lang="he-IL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a14:m>
                    <a:r>
                      <a:rPr lang="he-IL">
                        <a:solidFill>
                          <a:srgbClr val="0000FF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a:t> רישא רעה ובגלל שכל רישא סופית של סדרת עקבות היא סדרת עקבות סופית</a:t>
                    </a:r>
                    <a:endParaRPr lang="en-US">
                      <a:solidFill>
                        <a:srgbClr val="0000FF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endParaRPr>
                  </a:p>
                </p:txBody>
              </p:sp>
            </mc:Choice>
            <mc:Fallback xmlns="">
              <p:sp>
                <p:nvSpPr>
                  <p:cNvPr id="17" name="TextBox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1177" y="4685939"/>
                    <a:ext cx="3709752" cy="92333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3974" r="-1136"/>
                    </a:stretch>
                  </a:blipFill>
                </p:spPr>
                <p:txBody>
                  <a:bodyPr/>
                  <a:lstStyle/>
                  <a:p>
                    <a:r>
                      <a:rPr lang="en-IL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6" name="Group 25"/>
          <p:cNvGrpSpPr/>
          <p:nvPr/>
        </p:nvGrpSpPr>
        <p:grpSpPr>
          <a:xfrm>
            <a:off x="2097189" y="5356723"/>
            <a:ext cx="4652323" cy="1052605"/>
            <a:chOff x="2097189" y="5356723"/>
            <a:chExt cx="4652323" cy="1052605"/>
          </a:xfrm>
        </p:grpSpPr>
        <p:grpSp>
          <p:nvGrpSpPr>
            <p:cNvPr id="21" name="Group 20"/>
            <p:cNvGrpSpPr/>
            <p:nvPr/>
          </p:nvGrpSpPr>
          <p:grpSpPr>
            <a:xfrm>
              <a:off x="2097189" y="5356723"/>
              <a:ext cx="2843611" cy="523220"/>
              <a:chOff x="1792389" y="3263967"/>
              <a:chExt cx="2843611" cy="523220"/>
            </a:xfrm>
          </p:grpSpPr>
          <p:sp>
            <p:nvSpPr>
              <p:cNvPr id="22" name="TextBox 21"/>
              <p:cNvSpPr txBox="1"/>
              <p:nvPr/>
            </p:nvSpPr>
            <p:spPr>
              <a:xfrm>
                <a:off x="4241340" y="3263967"/>
                <a:ext cx="3946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⇓</a:t>
                </a:r>
                <a:endParaRPr lang="en-US" sz="36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792389" y="3263967"/>
                <a:ext cx="24849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לפי הגדרת חיתוך קבוצות</a:t>
                </a:r>
                <a:endParaRPr lang="en-US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2747647" y="6009218"/>
                  <a:ext cx="4001865" cy="400110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:pPr algn="just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𝑇𝑟𝑎𝑐𝑒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Gisha" panose="020B0502040204020203" pitchFamily="34" charset="-79"/>
                                <a:cs typeface="Gisha" panose="020B0502040204020203" pitchFamily="34" charset="-79"/>
                              </a:rPr>
                              <m:t>fin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𝑇𝑆</m:t>
                            </m:r>
                          </m:e>
                        </m:d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𝐵𝑎𝑑𝑃𝑟𝑒𝑓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m:oMathPara>
                  </a14:m>
                  <a:endParaRPr lang="en-US" b="0" i="1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47647" y="6009218"/>
                  <a:ext cx="4001865" cy="400110"/>
                </a:xfrm>
                <a:prstGeom prst="rect">
                  <a:avLst/>
                </a:prstGeom>
                <a:blipFill>
                  <a:blip r:embed="rId9"/>
                  <a:stretch>
                    <a:fillRect b="-10769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9" name="3D Model 28" descr="Links">
                <a:extLst>
                  <a:ext uri="{FF2B5EF4-FFF2-40B4-BE49-F238E27FC236}">
                    <a16:creationId xmlns:a16="http://schemas.microsoft.com/office/drawing/2014/main" id="{A69694CE-7DB7-1C13-E6D9-B5DAF5BD92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7199382"/>
                  </p:ext>
                </p:extLst>
              </p:nvPr>
            </p:nvGraphicFramePr>
            <p:xfrm>
              <a:off x="4535898" y="3613883"/>
              <a:ext cx="1533201" cy="1133235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1533201" cy="1133235"/>
                    </a:xfrm>
                    <a:prstGeom prst="rect">
                      <a:avLst/>
                    </a:prstGeom>
                  </am3d:spPr>
                  <am3d:camera>
                    <am3d:pos x="0" y="0" z="7477187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7812" d="1000000"/>
                    <am3d:preTrans dx="5737674" dy="-11363692" dz="-7500368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11"/>
                  </am3d:raster>
                  <am3d:extLs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9997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9" name="3D Model 28" descr="Links">
                <a:extLst>
                  <a:ext uri="{FF2B5EF4-FFF2-40B4-BE49-F238E27FC236}">
                    <a16:creationId xmlns:a16="http://schemas.microsoft.com/office/drawing/2014/main" id="{A69694CE-7DB7-1C13-E6D9-B5DAF5BD92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35898" y="3613883"/>
                <a:ext cx="1533201" cy="1133235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20D6B601-9CCE-11D7-28FC-D7F086A212D6}"/>
              </a:ext>
            </a:extLst>
          </p:cNvPr>
          <p:cNvSpPr txBox="1"/>
          <p:nvPr/>
        </p:nvSpPr>
        <p:spPr>
          <a:xfrm>
            <a:off x="5634843" y="4047004"/>
            <a:ext cx="262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כאן השתמשנו בנתון שמדובר בתכונת בטיחות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501367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964" y="-182734"/>
            <a:ext cx="7978747" cy="1143000"/>
          </a:xfrm>
        </p:spPr>
        <p:txBody>
          <a:bodyPr/>
          <a:lstStyle/>
          <a:p>
            <a:r>
              <a:rPr lang="he-IL" sz="3600">
                <a:latin typeface="Gisha" panose="020B0502040204020203" pitchFamily="34" charset="-79"/>
                <a:cs typeface="Gisha" panose="020B0502040204020203" pitchFamily="34" charset="-79"/>
              </a:rPr>
              <a:t>הוכחת הכיוון שני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500" y="6991350"/>
            <a:ext cx="2542248" cy="476250"/>
          </a:xfrm>
        </p:spPr>
        <p:txBody>
          <a:bodyPr/>
          <a:lstStyle/>
          <a:p>
            <a:fld id="{A7F926B5-663A-4127-A287-7B83208B40AD}" type="datetime8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69338" cy="457200"/>
          </a:xfrm>
        </p:spPr>
        <p:txBody>
          <a:bodyPr/>
          <a:lstStyle/>
          <a:p>
            <a:fld id="{021A1DA9-A2DD-4375-8887-E40ACC834D3F}" type="slidenum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12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28600" y="1426547"/>
                <a:ext cx="8839200" cy="47189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ctr"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נניח ש-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𝑇𝑟𝑎𝑐𝑒</m:t>
                    </m:r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b="0" i="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fin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i="1" dirty="0">
                        <a:latin typeface="Cambria Math"/>
                      </a:rPr>
                      <m:t>∩</m:t>
                    </m:r>
                    <m:r>
                      <a:rPr lang="en-US" sz="2000" i="1" dirty="0" err="1">
                        <a:latin typeface="Cambria Math"/>
                      </a:rPr>
                      <m:t>𝐵𝑎𝑑𝑃𝑟𝑒𝑓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b="0" i="0" dirty="0" smtClean="0">
                                <a:latin typeface="Gisha" panose="020B0502040204020203" pitchFamily="34" charset="-79"/>
                                <a:cs typeface="Gisha" panose="020B0502040204020203" pitchFamily="34" charset="-79"/>
                              </a:rPr>
                              <m:t>safe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≠</m:t>
                    </m:r>
                    <m:r>
                      <a:rPr lang="en-US" sz="2000" i="1" dirty="0">
                        <a:latin typeface="Cambria Math"/>
                      </a:rPr>
                      <m:t>∅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lvl="1" algn="ctr"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ניקח </a:t>
                </a:r>
                <a14:m>
                  <m:oMath xmlns:m="http://schemas.openxmlformats.org/officeDocument/2006/math">
                    <m:r>
                      <a:rPr lang="he-IL" sz="2000" i="1">
                        <a:latin typeface="Cambria Math"/>
                      </a:rPr>
                      <m:t>𝜌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כלשהי ב-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</m:t>
                    </m:r>
                    <m:r>
                      <a:rPr lang="en-US" sz="2000" i="1" dirty="0">
                        <a:latin typeface="Cambria Math"/>
                      </a:rPr>
                      <m:t>𝑟𝑎𝑐𝑒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dirty="0" smtClean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fin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i="1" dirty="0">
                        <a:latin typeface="Cambria Math"/>
                      </a:rPr>
                      <m:t>∩</m:t>
                    </m:r>
                    <m:r>
                      <a:rPr lang="en-US" sz="2000" i="1" dirty="0" err="1">
                        <a:latin typeface="Cambria Math"/>
                      </a:rPr>
                      <m:t>𝐵𝑎𝑑𝑃𝑟𝑒𝑓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b="0" i="0" dirty="0" smtClean="0">
                                <a:latin typeface="Gisha" panose="020B0502040204020203" pitchFamily="34" charset="-79"/>
                                <a:cs typeface="Gisha" panose="020B0502040204020203" pitchFamily="34" charset="-79"/>
                              </a:rPr>
                              <m:t>safe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0" lvl="1" algn="ctr"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בגלל שאין מצבים סופניים, ניתן להמשיך כל ריצה סופית לריצה אינסופית</a:t>
                </a:r>
                <a:endParaRPr lang="en-US" sz="2000" b="1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lvl="1" algn="ctr"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 sz="2000" dirty="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תהי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𝜎</m:t>
                    </m:r>
                  </m:oMath>
                </a14:m>
                <a:r>
                  <a:rPr lang="he-IL" sz="2000" dirty="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עקבות ריצה של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/>
                      </a:rPr>
                      <m:t>𝑇𝑆</m:t>
                    </m:r>
                  </m:oMath>
                </a14:m>
                <a:r>
                  <a:rPr lang="he-IL" sz="2000" dirty="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שהתחלתה היא הריצה הסופית שעקבותיה הן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/>
                      </a:rPr>
                      <m:t>𝜌</m:t>
                    </m:r>
                  </m:oMath>
                </a14:m>
                <a:endParaRPr lang="he-IL" sz="2000" dirty="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lvl="1" algn="ctr"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ע"פ הגדרת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𝐵𝑎𝑑𝑃𝑟𝑒𝑓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sz="2000" dirty="0">
                                <a:latin typeface="Gisha" panose="020B0502040204020203" pitchFamily="34" charset="-79"/>
                                <a:cs typeface="Gisha" panose="020B0502040204020203" pitchFamily="34" charset="-79"/>
                              </a:rPr>
                              <m:t>safe</m:t>
                            </m:r>
                          </m:sub>
                        </m:sSub>
                      </m:e>
                    </m:d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מקבלים ש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𝜎</m:t>
                    </m:r>
                    <m:r>
                      <a:rPr lang="en-US" sz="2000" i="1">
                        <a:latin typeface="Cambria Math"/>
                        <a:ea typeface="Cambria Math"/>
                      </a:rPr>
                      <m:t>∉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dirty="0"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safe</m:t>
                        </m:r>
                      </m:sub>
                    </m:sSub>
                  </m:oMath>
                </a14:m>
                <a:endParaRPr lang="he-IL" sz="2000" dirty="0">
                  <a:latin typeface="Gisha" panose="020B0502040204020203" pitchFamily="34" charset="-79"/>
                  <a:ea typeface="Cambria Math"/>
                  <a:cs typeface="Gisha" panose="020B0502040204020203" pitchFamily="34" charset="-79"/>
                </a:endParaRPr>
              </a:p>
              <a:p>
                <a:pPr marL="0" lvl="1" algn="ctr">
                  <a:lnSpc>
                    <a:spcPct val="150000"/>
                  </a:lnSpc>
                  <a:spcBef>
                    <a:spcPts val="2400"/>
                  </a:spcBef>
                </a:pPr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קיבלנו שקיימת ריצה של 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שעקבותיה אינן ב</a:t>
                </a:r>
                <a:r>
                  <a:rPr lang="en-US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safe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</m:oMath>
                </a14:m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ולכן 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000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⊭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safe</m:t>
                        </m:r>
                      </m:sub>
                    </m:sSub>
                  </m:oMath>
                </a14:m>
                <a:endParaRPr lang="he-IL" sz="2000" dirty="0">
                  <a:solidFill>
                    <a:srgbClr val="0040C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426547"/>
                <a:ext cx="8839200" cy="47189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yellow triangle with a black exclamation mark&#10;&#10;Description automatically generated">
            <a:extLst>
              <a:ext uri="{FF2B5EF4-FFF2-40B4-BE49-F238E27FC236}">
                <a16:creationId xmlns:a16="http://schemas.microsoft.com/office/drawing/2014/main" id="{0AA8F415-BD4F-E55B-0F28-AA8AED57FB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126509"/>
            <a:ext cx="604982" cy="604982"/>
          </a:xfrm>
          <a:prstGeom prst="rect">
            <a:avLst/>
          </a:prstGeom>
        </p:spPr>
      </p:pic>
      <p:pic>
        <p:nvPicPr>
          <p:cNvPr id="8" name="Picture 7" descr="A yellow triangle with a black exclamation mark&#10;&#10;Description automatically generated">
            <a:extLst>
              <a:ext uri="{FF2B5EF4-FFF2-40B4-BE49-F238E27FC236}">
                <a16:creationId xmlns:a16="http://schemas.microsoft.com/office/drawing/2014/main" id="{EC65AB3A-313E-B464-3212-9CD554008C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220" y="3121891"/>
            <a:ext cx="604982" cy="60498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 descr="Links">
                <a:extLst>
                  <a:ext uri="{FF2B5EF4-FFF2-40B4-BE49-F238E27FC236}">
                    <a16:creationId xmlns:a16="http://schemas.microsoft.com/office/drawing/2014/main" id="{477417D9-3C96-81DD-1580-6A0837A7D0D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76564078"/>
                  </p:ext>
                </p:extLst>
              </p:nvPr>
            </p:nvGraphicFramePr>
            <p:xfrm>
              <a:off x="1888981" y="3256582"/>
              <a:ext cx="1309603" cy="854089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309603" cy="854089"/>
                    </a:xfrm>
                    <a:prstGeom prst="rect">
                      <a:avLst/>
                    </a:prstGeom>
                  </am3d:spPr>
                  <am3d:camera>
                    <am3d:pos x="0" y="0" z="7477187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7812" d="1000000"/>
                    <am3d:preTrans dx="5737674" dy="-11363692" dz="-7500368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16369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 descr="Links">
                <a:extLst>
                  <a:ext uri="{FF2B5EF4-FFF2-40B4-BE49-F238E27FC236}">
                    <a16:creationId xmlns:a16="http://schemas.microsoft.com/office/drawing/2014/main" id="{477417D9-3C96-81DD-1580-6A0837A7D0D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88981" y="3256582"/>
                <a:ext cx="1309603" cy="854089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396B649-3658-B72D-8091-6D58AF89F040}"/>
              </a:ext>
            </a:extLst>
          </p:cNvPr>
          <p:cNvSpPr txBox="1"/>
          <p:nvPr/>
        </p:nvSpPr>
        <p:spPr>
          <a:xfrm>
            <a:off x="1756251" y="3616730"/>
            <a:ext cx="4762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כאן השתמשנו בנתון שאין מצבים סופניים</a:t>
            </a:r>
            <a:endParaRPr lang="en-US" sz="1600" dirty="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8644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0"/>
            <a:ext cx="80010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שקילות עקבות ותכונות זמן ליניארי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91300" y="7239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838200" y="1828800"/>
                <a:ext cx="7772400" cy="457200"/>
              </a:xfrm>
            </p:spPr>
            <p:txBody>
              <a:bodyPr>
                <a:normAutofit lnSpcReduction="10000"/>
              </a:bodyPr>
              <a:lstStyle/>
              <a:p>
                <a:pPr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עבור מערכות מעברים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𝑇𝑆</m:t>
                    </m:r>
                    <m:r>
                      <a:rPr lang="en-US" i="1" dirty="0" smtClean="0">
                        <a:latin typeface="Cambria Math"/>
                      </a:rPr>
                      <m:t>’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ללא מצבים סופניים: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838200" y="1828800"/>
                <a:ext cx="7772400" cy="457200"/>
              </a:xfrm>
              <a:blipFill>
                <a:blip r:embed="rId2"/>
                <a:stretch>
                  <a:fillRect t="-21333" r="-1333" b="-30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7200" y="2514600"/>
                <a:ext cx="8153400" cy="1508105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𝑇𝑟𝑎𝑐𝑒𝑠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latin typeface="Cambria Math"/>
                            </a:rPr>
                            <m:t>𝑇𝑆</m:t>
                          </m:r>
                        </m:e>
                      </m:d>
                      <m:r>
                        <a:rPr lang="en-US" sz="2400" b="0" i="1" dirty="0" smtClean="0">
                          <a:latin typeface="Cambria Math"/>
                        </a:rPr>
                        <m:t>⊆</m:t>
                      </m:r>
                      <m:r>
                        <a:rPr lang="en-US" sz="2400" i="1" dirty="0" smtClean="0">
                          <a:latin typeface="Cambria Math"/>
                        </a:rPr>
                        <m:t> </m:t>
                      </m:r>
                      <m:r>
                        <a:rPr lang="en-US" sz="2400" i="1" dirty="0" smtClean="0">
                          <a:latin typeface="Cambria Math"/>
                        </a:rPr>
                        <m:t>𝑇𝑟𝑎𝑐𝑒𝑠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𝑇𝑆</m:t>
                      </m:r>
                      <m:r>
                        <a:rPr lang="en-US" sz="2400" i="1" dirty="0" smtClean="0">
                          <a:latin typeface="Cambria Math"/>
                        </a:rPr>
                        <m:t>’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אם ורק אם</a:t>
                </a:r>
              </a:p>
              <a:p>
                <a:pPr algn="ctr"/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 תכונת זמן ליניארי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מתקיים: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𝑇𝑆</m:t>
                    </m:r>
                    <m:r>
                      <a:rPr lang="en-US" sz="2400" i="1" dirty="0" smtClean="0">
                        <a:latin typeface="Cambria Math"/>
                      </a:rPr>
                      <m:t>’</m:t>
                    </m:r>
                    <m:r>
                      <a:rPr lang="en-US" sz="2400" i="1" dirty="0" smtClean="0">
                        <a:latin typeface="Cambria Math"/>
                      </a:rPr>
                      <m:t>⊨</m:t>
                    </m:r>
                    <m:r>
                      <a:rPr lang="en-US" sz="2400" i="1" dirty="0" smtClean="0">
                        <a:latin typeface="Cambria Math"/>
                      </a:rPr>
                      <m:t>𝑃</m:t>
                    </m:r>
                    <m:r>
                      <a:rPr lang="he-IL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גורר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𝑇𝑆</m:t>
                    </m:r>
                    <m:r>
                      <a:rPr lang="en-US" sz="2400" b="0" i="1" dirty="0" smtClean="0">
                        <a:latin typeface="Cambria Math"/>
                      </a:rPr>
                      <m:t>⊨</m:t>
                    </m:r>
                    <m:r>
                      <a:rPr lang="en-US" sz="2400" i="1" dirty="0" smtClean="0">
                        <a:latin typeface="Cambria Math"/>
                      </a:rPr>
                      <m:t>𝑃</m:t>
                    </m:r>
                    <m:r>
                      <a:rPr lang="he-IL" sz="2400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514600"/>
                <a:ext cx="8153400" cy="15081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7200" y="4800600"/>
                <a:ext cx="8153400" cy="1508105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𝑇𝑟𝑎𝑐𝑒𝑠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𝑇𝑆</m:t>
                      </m:r>
                      <m:r>
                        <a:rPr lang="en-US" sz="2400" i="1" dirty="0" smtClean="0">
                          <a:latin typeface="Cambria Math"/>
                        </a:rPr>
                        <m:t>) = </m:t>
                      </m:r>
                      <m:r>
                        <a:rPr lang="en-US" sz="2400" i="1" dirty="0" smtClean="0">
                          <a:latin typeface="Cambria Math"/>
                        </a:rPr>
                        <m:t>𝑇𝑟𝑎𝑐𝑒𝑠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𝑇𝑆</m:t>
                      </m:r>
                      <m:r>
                        <a:rPr lang="en-US" sz="2400" i="1" dirty="0" smtClean="0">
                          <a:latin typeface="Cambria Math"/>
                        </a:rPr>
                        <m:t>’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אם ורק אם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𝑇𝑆</m:t>
                    </m:r>
                    <m:r>
                      <a:rPr lang="en-US" sz="2400" i="1" dirty="0" smtClean="0">
                        <a:latin typeface="Cambria Math"/>
                      </a:rPr>
                      <m:t>’</m:t>
                    </m:r>
                    <m:r>
                      <a:rPr lang="en-US" sz="24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𝑇𝑆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מקיימות את אותן התכונות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800600"/>
                <a:ext cx="8153400" cy="15081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7350503"/>
      </p:ext>
    </p:extLst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הכלת עקבות סופיים ותכונות בטיחות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14</a:t>
            </a:fld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4"/>
              <p:cNvSpPr txBox="1">
                <a:spLocks/>
              </p:cNvSpPr>
              <p:nvPr/>
            </p:nvSpPr>
            <p:spPr>
              <a:xfrm>
                <a:off x="914400" y="1447800"/>
                <a:ext cx="7772400" cy="457200"/>
              </a:xfrm>
              <a:prstGeom prst="rect">
                <a:avLst/>
              </a:prstGeom>
            </p:spPr>
            <p:txBody>
              <a:bodyPr vert="horz">
                <a:normAutofit lnSpcReduction="10000"/>
              </a:bodyPr>
              <a:lstStyle/>
              <a:p>
                <a:pPr marL="274320" marR="0" lvl="0" indent="-274320" algn="r" defTabSz="914400" rtl="1" eaLnBrk="1" fontAlgn="auto" latinLnBrk="0" hangingPunct="1">
                  <a:lnSpc>
                    <a:spcPct val="100000"/>
                  </a:lnSpc>
                  <a:spcBef>
                    <a:spcPts val="580"/>
                  </a:spcBef>
                  <a:spcAft>
                    <a:spcPts val="0"/>
                  </a:spcAft>
                  <a:buClr>
                    <a:schemeClr val="accent1"/>
                  </a:buClr>
                  <a:buSzPct val="85000"/>
                  <a:buFont typeface="Wingdings 2"/>
                  <a:buNone/>
                  <a:tabLst/>
                  <a:defRPr/>
                </a:pPr>
                <a:r>
                  <a:rPr kumimoji="0" lang="he-IL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עבור מערכות מעברים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</a:rPr>
                      <m:t>𝑇𝑆</m:t>
                    </m:r>
                  </m:oMath>
                </a14:m>
                <a:r>
                  <a:rPr kumimoji="0" lang="he-IL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14:m>
                  <m:oMath xmlns:m="http://schemas.openxmlformats.org/officeDocument/2006/math">
                    <m:r>
                      <a:rPr kumimoji="0" lang="en-US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</a:rPr>
                      <m:t>𝑇𝑆</m:t>
                    </m:r>
                    <m:r>
                      <a:rPr kumimoji="0" lang="en-US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mbria Math"/>
                      </a:rPr>
                      <m:t>’</m:t>
                    </m:r>
                  </m:oMath>
                </a14:m>
                <a:r>
                  <a:rPr kumimoji="0" lang="he-IL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kumimoji="0" lang="he-IL" sz="2600" b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ללא</a:t>
                </a:r>
                <a:r>
                  <a:rPr kumimoji="0" lang="he-IL" sz="2600" b="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 מצבים סופניים</a:t>
                </a:r>
                <a:r>
                  <a:rPr kumimoji="0" lang="he-IL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kumimoji="0" lang="en-US" sz="2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Content Placeholder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47800"/>
                <a:ext cx="7772400" cy="457200"/>
              </a:xfrm>
              <a:prstGeom prst="rect">
                <a:avLst/>
              </a:prstGeom>
              <a:blipFill>
                <a:blip r:embed="rId2"/>
                <a:stretch>
                  <a:fillRect t="-22667" r="-1412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24986" y="2337122"/>
                <a:ext cx="7894029" cy="1554480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𝑇𝑟𝑎𝑐𝑒</m:t>
                      </m:r>
                      <m:sSub>
                        <m:sSubPr>
                          <m:ctrlPr>
                            <a:rPr lang="he-IL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i="0" dirty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fin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)⊆ </m:t>
                      </m:r>
                      <m:r>
                        <a:rPr lang="en-US" sz="2400" i="1" dirty="0" err="1">
                          <a:latin typeface="Cambria Math" panose="02040503050406030204" pitchFamily="18" charset="0"/>
                        </a:rPr>
                        <m:t>𝑇𝑟𝑎𝑐𝑒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err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i="0" dirty="0" err="1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fin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’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אם ורק אם</a:t>
                </a:r>
              </a:p>
              <a:p>
                <a:pPr algn="ctr"/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לכל </a:t>
                </a:r>
                <a:r>
                  <a:rPr lang="he-IL" sz="2400" dirty="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בטיחות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𝑃</m:t>
                    </m:r>
                    <m:r>
                      <m:rPr>
                        <m:nor/>
                      </m:rPr>
                      <a:rPr lang="en-US" sz="2400" i="0" baseline="-25000" dirty="0" err="1" smtClean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safe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מתקיים:</a:t>
                </a:r>
                <a:r>
                  <a:rPr lang="en-US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𝑇𝑆</m:t>
                    </m:r>
                    <m:r>
                      <a:rPr lang="en-US" sz="2400" i="1" dirty="0" smtClean="0">
                        <a:latin typeface="Cambria Math"/>
                      </a:rPr>
                      <m:t>’</m:t>
                    </m:r>
                    <m:r>
                      <a:rPr lang="en-US" sz="2400" i="1" dirty="0" smtClean="0">
                        <a:latin typeface="Cambria Math"/>
                      </a:rPr>
                      <m:t>⊨ </m:t>
                    </m:r>
                    <m:r>
                      <a:rPr lang="en-US" sz="2400" i="1" dirty="0" err="1" smtClean="0">
                        <a:latin typeface="Cambria Math"/>
                      </a:rPr>
                      <m:t>𝑃</m:t>
                    </m:r>
                    <m:r>
                      <m:rPr>
                        <m:nor/>
                      </m:rPr>
                      <a:rPr lang="en-US" sz="2400" i="0" baseline="-25000" dirty="0" err="1" smtClean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safe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גורר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𝑇𝑆</m:t>
                    </m:r>
                    <m:r>
                      <a:rPr lang="en-US" sz="2400" b="0" i="1" dirty="0" smtClean="0">
                        <a:latin typeface="Cambria Math"/>
                      </a:rPr>
                      <m:t>⊨</m:t>
                    </m:r>
                    <m:r>
                      <a:rPr lang="en-US" sz="2400" i="1" dirty="0" err="1" smtClean="0">
                        <a:latin typeface="Cambria Math"/>
                      </a:rPr>
                      <m:t>𝑃</m:t>
                    </m:r>
                    <m:r>
                      <m:rPr>
                        <m:nor/>
                      </m:rPr>
                      <a:rPr lang="en-US" sz="2400" i="0" baseline="-25000" dirty="0" err="1" smtClean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safe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86" y="2337122"/>
                <a:ext cx="7894029" cy="15544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24986" y="4619018"/>
                <a:ext cx="7894029" cy="1554480"/>
              </a:xfrm>
              <a:prstGeom prst="rect">
                <a:avLst/>
              </a:prstGeom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𝑇𝑟𝑎𝑐𝑒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 dirty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fin</m:t>
                          </m:r>
                        </m:sub>
                      </m:sSub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𝑇𝑆</m:t>
                      </m:r>
                      <m:r>
                        <a:rPr lang="en-US" sz="2400" i="1" dirty="0" smtClean="0">
                          <a:latin typeface="Cambria Math"/>
                        </a:rPr>
                        <m:t>) = 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𝑇𝑟𝑎𝑐𝑒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 dirty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fin</m:t>
                          </m:r>
                        </m:sub>
                      </m:sSub>
                      <m:r>
                        <a:rPr lang="en-US" sz="2400" i="1" baseline="-25000" dirty="0" smtClean="0">
                          <a:latin typeface="Cambria Math"/>
                        </a:rPr>
                        <m:t> 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latin typeface="Cambria Math"/>
                        </a:rPr>
                        <m:t>𝑇𝑆</m:t>
                      </m:r>
                      <m:r>
                        <a:rPr lang="en-US" sz="2400" i="1" dirty="0" smtClean="0">
                          <a:latin typeface="Cambria Math"/>
                        </a:rPr>
                        <m:t>’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אם ורק אם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𝑇𝑆</m:t>
                    </m:r>
                    <m:r>
                      <a:rPr lang="en-US" sz="2400" i="1" dirty="0" smtClean="0">
                        <a:latin typeface="Cambria Math"/>
                      </a:rPr>
                      <m:t>’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ו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𝑇𝑆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מקיימות את אותן תכונות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הבטיחות</a:t>
                </a:r>
                <a:endParaRPr lang="en-US" sz="2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986" y="4619018"/>
                <a:ext cx="7894029" cy="1554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3097611"/>
      </p:ext>
    </p:extLst>
  </p:cSld>
  <p:clrMapOvr>
    <a:masterClrMapping/>
  </p:clrMapOvr>
  <p:transition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1960" y="-329694"/>
            <a:ext cx="8371490" cy="1143000"/>
          </a:xfrm>
        </p:spPr>
        <p:txBody>
          <a:bodyPr>
            <a:normAutofit/>
          </a:bodyPr>
          <a:lstStyle/>
          <a:p>
            <a:r>
              <a:rPr lang="he-IL" sz="3200" dirty="0">
                <a:latin typeface="Gisha" panose="020B0502040204020203" pitchFamily="34" charset="-79"/>
                <a:cs typeface="Gisha" panose="020B0502040204020203" pitchFamily="34" charset="-79"/>
              </a:rPr>
              <a:t>דוגמה: הכלת עקבות </a:t>
            </a:r>
            <a:r>
              <a:rPr lang="he-IL" sz="3200" dirty="0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</a:t>
            </a:r>
            <a:r>
              <a:rPr lang="he-IL" sz="3200" dirty="0">
                <a:latin typeface="Gisha" panose="020B0502040204020203" pitchFamily="34" charset="-79"/>
                <a:cs typeface="Gisha" panose="020B0502040204020203" pitchFamily="34" charset="-79"/>
              </a:rPr>
              <a:t> הכלת עקבות סופיים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8" name="Shape 7"/>
          <p:cNvCxnSpPr/>
          <p:nvPr/>
        </p:nvCxnSpPr>
        <p:spPr>
          <a:xfrm rot="5400000" flipH="1">
            <a:off x="1447800" y="1615970"/>
            <a:ext cx="228600" cy="228600"/>
          </a:xfrm>
          <a:prstGeom prst="bentConnector4">
            <a:avLst>
              <a:gd name="adj1" fmla="val -100000"/>
              <a:gd name="adj2" fmla="val 200000"/>
            </a:avLst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Elbow Connector 9"/>
          <p:cNvCxnSpPr/>
          <p:nvPr/>
        </p:nvCxnSpPr>
        <p:spPr>
          <a:xfrm rot="5400000" flipH="1" flipV="1">
            <a:off x="1676400" y="1387370"/>
            <a:ext cx="1588" cy="1588"/>
          </a:xfrm>
          <a:prstGeom prst="bentConnector3">
            <a:avLst>
              <a:gd name="adj1" fmla="val 14395466"/>
            </a:avLst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876800" y="1387370"/>
            <a:ext cx="457200" cy="4572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7" name="Elbow Connector 16"/>
          <p:cNvCxnSpPr>
            <a:stCxn id="16" idx="0"/>
            <a:endCxn id="16" idx="0"/>
          </p:cNvCxnSpPr>
          <p:nvPr/>
        </p:nvCxnSpPr>
        <p:spPr>
          <a:xfrm rot="5400000" flipH="1" flipV="1">
            <a:off x="5105400" y="1387370"/>
            <a:ext cx="1588" cy="1588"/>
          </a:xfrm>
          <a:prstGeom prst="bentConnector3">
            <a:avLst>
              <a:gd name="adj1" fmla="val 14395466"/>
            </a:avLst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810000" y="2301770"/>
            <a:ext cx="457200" cy="4572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1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4275115" y="1826627"/>
            <a:ext cx="639407" cy="48982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hape 25"/>
          <p:cNvCxnSpPr>
            <a:stCxn id="19" idx="4"/>
            <a:endCxn id="19" idx="2"/>
          </p:cNvCxnSpPr>
          <p:nvPr/>
        </p:nvCxnSpPr>
        <p:spPr>
          <a:xfrm rot="5400000" flipH="1">
            <a:off x="3810000" y="2530370"/>
            <a:ext cx="228600" cy="228600"/>
          </a:xfrm>
          <a:prstGeom prst="bentConnector4">
            <a:avLst>
              <a:gd name="adj1" fmla="val -100000"/>
              <a:gd name="adj2" fmla="val 200000"/>
            </a:avLst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876800" y="3444770"/>
            <a:ext cx="457200" cy="4572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1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3" name="Shape 32"/>
          <p:cNvCxnSpPr>
            <a:stCxn id="32" idx="4"/>
            <a:endCxn id="32" idx="2"/>
          </p:cNvCxnSpPr>
          <p:nvPr/>
        </p:nvCxnSpPr>
        <p:spPr>
          <a:xfrm rot="5400000" flipH="1">
            <a:off x="4876800" y="3673370"/>
            <a:ext cx="228600" cy="228600"/>
          </a:xfrm>
          <a:prstGeom prst="bentConnector4">
            <a:avLst>
              <a:gd name="adj1" fmla="val -100000"/>
              <a:gd name="adj2" fmla="val 200000"/>
            </a:avLst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144065" y="3891699"/>
                <a:ext cx="55842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065" y="3891699"/>
                <a:ext cx="558423" cy="369332"/>
              </a:xfrm>
              <a:prstGeom prst="rect">
                <a:avLst/>
              </a:prstGeom>
              <a:blipFill>
                <a:blip r:embed="rId2"/>
                <a:stretch>
                  <a:fillRect t="-8197" r="-14286" b="-245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/>
          <p:cNvSpPr/>
          <p:nvPr/>
        </p:nvSpPr>
        <p:spPr>
          <a:xfrm>
            <a:off x="4876800" y="2454170"/>
            <a:ext cx="457200" cy="4572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8" name="Straight Arrow Connector 37"/>
          <p:cNvCxnSpPr>
            <a:stCxn id="16" idx="4"/>
            <a:endCxn id="37" idx="0"/>
          </p:cNvCxnSpPr>
          <p:nvPr/>
        </p:nvCxnSpPr>
        <p:spPr>
          <a:xfrm rot="5400000">
            <a:off x="4800600" y="2149370"/>
            <a:ext cx="609600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81" idx="2"/>
            <a:endCxn id="82" idx="0"/>
          </p:cNvCxnSpPr>
          <p:nvPr/>
        </p:nvCxnSpPr>
        <p:spPr>
          <a:xfrm>
            <a:off x="5134275" y="2933195"/>
            <a:ext cx="8847" cy="52167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096000" y="4435370"/>
            <a:ext cx="457200" cy="4572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1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45" name="Shape 44"/>
          <p:cNvCxnSpPr>
            <a:stCxn id="66" idx="2"/>
            <a:endCxn id="44" idx="2"/>
          </p:cNvCxnSpPr>
          <p:nvPr/>
        </p:nvCxnSpPr>
        <p:spPr>
          <a:xfrm rot="5400000" flipH="1">
            <a:off x="6087173" y="4672798"/>
            <a:ext cx="246253" cy="228599"/>
          </a:xfrm>
          <a:prstGeom prst="bentConnector4">
            <a:avLst>
              <a:gd name="adj1" fmla="val -92831"/>
              <a:gd name="adj2" fmla="val 200001"/>
            </a:avLst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096000" y="3444770"/>
            <a:ext cx="457200" cy="4572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47" name="Straight Arrow Connector 46"/>
          <p:cNvCxnSpPr>
            <a:stCxn id="46" idx="4"/>
            <a:endCxn id="44" idx="0"/>
          </p:cNvCxnSpPr>
          <p:nvPr/>
        </p:nvCxnSpPr>
        <p:spPr>
          <a:xfrm rot="5400000">
            <a:off x="6057900" y="4168670"/>
            <a:ext cx="533400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096000" y="2454170"/>
            <a:ext cx="457200" cy="4572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49" name="Straight Arrow Connector 48"/>
          <p:cNvCxnSpPr>
            <a:stCxn id="83" idx="2"/>
            <a:endCxn id="46" idx="0"/>
          </p:cNvCxnSpPr>
          <p:nvPr/>
        </p:nvCxnSpPr>
        <p:spPr>
          <a:xfrm flipH="1">
            <a:off x="6324600" y="2991977"/>
            <a:ext cx="15179" cy="45279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48" idx="1"/>
          </p:cNvCxnSpPr>
          <p:nvPr/>
        </p:nvCxnSpPr>
        <p:spPr>
          <a:xfrm>
            <a:off x="5371722" y="1826627"/>
            <a:ext cx="791233" cy="69449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315200" y="5425970"/>
            <a:ext cx="457200" cy="4572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11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57" name="Shape 56"/>
          <p:cNvCxnSpPr>
            <a:stCxn id="72" idx="2"/>
            <a:endCxn id="56" idx="2"/>
          </p:cNvCxnSpPr>
          <p:nvPr/>
        </p:nvCxnSpPr>
        <p:spPr>
          <a:xfrm rot="5400000" flipH="1">
            <a:off x="7301062" y="5668708"/>
            <a:ext cx="256875" cy="228600"/>
          </a:xfrm>
          <a:prstGeom prst="bentConnector4">
            <a:avLst>
              <a:gd name="adj1" fmla="val -88993"/>
              <a:gd name="adj2" fmla="val 200000"/>
            </a:avLst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315200" y="4435370"/>
            <a:ext cx="457200" cy="4572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59" name="Straight Arrow Connector 58"/>
          <p:cNvCxnSpPr>
            <a:stCxn id="58" idx="4"/>
            <a:endCxn id="72" idx="0"/>
          </p:cNvCxnSpPr>
          <p:nvPr/>
        </p:nvCxnSpPr>
        <p:spPr>
          <a:xfrm>
            <a:off x="7543800" y="4892570"/>
            <a:ext cx="0" cy="56326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7315200" y="3444770"/>
            <a:ext cx="457200" cy="4572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61" name="Straight Arrow Connector 60"/>
          <p:cNvCxnSpPr>
            <a:stCxn id="60" idx="4"/>
            <a:endCxn id="58" idx="0"/>
          </p:cNvCxnSpPr>
          <p:nvPr/>
        </p:nvCxnSpPr>
        <p:spPr>
          <a:xfrm rot="5400000">
            <a:off x="7277100" y="4168670"/>
            <a:ext cx="533400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7315200" y="2454170"/>
            <a:ext cx="457200" cy="457200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65" name="Straight Arrow Connector 64"/>
          <p:cNvCxnSpPr>
            <a:stCxn id="68" idx="2"/>
            <a:endCxn id="60" idx="0"/>
          </p:cNvCxnSpPr>
          <p:nvPr/>
        </p:nvCxnSpPr>
        <p:spPr>
          <a:xfrm>
            <a:off x="7543005" y="3005048"/>
            <a:ext cx="795" cy="43972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79" idx="3"/>
            <a:endCxn id="64" idx="1"/>
          </p:cNvCxnSpPr>
          <p:nvPr/>
        </p:nvCxnSpPr>
        <p:spPr>
          <a:xfrm>
            <a:off x="5371721" y="1614844"/>
            <a:ext cx="2010434" cy="90628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cxnSpLocks/>
          </p:cNvCxnSpPr>
          <p:nvPr/>
        </p:nvCxnSpPr>
        <p:spPr>
          <a:xfrm>
            <a:off x="5400595" y="1524000"/>
            <a:ext cx="3198812" cy="877938"/>
          </a:xfrm>
          <a:prstGeom prst="straightConnector1">
            <a:avLst/>
          </a:prstGeom>
          <a:ln w="19050">
            <a:prstDash val="lgDash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457200" y="4796135"/>
                <a:ext cx="4419600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𝑇𝑟𝑎𝑐𝑒𝑠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𝑇𝑆</m:t>
                      </m:r>
                      <m:r>
                        <a:rPr lang="en-US" sz="2400" i="1" dirty="0" smtClean="0">
                          <a:latin typeface="Cambria Math"/>
                        </a:rPr>
                        <m:t>) ⊈ </m:t>
                      </m:r>
                      <m:r>
                        <a:rPr lang="en-US" sz="2400" i="1" dirty="0" smtClean="0">
                          <a:latin typeface="Cambria Math"/>
                        </a:rPr>
                        <m:t>𝑇𝑟𝑎𝑐𝑒𝑠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𝑇𝑆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’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796135"/>
                <a:ext cx="441960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457200" y="5867572"/>
                <a:ext cx="4331057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𝑇𝑟𝑎𝑐𝑒𝑠</m:t>
                      </m:r>
                      <m:r>
                        <m:rPr>
                          <m:nor/>
                        </m:rPr>
                        <a:rPr lang="en-US" sz="2400" i="0" baseline="-25000" dirty="0" err="1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fin</m:t>
                      </m:r>
                      <m:d>
                        <m:dPr>
                          <m:ctrlPr>
                            <a:rPr lang="en-US" sz="2400" i="1" baseline="-2500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𝑇𝑆</m:t>
                          </m:r>
                        </m:e>
                      </m:d>
                      <m:r>
                        <a:rPr lang="he-IL" b="1" i="1" dirty="0">
                          <a:latin typeface="Cambria Math" panose="02040503050406030204" pitchFamily="18" charset="0"/>
                        </a:rPr>
                        <m:t>⊆</m:t>
                      </m:r>
                      <m:r>
                        <a:rPr lang="en-US" sz="2400" i="1" dirty="0" smtClean="0">
                          <a:latin typeface="Cambria Math"/>
                        </a:rPr>
                        <m:t> </m:t>
                      </m:r>
                      <m:r>
                        <a:rPr lang="en-US" sz="2400" i="1" dirty="0" err="1" smtClean="0">
                          <a:latin typeface="Cambria Math"/>
                        </a:rPr>
                        <m:t>𝑇𝑟𝑎𝑐𝑒𝑠</m:t>
                      </m:r>
                      <m:r>
                        <m:rPr>
                          <m:nor/>
                        </m:rPr>
                        <a:rPr lang="en-US" sz="2400" i="0" baseline="-25000" dirty="0" err="1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fin</m:t>
                      </m:r>
                      <m:r>
                        <a:rPr lang="en-US" sz="2400" i="1" dirty="0" smtClean="0"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𝑇𝑆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’</m:t>
                      </m:r>
                      <m:r>
                        <a:rPr lang="en-US" sz="2400" i="1" dirty="0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867572"/>
                <a:ext cx="433105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447800" y="1388958"/>
            <a:ext cx="457200" cy="455612"/>
          </a:xfrm>
          <a:prstGeom prst="rect">
            <a:avLst/>
          </a:prstGeom>
          <a:solidFill>
            <a:srgbClr val="FF0000">
              <a:alpha val="50196"/>
            </a:srgb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3843681" y="1387038"/>
            <a:ext cx="3928719" cy="4524407"/>
            <a:chOff x="3844476" y="1387038"/>
            <a:chExt cx="3928719" cy="4524407"/>
          </a:xfrm>
        </p:grpSpPr>
        <p:sp>
          <p:nvSpPr>
            <p:cNvPr id="79" name="Rectangle 78"/>
            <p:cNvSpPr/>
            <p:nvPr/>
          </p:nvSpPr>
          <p:spPr>
            <a:xfrm>
              <a:off x="4906469" y="1387038"/>
              <a:ext cx="466047" cy="455612"/>
            </a:xfrm>
            <a:prstGeom prst="rect">
              <a:avLst/>
            </a:prstGeom>
            <a:solidFill>
              <a:srgbClr val="0000FF">
                <a:alpha val="34118"/>
              </a:srgb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3844476" y="2313737"/>
              <a:ext cx="457200" cy="455612"/>
            </a:xfrm>
            <a:prstGeom prst="rect">
              <a:avLst/>
            </a:prstGeom>
            <a:solidFill>
              <a:srgbClr val="0000FF">
                <a:alpha val="34118"/>
              </a:srgb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915317" y="3454866"/>
              <a:ext cx="457200" cy="455612"/>
            </a:xfrm>
            <a:prstGeom prst="rect">
              <a:avLst/>
            </a:prstGeom>
            <a:solidFill>
              <a:srgbClr val="0000FF">
                <a:alpha val="34118"/>
              </a:srgb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4906470" y="2477583"/>
              <a:ext cx="457200" cy="455612"/>
            </a:xfrm>
            <a:prstGeom prst="rect">
              <a:avLst/>
            </a:prstGeom>
            <a:solidFill>
              <a:srgbClr val="0000FF">
                <a:alpha val="34118"/>
              </a:srgb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111974" y="2536365"/>
              <a:ext cx="457200" cy="455612"/>
            </a:xfrm>
            <a:prstGeom prst="rect">
              <a:avLst/>
            </a:prstGeom>
            <a:solidFill>
              <a:srgbClr val="0000FF">
                <a:alpha val="34118"/>
              </a:srgb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096794" y="4454611"/>
              <a:ext cx="457200" cy="455612"/>
            </a:xfrm>
            <a:prstGeom prst="rect">
              <a:avLst/>
            </a:prstGeom>
            <a:solidFill>
              <a:srgbClr val="0000FF">
                <a:alpha val="34118"/>
              </a:srgb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68" name="Rectangle 67"/>
            <p:cNvSpPr/>
            <p:nvPr/>
          </p:nvSpPr>
          <p:spPr>
            <a:xfrm>
              <a:off x="7315200" y="2549436"/>
              <a:ext cx="457200" cy="455612"/>
            </a:xfrm>
            <a:prstGeom prst="rect">
              <a:avLst/>
            </a:prstGeom>
            <a:solidFill>
              <a:srgbClr val="0000FF">
                <a:alpha val="34118"/>
              </a:srgb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69" name="Rectangle 68"/>
            <p:cNvSpPr/>
            <p:nvPr/>
          </p:nvSpPr>
          <p:spPr>
            <a:xfrm>
              <a:off x="7315200" y="3435269"/>
              <a:ext cx="457200" cy="455612"/>
            </a:xfrm>
            <a:prstGeom prst="rect">
              <a:avLst/>
            </a:prstGeom>
            <a:solidFill>
              <a:srgbClr val="0000FF">
                <a:alpha val="34118"/>
              </a:srgb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7315200" y="4436958"/>
              <a:ext cx="457200" cy="455612"/>
            </a:xfrm>
            <a:prstGeom prst="rect">
              <a:avLst/>
            </a:prstGeom>
            <a:solidFill>
              <a:srgbClr val="0000FF">
                <a:alpha val="34118"/>
              </a:srgb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2" name="Rectangle 71"/>
            <p:cNvSpPr/>
            <p:nvPr/>
          </p:nvSpPr>
          <p:spPr>
            <a:xfrm>
              <a:off x="7315995" y="5455833"/>
              <a:ext cx="457200" cy="455612"/>
            </a:xfrm>
            <a:prstGeom prst="rect">
              <a:avLst/>
            </a:prstGeom>
            <a:solidFill>
              <a:srgbClr val="0000FF">
                <a:alpha val="34118"/>
              </a:srgb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096493" y="3442056"/>
              <a:ext cx="457200" cy="455612"/>
            </a:xfrm>
            <a:prstGeom prst="rect">
              <a:avLst/>
            </a:prstGeom>
            <a:solidFill>
              <a:srgbClr val="0000FF">
                <a:alpha val="34118"/>
              </a:srgb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4093709" y="2751243"/>
                <a:ext cx="55842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709" y="2751243"/>
                <a:ext cx="558423" cy="369332"/>
              </a:xfrm>
              <a:prstGeom prst="rect">
                <a:avLst/>
              </a:prstGeom>
              <a:blipFill>
                <a:blip r:embed="rId5"/>
                <a:stretch>
                  <a:fillRect t="-8197" r="-14286" b="-245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6349393" y="4875212"/>
                <a:ext cx="55842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393" y="4875212"/>
                <a:ext cx="558423" cy="369332"/>
              </a:xfrm>
              <a:prstGeom prst="rect">
                <a:avLst/>
              </a:prstGeom>
              <a:blipFill>
                <a:blip r:embed="rId6"/>
                <a:stretch>
                  <a:fillRect t="-10000" r="-14286" b="-2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7626538" y="5885558"/>
                <a:ext cx="55842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538" y="5885558"/>
                <a:ext cx="558423" cy="369332"/>
              </a:xfrm>
              <a:prstGeom prst="rect">
                <a:avLst/>
              </a:prstGeom>
              <a:blipFill>
                <a:blip r:embed="rId7"/>
                <a:stretch>
                  <a:fillRect t="-8197" r="-14130" b="-245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402570" y="2279609"/>
                <a:ext cx="511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𝑇𝑆</m:t>
                      </m:r>
                    </m:oMath>
                  </m:oMathPara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570" y="2279609"/>
                <a:ext cx="51135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/>
              <p:cNvSpPr/>
              <p:nvPr/>
            </p:nvSpPr>
            <p:spPr>
              <a:xfrm>
                <a:off x="6869826" y="1185848"/>
                <a:ext cx="5661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𝑇𝑆</m:t>
                      </m:r>
                      <m:r>
                        <a:rPr lang="en-US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826" y="1185848"/>
                <a:ext cx="56618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75E76F9-446C-4DEE-90CF-5616E9F745DB}"/>
                  </a:ext>
                </a:extLst>
              </p:cNvPr>
              <p:cNvSpPr txBox="1"/>
              <p:nvPr/>
            </p:nvSpPr>
            <p:spPr>
              <a:xfrm>
                <a:off x="1761845" y="1752600"/>
                <a:ext cx="42672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75E76F9-446C-4DEE-90CF-5616E9F74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845" y="1752600"/>
                <a:ext cx="426720" cy="369332"/>
              </a:xfrm>
              <a:prstGeom prst="rect">
                <a:avLst/>
              </a:prstGeom>
              <a:blipFill>
                <a:blip r:embed="rId10"/>
                <a:stretch>
                  <a:fillRect t="-10000" r="-18571" b="-25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2918D3-7A6C-45CF-ACE8-61B68DC61E69}"/>
                  </a:ext>
                </a:extLst>
              </p:cNvPr>
              <p:cNvSpPr txBox="1"/>
              <p:nvPr/>
            </p:nvSpPr>
            <p:spPr>
              <a:xfrm>
                <a:off x="5147502" y="2895394"/>
                <a:ext cx="42672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02918D3-7A6C-45CF-ACE8-61B68DC61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502" y="2895394"/>
                <a:ext cx="426720" cy="369332"/>
              </a:xfrm>
              <a:prstGeom prst="rect">
                <a:avLst/>
              </a:prstGeom>
              <a:blipFill>
                <a:blip r:embed="rId11"/>
                <a:stretch>
                  <a:fillRect t="-9836" r="-18571" b="-245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6B8DD50-F87F-4536-A32A-386DE1693E38}"/>
                  </a:ext>
                </a:extLst>
              </p:cNvPr>
              <p:cNvSpPr txBox="1"/>
              <p:nvPr/>
            </p:nvSpPr>
            <p:spPr>
              <a:xfrm>
                <a:off x="6332189" y="2950254"/>
                <a:ext cx="42672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46B8DD50-F87F-4536-A32A-386DE1693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2189" y="2950254"/>
                <a:ext cx="426720" cy="369332"/>
              </a:xfrm>
              <a:prstGeom prst="rect">
                <a:avLst/>
              </a:prstGeom>
              <a:blipFill>
                <a:blip r:embed="rId12"/>
                <a:stretch>
                  <a:fillRect t="-9836" r="-17143" b="-245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A35DD5B-9D4F-4211-9E98-CA1259176DDB}"/>
                  </a:ext>
                </a:extLst>
              </p:cNvPr>
              <p:cNvSpPr txBox="1"/>
              <p:nvPr/>
            </p:nvSpPr>
            <p:spPr>
              <a:xfrm>
                <a:off x="6355019" y="3912733"/>
                <a:ext cx="42672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5A35DD5B-9D4F-4211-9E98-CA1259176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019" y="3912733"/>
                <a:ext cx="426720" cy="369332"/>
              </a:xfrm>
              <a:prstGeom prst="rect">
                <a:avLst/>
              </a:prstGeom>
              <a:blipFill>
                <a:blip r:embed="rId13"/>
                <a:stretch>
                  <a:fillRect t="-10000" r="-18571" b="-2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983D517-75A2-4113-9088-FCD60724C333}"/>
                  </a:ext>
                </a:extLst>
              </p:cNvPr>
              <p:cNvSpPr txBox="1"/>
              <p:nvPr/>
            </p:nvSpPr>
            <p:spPr>
              <a:xfrm>
                <a:off x="7609369" y="2991977"/>
                <a:ext cx="42672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983D517-75A2-4113-9088-FCD60724C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9369" y="2991977"/>
                <a:ext cx="426720" cy="369332"/>
              </a:xfrm>
              <a:prstGeom prst="rect">
                <a:avLst/>
              </a:prstGeom>
              <a:blipFill>
                <a:blip r:embed="rId14"/>
                <a:stretch>
                  <a:fillRect t="-10000" r="-18571" b="-2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1380164-0FAF-47B6-A3F1-A0F77690BBF4}"/>
                  </a:ext>
                </a:extLst>
              </p:cNvPr>
              <p:cNvSpPr txBox="1"/>
              <p:nvPr/>
            </p:nvSpPr>
            <p:spPr>
              <a:xfrm>
                <a:off x="7626538" y="3913638"/>
                <a:ext cx="42672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1380164-0FAF-47B6-A3F1-A0F77690BB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538" y="3913638"/>
                <a:ext cx="426720" cy="369332"/>
              </a:xfrm>
              <a:prstGeom prst="rect">
                <a:avLst/>
              </a:prstGeom>
              <a:blipFill>
                <a:blip r:embed="rId15"/>
                <a:stretch>
                  <a:fillRect t="-8197" r="-18571" b="-245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060C465-CD93-4A95-B1DD-78E3A37EF7B0}"/>
                  </a:ext>
                </a:extLst>
              </p:cNvPr>
              <p:cNvSpPr txBox="1"/>
              <p:nvPr/>
            </p:nvSpPr>
            <p:spPr>
              <a:xfrm>
                <a:off x="7626538" y="4922433"/>
                <a:ext cx="42672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A060C465-CD93-4A95-B1DD-78E3A37EF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538" y="4922433"/>
                <a:ext cx="426720" cy="369332"/>
              </a:xfrm>
              <a:prstGeom prst="rect">
                <a:avLst/>
              </a:prstGeom>
              <a:blipFill>
                <a:blip r:embed="rId16"/>
                <a:stretch>
                  <a:fillRect t="-8197" r="-18571" b="-245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11B158-70A0-F8BD-4535-A287F72DE71A}"/>
                  </a:ext>
                </a:extLst>
              </p:cNvPr>
              <p:cNvSpPr txBox="1"/>
              <p:nvPr/>
            </p:nvSpPr>
            <p:spPr>
              <a:xfrm flipH="1">
                <a:off x="7629236" y="2334737"/>
                <a:ext cx="90516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C11B158-70A0-F8BD-4535-A287F72DE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629236" y="2334737"/>
                <a:ext cx="905164" cy="27699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4074986"/>
      </p:ext>
    </p:extLst>
  </p:cSld>
  <p:clrMapOvr>
    <a:masterClrMapping/>
  </p:clrMapOvr>
  <p:transition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עקבות סופיים / עקבות אינסופיים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0" y="1905000"/>
                <a:ext cx="5029200" cy="762000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𝑇𝑆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בלי מצבים סופניים </a:t>
                </a:r>
              </a:p>
              <a:p>
                <a:pPr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ו-</a:t>
                </a:r>
                <a14:m>
                  <m:oMath xmlns:m="http://schemas.openxmlformats.org/officeDocument/2006/math">
                    <m:r>
                      <a:rPr lang="he-IL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400" i="1" dirty="0" smtClean="0">
                        <a:latin typeface="Cambria Math"/>
                      </a:rPr>
                      <m:t>’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 dirty="0">
                    <a:highlight>
                      <a:srgbClr val="FFFF00"/>
                    </a:highlight>
                    <a:latin typeface="Gisha" panose="020B0502040204020203" pitchFamily="34" charset="-79"/>
                    <a:cs typeface="Gisha" panose="020B0502040204020203" pitchFamily="34" charset="-79"/>
                  </a:rPr>
                  <a:t>בעלת מספר סופי של מצבים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0" y="1905000"/>
                <a:ext cx="5029200" cy="762000"/>
              </a:xfrm>
              <a:blipFill>
                <a:blip r:embed="rId2"/>
                <a:stretch>
                  <a:fillRect t="-7200" r="-1818" b="-35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58935" y="3471208"/>
                <a:ext cx="4625112" cy="197996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𝑇𝑟𝑎𝑐𝑒𝑠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𝑇𝑆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⊆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𝑇𝑟𝑎𝑐𝑒𝑠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𝑇𝑆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’</m:t>
                      </m:r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/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/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 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אם ורק אם 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  </a:t>
                </a:r>
              </a:p>
              <a:p>
                <a:pPr algn="ctr" rtl="0"/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𝑇</m:t>
                      </m:r>
                      <m:r>
                        <a:rPr lang="en-US" sz="24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𝑟𝑎𝑐𝑒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fin</m:t>
                          </m:r>
                        </m:sub>
                      </m:sSub>
                      <m:d>
                        <m:dPr>
                          <m:ctrlP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𝑇𝑆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⊆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i="1" dirty="0" err="1" smtClean="0">
                          <a:solidFill>
                            <a:srgbClr val="0000FF"/>
                          </a:solidFill>
                          <a:latin typeface="Cambria Math"/>
                        </a:rPr>
                        <m:t>𝑇𝑟𝑎𝑐𝑒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400" b="0" i="0" dirty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fin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𝑇𝑆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’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he-IL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935" y="3471208"/>
                <a:ext cx="4625112" cy="19799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C74142-59FD-494F-B17A-CED6B81B5132}"/>
                  </a:ext>
                </a:extLst>
              </p:cNvPr>
              <p:cNvSpPr txBox="1"/>
              <p:nvPr/>
            </p:nvSpPr>
            <p:spPr>
              <a:xfrm>
                <a:off x="190575" y="5868208"/>
                <a:ext cx="8763000" cy="669992"/>
              </a:xfrm>
              <a:prstGeom prst="rect">
                <a:avLst/>
              </a:prstGeom>
              <a:solidFill>
                <a:srgbClr val="F3F7BB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he-IL" u="sng">
                    <a:latin typeface="Gisha" panose="020B0502040204020203" pitchFamily="34" charset="-79"/>
                    <a:cs typeface="Gisha" panose="020B0502040204020203" pitchFamily="34" charset="-79"/>
                  </a:rPr>
                  <a:t>הוכיחו או הפריכו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קיימת תכונת זמן לינארי שמערכת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ומערכת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לא מקיימת אם ורק אם קיימת תכונת בטיחות שמערכת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ומערכת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לא מקיימת</a:t>
                </a:r>
                <a:endParaRPr lang="LID4096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CC74142-59FD-494F-B17A-CED6B81B5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75" y="5868208"/>
                <a:ext cx="8763000" cy="669992"/>
              </a:xfrm>
              <a:prstGeom prst="rect">
                <a:avLst/>
              </a:prstGeom>
              <a:blipFill>
                <a:blip r:embed="rId4"/>
                <a:stretch>
                  <a:fillRect t="-5455" r="-556" b="-10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raphic 8" descr="Owl">
            <a:extLst>
              <a:ext uri="{FF2B5EF4-FFF2-40B4-BE49-F238E27FC236}">
                <a16:creationId xmlns:a16="http://schemas.microsoft.com/office/drawing/2014/main" id="{4F880D7E-E457-4D9A-959E-8F2959C29A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493903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29232"/>
      </p:ext>
    </p:extLst>
  </p:cSld>
  <p:clrMapOvr>
    <a:masterClrMapping/>
  </p:clrMapOvr>
  <p:transition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-1524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1371600"/>
                <a:ext cx="8572500" cy="49530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כיוון ראשון:</a:t>
                </a:r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1600" b="0" i="1" dirty="0" smtClean="0">
                        <a:latin typeface="Cambria Math"/>
                      </a:rPr>
                      <m:t>⊆</m:t>
                    </m:r>
                    <m:r>
                      <a:rPr lang="en-US" sz="1600" i="1" dirty="0" smtClean="0">
                        <a:latin typeface="Cambria Math"/>
                      </a:rPr>
                      <m:t> </m:t>
                    </m:r>
                    <m:r>
                      <a:rPr lang="en-US" sz="1600" i="1" dirty="0" smtClean="0">
                        <a:latin typeface="Cambria Math"/>
                      </a:rPr>
                      <m:t>𝑇𝑟𝑎𝑐𝑒𝑠</m:t>
                    </m:r>
                    <m:r>
                      <a:rPr lang="en-US" sz="1600" i="1" dirty="0" smtClean="0">
                        <a:latin typeface="Cambria Math"/>
                      </a:rPr>
                      <m:t>(</m:t>
                    </m:r>
                    <m:r>
                      <a:rPr lang="en-US" sz="1600" i="1" dirty="0" smtClean="0">
                        <a:latin typeface="Cambria Math"/>
                      </a:rPr>
                      <m:t>𝑇𝑆</m:t>
                    </m:r>
                    <m:r>
                      <a:rPr lang="en-US" sz="1600" i="1" dirty="0" smtClean="0">
                        <a:latin typeface="Cambria Math"/>
                      </a:rPr>
                      <m:t>’</m:t>
                    </m:r>
                    <m:r>
                      <a:rPr lang="en-US" sz="16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אז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𝑇𝑟𝑎𝑐𝑒𝑠</m:t>
                    </m:r>
                    <m:r>
                      <a:rPr lang="en-US" sz="1600" i="1" baseline="-25000" dirty="0" err="1" smtClean="0">
                        <a:latin typeface="Cambria Math"/>
                      </a:rPr>
                      <m:t>𝑓𝑖𝑛</m:t>
                    </m:r>
                    <m:d>
                      <m:d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𝑇𝑆</m:t>
                        </m:r>
                      </m:e>
                    </m:d>
                    <m:r>
                      <a:rPr lang="en-US" sz="1600" b="0" i="1" dirty="0" smtClean="0">
                        <a:latin typeface="Cambria Math"/>
                      </a:rPr>
                      <m:t>⊆</m:t>
                    </m:r>
                    <m:r>
                      <a:rPr lang="en-US" sz="1600" i="1" dirty="0" smtClean="0">
                        <a:latin typeface="Cambria Math"/>
                      </a:rPr>
                      <m:t> </m:t>
                    </m:r>
                    <m:r>
                      <a:rPr lang="en-US" sz="1600" i="1" dirty="0" err="1" smtClean="0">
                        <a:latin typeface="Cambria Math"/>
                      </a:rPr>
                      <m:t>𝑇𝑟𝑎𝑐𝑒𝑠</m:t>
                    </m:r>
                    <m:r>
                      <a:rPr lang="en-US" sz="1600" i="1" baseline="-25000" dirty="0" err="1" smtClean="0">
                        <a:latin typeface="Cambria Math"/>
                      </a:rPr>
                      <m:t>𝑓𝑖𝑛</m:t>
                    </m:r>
                    <m:r>
                      <a:rPr lang="en-US" sz="1600" i="1" dirty="0" smtClean="0">
                        <a:latin typeface="Cambria Math"/>
                      </a:rPr>
                      <m:t>(</m:t>
                    </m:r>
                    <m:r>
                      <a:rPr lang="en-US" sz="1600" i="1" dirty="0" smtClean="0">
                        <a:latin typeface="Cambria Math"/>
                      </a:rPr>
                      <m:t>𝑇𝑆</m:t>
                    </m:r>
                    <m:r>
                      <a:rPr lang="en-US" sz="1600" i="1" dirty="0" smtClean="0">
                        <a:latin typeface="Cambria Math"/>
                      </a:rPr>
                      <m:t>’</m:t>
                    </m:r>
                    <m:r>
                      <a:rPr lang="en-US" sz="1600" i="1" dirty="0" smtClean="0">
                        <a:latin typeface="Cambria Math"/>
                      </a:rPr>
                      <m:t>)</m:t>
                    </m:r>
                  </m:oMath>
                </a14:m>
                <a:endParaRPr lang="he-IL" sz="16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he-IL" sz="1600" dirty="0">
                    <a:latin typeface="+mj-lt"/>
                    <a:cs typeface="Gisha" panose="020B0502040204020203" pitchFamily="34" charset="-79"/>
                  </a:rPr>
                  <a:t>תרגיל קל</a:t>
                </a:r>
                <a:endParaRPr lang="en-US" sz="16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50000"/>
                  </a:lnSpc>
                  <a:buNone/>
                </a:pPr>
                <a:endParaRPr lang="en-US" sz="16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lvl="0" indent="0">
                  <a:lnSpc>
                    <a:spcPct val="150000"/>
                  </a:lnSpc>
                  <a:buClr>
                    <a:srgbClr val="D34817"/>
                  </a:buClr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כיוון שני:</a:t>
                </a:r>
                <a:r>
                  <a:rPr lang="he-IL" sz="16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נניח 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𝑇𝑟𝑎𝑐𝑒𝑠</m:t>
                    </m:r>
                    <m:r>
                      <a:rPr lang="en-US" sz="1600" i="1" baseline="-25000" dirty="0" err="1" smtClean="0">
                        <a:solidFill>
                          <a:srgbClr val="0000FF"/>
                        </a:solidFill>
                        <a:latin typeface="Cambria Math"/>
                      </a:rPr>
                      <m:t>𝑓𝑖𝑛</m:t>
                    </m:r>
                    <m:d>
                      <m:dPr>
                        <m:ctrlPr>
                          <a:rPr lang="en-US" sz="1600" i="1" baseline="-25000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16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⊆</m:t>
                    </m:r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  <m:r>
                      <a:rPr lang="en-US" sz="1600" i="1" dirty="0" err="1" smtClean="0">
                        <a:solidFill>
                          <a:srgbClr val="0000FF"/>
                        </a:solidFill>
                        <a:latin typeface="Cambria Math"/>
                      </a:rPr>
                      <m:t>𝑇𝑟𝑎𝑐𝑒𝑠</m:t>
                    </m:r>
                    <m:r>
                      <a:rPr lang="en-US" sz="1600" i="1" baseline="-25000" dirty="0" err="1" smtClean="0">
                        <a:solidFill>
                          <a:srgbClr val="0000FF"/>
                        </a:solidFill>
                        <a:latin typeface="Cambria Math"/>
                      </a:rPr>
                      <m:t>𝑓𝑖𝑛</m:t>
                    </m:r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(</m:t>
                    </m:r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𝑇𝑆</m:t>
                    </m:r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’</m:t>
                    </m:r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) </m:t>
                    </m:r>
                  </m:oMath>
                </a14:m>
                <a:r>
                  <a:rPr lang="he-IL" sz="16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ונוכיח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16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⊆</m:t>
                    </m:r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𝑇𝑟𝑎𝑐𝑒𝑠</m:t>
                    </m:r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(</m:t>
                    </m:r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𝑇𝑆</m:t>
                    </m:r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’</m:t>
                    </m:r>
                    <m:r>
                      <a:rPr lang="en-US" sz="16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) </m:t>
                    </m:r>
                  </m:oMath>
                </a14:m>
                <a:endParaRPr lang="he-IL" sz="16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 algn="r">
                  <a:lnSpc>
                    <a:spcPct val="150000"/>
                  </a:lnSpc>
                </a:pPr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תהי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b="0" i="1" dirty="0" smtClean="0">
                        <a:latin typeface="Cambria Math"/>
                      </a:rPr>
                      <m:t>∈</m:t>
                    </m:r>
                    <m:r>
                      <a:rPr lang="en-US" sz="1600" i="1" dirty="0" smtClean="0">
                        <a:latin typeface="Cambria Math"/>
                      </a:rPr>
                      <m:t>𝑇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i="1" dirty="0" smtClean="0">
                        <a:latin typeface="Cambria Math"/>
                      </a:rPr>
                      <m:t>𝑎𝑐𝑒𝑠</m:t>
                    </m:r>
                    <m:r>
                      <a:rPr lang="en-US" sz="1600" i="1" dirty="0" smtClean="0">
                        <a:latin typeface="Cambria Math"/>
                      </a:rPr>
                      <m:t>(</m:t>
                    </m:r>
                    <m:r>
                      <a:rPr lang="en-US" sz="1600" i="1" dirty="0" smtClean="0">
                        <a:latin typeface="Cambria Math"/>
                      </a:rPr>
                      <m:t>𝑇𝑆</m:t>
                    </m:r>
                    <m:r>
                      <a:rPr lang="en-US" sz="16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. צריך למצוא מסלול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𝑠</m:t>
                    </m:r>
                    <m:r>
                      <a:rPr lang="en-US" sz="1600" i="1" baseline="-25000" dirty="0" smtClean="0">
                        <a:latin typeface="Cambria Math"/>
                      </a:rPr>
                      <m:t>0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16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1600" b="0" i="1" dirty="0" smtClean="0">
                        <a:latin typeface="Cambria Math"/>
                      </a:rPr>
                      <m:t>…</m:t>
                    </m:r>
                    <m:r>
                      <a:rPr lang="en-US" sz="16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של 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𝑇𝑆</m:t>
                    </m:r>
                    <m:r>
                      <a:rPr lang="en-US" sz="1600" i="1" dirty="0" smtClean="0">
                        <a:latin typeface="Cambria Math"/>
                      </a:rPr>
                      <m:t>’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שאלה עקבותיו.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ע"פ ההנחה: לכל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קיים מסלול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/>
                      </a:rPr>
                      <m:t>𝜋</m:t>
                    </m:r>
                    <m:r>
                      <a:rPr lang="en-US" sz="1600" i="1" baseline="-25000" dirty="0" smtClean="0">
                        <a:latin typeface="Cambria Math"/>
                      </a:rPr>
                      <m:t>𝑚</m:t>
                    </m:r>
                  </m:oMath>
                </a14:m>
                <a:r>
                  <a:rPr lang="en-US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של 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𝑇𝑆</m:t>
                    </m:r>
                    <m:r>
                      <a:rPr lang="en-US" sz="1600" i="1" dirty="0" smtClean="0">
                        <a:latin typeface="Cambria Math"/>
                      </a:rPr>
                      <m:t>’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כך ש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𝑡𝑟𝑎𝑐𝑒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[..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16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he-IL" sz="16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למרות ש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[..</m:t>
                    </m:r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he-IL" sz="16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רישא של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  <m:d>
                          <m:dPr>
                            <m:ctrlPr>
                              <a:rPr lang="en-US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a:rPr lang="he-IL" sz="16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 sz="16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לא ברור ש-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𝜋</m:t>
                    </m:r>
                    <m:r>
                      <a:rPr lang="en-US" sz="16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he-IL" sz="1600" baseline="-25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6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הוא רישא של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1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16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𝜋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he-IL" sz="16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he-IL" sz="1600" b="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sz="1600" baseline="-250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he-IL" sz="16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בזכות הסופיות של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’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קיימת תת</a:t>
                </a:r>
                <a:r>
                  <a:rPr lang="en-US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סידרה </a:t>
                </a:r>
                <a:r>
                  <a:rPr lang="en-US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b>
                    </m:sSub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כך 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</a:t>
                </a:r>
                <a:r>
                  <a:rPr lang="en-US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b>
                    </m:sSub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מסכימות על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האינדקסים הראשונים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ניקח את המסלול שבו המצב במקום ה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הוא המצב ה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</m:oMath>
                </a14:m>
                <a:endParaRPr lang="en-US" sz="16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1371600"/>
                <a:ext cx="8572500" cy="4953000"/>
              </a:xfrm>
              <a:blipFill>
                <a:blip r:embed="rId2"/>
                <a:stretch>
                  <a:fillRect r="-120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8" descr="Owl">
            <a:extLst>
              <a:ext uri="{FF2B5EF4-FFF2-40B4-BE49-F238E27FC236}">
                <a16:creationId xmlns:a16="http://schemas.microsoft.com/office/drawing/2014/main" id="{4F880D7E-E457-4D9A-959E-8F2959C29A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350" y="4204968"/>
            <a:ext cx="443232" cy="443232"/>
          </a:xfrm>
          <a:prstGeom prst="rect">
            <a:avLst/>
          </a:prstGeom>
          <a:ln>
            <a:noFill/>
          </a:ln>
        </p:spPr>
      </p:pic>
      <p:cxnSp>
        <p:nvCxnSpPr>
          <p:cNvPr id="8" name="Straight Arrow Connector 7"/>
          <p:cNvCxnSpPr/>
          <p:nvPr/>
        </p:nvCxnSpPr>
        <p:spPr>
          <a:xfrm>
            <a:off x="1107687" y="4648200"/>
            <a:ext cx="340113" cy="0"/>
          </a:xfrm>
          <a:prstGeom prst="straightConnector1">
            <a:avLst/>
          </a:prstGeom>
          <a:ln>
            <a:solidFill>
              <a:srgbClr val="370F0B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2400" y="4588696"/>
            <a:ext cx="9941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200">
                <a:solidFill>
                  <a:srgbClr val="370F0B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דוגמה נגדית?</a:t>
            </a:r>
            <a:endParaRPr lang="en-US" sz="1200">
              <a:solidFill>
                <a:srgbClr val="370F0B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58033280"/>
      </p:ext>
    </p:extLst>
  </p:cSld>
  <p:clrMapOvr>
    <a:masterClrMapping/>
  </p:clrMapOvr>
  <p:transition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25184"/>
            <a:ext cx="7772400" cy="1143000"/>
          </a:xfrm>
        </p:spPr>
        <p:txBody>
          <a:bodyPr>
            <a:normAutofit/>
          </a:bodyPr>
          <a:lstStyle/>
          <a:p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המחשה גרפית של כיוון ההוכחה השני בשקף הקודם</a:t>
            </a:r>
            <a:endParaRPr lang="en-US" sz="28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6012725"/>
                  </p:ext>
                </p:extLst>
              </p:nvPr>
            </p:nvGraphicFramePr>
            <p:xfrm>
              <a:off x="304800" y="1143000"/>
              <a:ext cx="5932520" cy="385762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kern="1200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kern="1200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kumimoji="0" lang="en-US" sz="1800" b="0" i="1" kern="1200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sz="1800" b="0" i="1" kern="1200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kumimoji="0" lang="en-US" sz="1800" b="0" i="1" kern="1200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1" kern="12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58856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482444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8424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6012725"/>
                  </p:ext>
                </p:extLst>
              </p:nvPr>
            </p:nvGraphicFramePr>
            <p:xfrm>
              <a:off x="304800" y="1143000"/>
              <a:ext cx="5932520" cy="385762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429" r="-906186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429" r="-796939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429" r="-705155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429" r="-597959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429" r="-504124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429" r="-404124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429" r="-300000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429" r="-203093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429" r="-101020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429" r="-2062" b="-8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00000" r="-906186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00000" r="-796939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00000" r="-705155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00000" r="-597959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00000" r="-504124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00000" r="-404124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00000" r="-300000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00000" r="-203093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00000" r="-101020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00000" r="-2062" b="-694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02857" r="-906186" b="-6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58856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482444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8424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ריצה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blipFill>
                <a:blip r:embed="rId3"/>
                <a:stretch>
                  <a:fillRect t="-10000" r="-2778" b="-25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>
                    <a:cs typeface="Gisha" panose="020B0502040204020203" pitchFamily="34" charset="-79"/>
                  </a:rPr>
                  <a:t>תיוגי הריצה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blipFill>
                <a:blip r:embed="rId4"/>
                <a:stretch>
                  <a:fillRect t="-8197" r="-2827" b="-245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20094" y="2045734"/>
                <a:ext cx="43547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b="0" dirty="0">
                    <a:cs typeface="Gisha" panose="020B0502040204020203" pitchFamily="34" charset="-79"/>
                  </a:rPr>
                  <a:t>ריצה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r>
                  <a:rPr lang="en-US" b="0" dirty="0"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cs typeface="Gisha" panose="020B0502040204020203" pitchFamily="34" charset="-79"/>
                  </a:rPr>
                  <a:t>  המייצרות את הרישא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b="0" dirty="0">
                    <a:solidFill>
                      <a:schemeClr val="tx1"/>
                    </a:solidFill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94" y="2045734"/>
                <a:ext cx="4354717" cy="369332"/>
              </a:xfrm>
              <a:prstGeom prst="rect">
                <a:avLst/>
              </a:prstGeom>
              <a:blipFill>
                <a:blip r:embed="rId5"/>
                <a:stretch>
                  <a:fillRect t="-15000" r="-1120" b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836617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18122-B65F-4342-AB97-8AD51B4EF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B75E6-77C7-9827-4B46-FFF5059AA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5184"/>
            <a:ext cx="7772400" cy="1143000"/>
          </a:xfrm>
        </p:spPr>
        <p:txBody>
          <a:bodyPr>
            <a:normAutofit/>
          </a:bodyPr>
          <a:lstStyle/>
          <a:p>
            <a:r>
              <a:rPr lang="he-IL" sz="2800" dirty="0">
                <a:latin typeface="Gisha" panose="020B0502040204020203" pitchFamily="34" charset="-79"/>
                <a:cs typeface="Gisha" panose="020B0502040204020203" pitchFamily="34" charset="-79"/>
              </a:rPr>
              <a:t>המחשה גרפית של כיוון ההוכחה השני בשקף הקודם</a:t>
            </a:r>
            <a:endParaRPr lang="en-US" sz="28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60ACB-671C-BEBF-4671-1F8D2278F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D0FE2-7BB9-09F6-15A4-A83FB6C6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19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B87DAD9-3ABE-74D4-71BF-97005472E8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8669468"/>
                  </p:ext>
                </p:extLst>
              </p:nvPr>
            </p:nvGraphicFramePr>
            <p:xfrm>
              <a:off x="304800" y="1143000"/>
              <a:ext cx="5932520" cy="385762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800" b="0" i="1" kern="1200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800" b="0" i="1" kern="1200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kumimoji="0" lang="en-US" sz="1800" b="0" i="1" kern="1200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  <m:r>
                                      <a:rPr kumimoji="0" lang="en-US" sz="1800" b="0" i="1" kern="1200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,</m:t>
                                    </m:r>
                                    <m:r>
                                      <a:rPr kumimoji="0" lang="en-US" sz="1800" b="0" i="1" kern="1200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0" lang="en-US" sz="1800" b="0" i="1" kern="12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58856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482444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8424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0B87DAD9-3ABE-74D4-71BF-97005472E8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8669468"/>
                  </p:ext>
                </p:extLst>
              </p:nvPr>
            </p:nvGraphicFramePr>
            <p:xfrm>
              <a:off x="304800" y="1143000"/>
              <a:ext cx="5932520" cy="385762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429" r="-906186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429" r="-796939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429" r="-705155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429" r="-597959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429" r="-504124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429" r="-404124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429" r="-300000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429" r="-203093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429" r="-101020" b="-8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429" r="-2062" b="-8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00000" r="-906186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00000" r="-796939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00000" r="-705155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00000" r="-597959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00000" r="-504124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00000" r="-404124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00000" r="-300000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00000" r="-203093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00000" r="-101020" b="-6943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00000" r="-2062" b="-6943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02857" r="-906186" b="-6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58856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98592" r="-906186" b="-4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298592" r="-796939" b="-4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482444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8424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0D2E60-19C6-23D9-D491-F442E806BAF3}"/>
                  </a:ext>
                </a:extLst>
              </p:cNvPr>
              <p:cNvSpPr txBox="1"/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ריצה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D0D2E60-19C6-23D9-D491-F442E806B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blipFill>
                <a:blip r:embed="rId3"/>
                <a:stretch>
                  <a:fillRect t="-10000" r="-277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81F884-DE34-114D-AB4C-ACB10E43A7DB}"/>
                  </a:ext>
                </a:extLst>
              </p:cNvPr>
              <p:cNvSpPr txBox="1"/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>
                    <a:cs typeface="Gisha" panose="020B0502040204020203" pitchFamily="34" charset="-79"/>
                  </a:rPr>
                  <a:t>תיוגי הריצה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81F884-DE34-114D-AB4C-ACB10E43A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blipFill>
                <a:blip r:embed="rId4"/>
                <a:stretch>
                  <a:fillRect t="-8197" r="-28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B2732E-4AF5-B17E-85CB-9494ABC0FCCC}"/>
                  </a:ext>
                </a:extLst>
              </p:cNvPr>
              <p:cNvSpPr txBox="1"/>
              <p:nvPr/>
            </p:nvSpPr>
            <p:spPr>
              <a:xfrm>
                <a:off x="820094" y="2045734"/>
                <a:ext cx="43547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b="0" dirty="0">
                    <a:cs typeface="Gisha" panose="020B0502040204020203" pitchFamily="34" charset="-79"/>
                  </a:rPr>
                  <a:t>ריצה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r>
                  <a:rPr lang="en-US" b="0" dirty="0"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cs typeface="Gisha" panose="020B0502040204020203" pitchFamily="34" charset="-79"/>
                  </a:rPr>
                  <a:t>  המייצרות את הרישא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b="0" dirty="0">
                    <a:solidFill>
                      <a:schemeClr val="tx1"/>
                    </a:solidFill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AB2732E-4AF5-B17E-85CB-9494ABC0F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094" y="2045734"/>
                <a:ext cx="4354717" cy="369332"/>
              </a:xfrm>
              <a:prstGeom prst="rect">
                <a:avLst/>
              </a:prstGeom>
              <a:blipFill>
                <a:blip r:embed="rId5"/>
                <a:stretch>
                  <a:fillRect t="-15000" r="-1120" b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3E9F89-9F02-FF56-BE3C-12F13A1A62A5}"/>
                  </a:ext>
                </a:extLst>
              </p:cNvPr>
              <p:cNvSpPr txBox="1"/>
              <p:nvPr/>
            </p:nvSpPr>
            <p:spPr>
              <a:xfrm>
                <a:off x="684292" y="2479940"/>
                <a:ext cx="5662187" cy="406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b="0" dirty="0">
                    <a:cs typeface="Gisha" panose="020B0502040204020203" pitchFamily="34" charset="-79"/>
                  </a:rPr>
                  <a:t>ריצה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r>
                  <a:rPr lang="en-US" b="0" dirty="0"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cs typeface="Gisha" panose="020B0502040204020203" pitchFamily="34" charset="-79"/>
                  </a:rPr>
                  <a:t>  המייצרות את הרישא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he-IL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3E9F89-9F02-FF56-BE3C-12F13A1A6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2" y="2479940"/>
                <a:ext cx="5662187" cy="406265"/>
              </a:xfrm>
              <a:prstGeom prst="rect">
                <a:avLst/>
              </a:prstGeom>
              <a:blipFill>
                <a:blip r:embed="rId6"/>
                <a:stretch>
                  <a:fillRect t="-13636" r="-969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22606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D745C-6477-10DC-BA90-611DB0C84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F54E-6A34-2750-2DCB-88BA06A90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5184"/>
            <a:ext cx="7772400" cy="1143000"/>
          </a:xfrm>
        </p:spPr>
        <p:txBody>
          <a:bodyPr>
            <a:norm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המחשה גרפית של כיוון ההוכחה השני בשקף הקודם</a:t>
            </a:r>
            <a:endParaRPr lang="en-US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25AC0-26CC-DBBA-1336-37344A45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95E63E2-367B-8AE6-3DEB-532A7495A2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6654433"/>
                  </p:ext>
                </p:extLst>
              </p:nvPr>
            </p:nvGraphicFramePr>
            <p:xfrm>
              <a:off x="304800" y="1143000"/>
              <a:ext cx="5932520" cy="428625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58856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482444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8424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1771678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95E63E2-367B-8AE6-3DEB-532A7495A2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66654433"/>
                  </p:ext>
                </p:extLst>
              </p:nvPr>
            </p:nvGraphicFramePr>
            <p:xfrm>
              <a:off x="304800" y="1143000"/>
              <a:ext cx="5932520" cy="428625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429" r="-906186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429" r="-796939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429" r="-705155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429" r="-597959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429" r="-504124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429" r="-404124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429" r="-300000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429" r="-203093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429" r="-101020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429" r="-2062" b="-90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00000" r="-906186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00000" r="-796939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00000" r="-705155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00000" r="-597959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00000" r="-504124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00000" r="-404124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00000" r="-300000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00000" r="-203093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00000" r="-101020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00000" r="-2062" b="-795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02857" r="-906186" b="-7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58856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98592" r="-906186" b="-5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298592" r="-796939" b="-5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482444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404286" r="-906186" b="-5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404286" r="-796939" b="-5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404286" r="-705155" b="-5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504286" r="-906186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504286" r="-796939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504286" r="-705155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504286" r="-597959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595775" r="-90618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595775" r="-7969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595775" r="-70515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595775" r="-59795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595775" r="-50412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8424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705714" r="-906186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705714" r="-796939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705714" r="-705155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705714" r="-597959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705714" r="-504124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705714" r="-404124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794366" r="-906186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794366" r="-796939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794366" r="-705155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794366" r="-597959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794366" r="-504124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794366" r="-404124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794366" r="-300000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1771678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907143" r="-906186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907143" r="-79693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907143" r="-705155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907143" r="-59795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907143" r="-50412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907143" r="-40412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907143" r="-300000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907143" r="-203093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F4C390-AB0E-EF4F-6332-C5C7F596DB21}"/>
                  </a:ext>
                </a:extLst>
              </p:cNvPr>
              <p:cNvSpPr txBox="1"/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ריצה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F4C390-AB0E-EF4F-6332-C5C7F596D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blipFill>
                <a:blip r:embed="rId3"/>
                <a:stretch>
                  <a:fillRect t="-10000" r="-277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63A6C3-4D3F-C929-DBC7-CB432C6348F5}"/>
                  </a:ext>
                </a:extLst>
              </p:cNvPr>
              <p:cNvSpPr txBox="1"/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>
                    <a:cs typeface="Gisha" panose="020B0502040204020203" pitchFamily="34" charset="-79"/>
                  </a:rPr>
                  <a:t>תיוגי הריצה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63A6C3-4D3F-C929-DBC7-CB432C634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blipFill>
                <a:blip r:embed="rId4"/>
                <a:stretch>
                  <a:fillRect t="-8197" r="-28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45A238-DBC3-4CB5-056B-BB79DD00A12E}"/>
                  </a:ext>
                </a:extLst>
              </p:cNvPr>
              <p:cNvSpPr txBox="1"/>
              <p:nvPr/>
            </p:nvSpPr>
            <p:spPr>
              <a:xfrm>
                <a:off x="3628288" y="2960132"/>
                <a:ext cx="51106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>
                    <a:cs typeface="Gisha" panose="020B0502040204020203" pitchFamily="34" charset="-79"/>
                  </a:rPr>
                  <a:t>ריצות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r>
                  <a:rPr lang="en-US" b="0">
                    <a:cs typeface="Gisha" panose="020B0502040204020203" pitchFamily="34" charset="-79"/>
                  </a:rPr>
                  <a:t> </a:t>
                </a:r>
                <a:r>
                  <a:rPr lang="he-IL">
                    <a:cs typeface="Gisha" panose="020B0502040204020203" pitchFamily="34" charset="-79"/>
                  </a:rPr>
                  <a:t>  המייצרות רישות סופיות של התיוגים</a:t>
                </a:r>
                <a:r>
                  <a:rPr lang="he-IL" b="0"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45A238-DBC3-4CB5-056B-BB79DD00A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288" y="2960132"/>
                <a:ext cx="5110694" cy="369332"/>
              </a:xfrm>
              <a:prstGeom prst="rect">
                <a:avLst/>
              </a:prstGeom>
              <a:blipFill>
                <a:blip r:embed="rId5"/>
                <a:stretch>
                  <a:fillRect t="-15000" r="-954" b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429520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713B6-5AFD-831A-A4CA-342ABC42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13B6B-8263-B58B-0BDE-5B4ADA45B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5184"/>
            <a:ext cx="7772400" cy="1143000"/>
          </a:xfrm>
        </p:spPr>
        <p:txBody>
          <a:bodyPr>
            <a:norm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המחשה גרפית של כיוון ההוכחה השני בשקף הקודם</a:t>
            </a:r>
            <a:endParaRPr lang="en-US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90B6C-6121-2588-5EEE-B9E27F969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9DDD3-812B-6D8F-6DCB-DE082A44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7B879E5-07CB-89CE-D0E0-376E0AC88A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24126"/>
                  </p:ext>
                </p:extLst>
              </p:nvPr>
            </p:nvGraphicFramePr>
            <p:xfrm>
              <a:off x="304800" y="1143000"/>
              <a:ext cx="5932520" cy="428625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58856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482444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8424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001230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7B879E5-07CB-89CE-D0E0-376E0AC88A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24126"/>
                  </p:ext>
                </p:extLst>
              </p:nvPr>
            </p:nvGraphicFramePr>
            <p:xfrm>
              <a:off x="304800" y="1143000"/>
              <a:ext cx="5932520" cy="428625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429" r="-906186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429" r="-796939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429" r="-705155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429" r="-597959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429" r="-504124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429" r="-404124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429" r="-300000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429" r="-203093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429" r="-101020" b="-9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429" r="-2062" b="-90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00000" r="-906186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00000" r="-796939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00000" r="-705155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00000" r="-597959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00000" r="-504124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00000" r="-404124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00000" r="-300000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00000" r="-203093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00000" r="-101020" b="-795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00000" r="-2062" b="-795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02857" r="-906186" b="-7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58856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98592" r="-906186" b="-5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298592" r="-796939" b="-5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482444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404286" r="-906186" b="-5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404286" r="-796939" b="-5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404286" r="-705155" b="-5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504286" r="-906186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504286" r="-796939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504286" r="-705155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504286" r="-597959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595775" r="-90618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595775" r="-7969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595775" r="-70515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595775" r="-59795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595775" r="-504124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8424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705714" r="-906186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705714" r="-796939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705714" r="-705155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705714" r="-597959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705714" r="-504124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705714" r="-404124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794366" r="-906186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794366" r="-796939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794366" r="-705155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794366" r="-597959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794366" r="-504124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794366" r="-404124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794366" r="-300000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907143" r="-906186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907143" r="-79693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907143" r="-705155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907143" r="-59795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907143" r="-50412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907143" r="-40412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907143" r="-300000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907143" r="-203093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001230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26D402-5163-37F5-43D1-E60C738C65EE}"/>
                  </a:ext>
                </a:extLst>
              </p:cNvPr>
              <p:cNvSpPr txBox="1"/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ריצה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526D402-5163-37F5-43D1-E60C738C6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blipFill>
                <a:blip r:embed="rId3"/>
                <a:stretch>
                  <a:fillRect t="-10000" r="-277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8ED5A8-990A-77C9-F0BB-A61882007D02}"/>
                  </a:ext>
                </a:extLst>
              </p:cNvPr>
              <p:cNvSpPr txBox="1"/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>
                    <a:cs typeface="Gisha" panose="020B0502040204020203" pitchFamily="34" charset="-79"/>
                  </a:rPr>
                  <a:t>תיוגי הריצה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8ED5A8-990A-77C9-F0BB-A61882007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blipFill>
                <a:blip r:embed="rId4"/>
                <a:stretch>
                  <a:fillRect t="-8197" r="-28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F2DEFC-70A0-1B7E-D733-7E5EB59362A2}"/>
                  </a:ext>
                </a:extLst>
              </p:cNvPr>
              <p:cNvSpPr txBox="1"/>
              <p:nvPr/>
            </p:nvSpPr>
            <p:spPr>
              <a:xfrm>
                <a:off x="3628288" y="2960132"/>
                <a:ext cx="51106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 dirty="0">
                    <a:cs typeface="Gisha" panose="020B0502040204020203" pitchFamily="34" charset="-79"/>
                  </a:rPr>
                  <a:t>ריצות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r>
                  <a:rPr lang="en-US" b="0" dirty="0"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cs typeface="Gisha" panose="020B0502040204020203" pitchFamily="34" charset="-79"/>
                  </a:rPr>
                  <a:t>  המייצרות רישות סופיות של התיוגים</a:t>
                </a:r>
                <a:r>
                  <a:rPr lang="he-IL" b="0" dirty="0"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F2DEFC-70A0-1B7E-D733-7E5EB5936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288" y="2960132"/>
                <a:ext cx="5110694" cy="369332"/>
              </a:xfrm>
              <a:prstGeom prst="rect">
                <a:avLst/>
              </a:prstGeom>
              <a:blipFill>
                <a:blip r:embed="rId5"/>
                <a:stretch>
                  <a:fillRect t="-15000" r="-954" b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7180D7-1C20-0D05-FE70-EDD403ADC450}"/>
                  </a:ext>
                </a:extLst>
              </p:cNvPr>
              <p:cNvSpPr txBox="1"/>
              <p:nvPr/>
            </p:nvSpPr>
            <p:spPr>
              <a:xfrm>
                <a:off x="466003" y="5993394"/>
                <a:ext cx="458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67180D7-1C20-0D05-FE70-EDD403ADC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03" y="5993394"/>
                <a:ext cx="458522" cy="369332"/>
              </a:xfrm>
              <a:prstGeom prst="rect">
                <a:avLst/>
              </a:prstGeom>
              <a:blipFill>
                <a:blip r:embed="rId6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152671-746C-F509-32A4-9849C0E839E8}"/>
                  </a:ext>
                </a:extLst>
              </p:cNvPr>
              <p:cNvSpPr txBox="1"/>
              <p:nvPr/>
            </p:nvSpPr>
            <p:spPr>
              <a:xfrm>
                <a:off x="765424" y="5984663"/>
                <a:ext cx="45400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 dirty="0">
                    <a:cs typeface="Gisha" panose="020B0502040204020203" pitchFamily="34" charset="-79"/>
                  </a:rPr>
                  <a:t>מצב שהופיע איסוף פעמים בעמודה הראשונה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9152671-746C-F509-32A4-9849C0E83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24" y="5984663"/>
                <a:ext cx="4540025" cy="369332"/>
              </a:xfrm>
              <a:prstGeom prst="rect">
                <a:avLst/>
              </a:prstGeom>
              <a:blipFill>
                <a:blip r:embed="rId7"/>
                <a:stretch>
                  <a:fillRect t="-10000" r="-121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20868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8EA23-59C4-10B5-7B8B-3006B4C1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2008-D5EF-AB82-398E-A107FCC4C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5184"/>
            <a:ext cx="7772400" cy="1143000"/>
          </a:xfrm>
        </p:spPr>
        <p:txBody>
          <a:bodyPr>
            <a:norm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המחשה גרפית של כיוון ההוכחה השני בשקף הקודם</a:t>
            </a:r>
            <a:endParaRPr lang="en-US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580F26-368D-D77F-3547-7294841C3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CCDE7-434F-F66A-CB04-6A7E28DE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CF82105-AD65-5925-75CF-F2B5F87650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8960317"/>
                  </p:ext>
                </p:extLst>
              </p:nvPr>
            </p:nvGraphicFramePr>
            <p:xfrm>
              <a:off x="304800" y="1143000"/>
              <a:ext cx="5932520" cy="300037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64881294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7CF82105-AD65-5925-75CF-F2B5F87650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28960317"/>
                  </p:ext>
                </p:extLst>
              </p:nvPr>
            </p:nvGraphicFramePr>
            <p:xfrm>
              <a:off x="304800" y="1143000"/>
              <a:ext cx="5932520" cy="300037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429" r="-906186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429" r="-796939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429" r="-705155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429" r="-597959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429" r="-504124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429" r="-404124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429" r="-300000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429" r="-203093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429" r="-101020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429" r="-2062" b="-6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00000" r="-906186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00000" r="-796939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00000" r="-705155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00000" r="-597959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00000" r="-504124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00000" r="-404124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00000" r="-300000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00000" r="-203093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00000" r="-101020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00000" r="-2062" b="-4985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02857" r="-906186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202857" r="-796939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202857" r="-705155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98592" r="-90618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298592" r="-7969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298592" r="-70515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298592" r="-59795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404286" r="-906186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404286" r="-796939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404286" r="-705155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404286" r="-597959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404286" r="-504124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404286" r="-404124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497183" r="-906186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497183" r="-796939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497183" r="-705155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497183" r="-597959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497183" r="-504124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497183" r="-404124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497183" r="-300000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64881294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605714" r="-906186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605714" r="-79693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605714" r="-705155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605714" r="-59795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605714" r="-50412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605714" r="-40412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605714" r="-300000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605714" r="-203093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E5DB3E-8518-E4DD-F323-F379FD79CEF5}"/>
                  </a:ext>
                </a:extLst>
              </p:cNvPr>
              <p:cNvSpPr txBox="1"/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ריצה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E5DB3E-8518-E4DD-F323-F379FD79C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blipFill>
                <a:blip r:embed="rId3"/>
                <a:stretch>
                  <a:fillRect t="-10000" r="-277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53B0D2-8B74-E056-FA8F-CD1D265D5CE0}"/>
                  </a:ext>
                </a:extLst>
              </p:cNvPr>
              <p:cNvSpPr txBox="1"/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>
                    <a:cs typeface="Gisha" panose="020B0502040204020203" pitchFamily="34" charset="-79"/>
                  </a:rPr>
                  <a:t>תיוגי הריצה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53B0D2-8B74-E056-FA8F-CD1D265D5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blipFill>
                <a:blip r:embed="rId4"/>
                <a:stretch>
                  <a:fillRect t="-8197" r="-28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AA6A6D-02FB-E52A-065A-56B137FADE9E}"/>
                  </a:ext>
                </a:extLst>
              </p:cNvPr>
              <p:cNvSpPr txBox="1"/>
              <p:nvPr/>
            </p:nvSpPr>
            <p:spPr>
              <a:xfrm>
                <a:off x="3394808" y="2473778"/>
                <a:ext cx="533965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b="0" dirty="0">
                    <a:cs typeface="Gisha" panose="020B0502040204020203" pitchFamily="34" charset="-79"/>
                  </a:rPr>
                  <a:t>ריצות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r>
                  <a:rPr lang="en-US" b="0" dirty="0"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cs typeface="Gisha" panose="020B0502040204020203" pitchFamily="34" charset="-79"/>
                  </a:rPr>
                  <a:t>  המייצרות</a:t>
                </a:r>
                <a:endParaRPr lang="en-US" dirty="0">
                  <a:cs typeface="Gisha" panose="020B0502040204020203" pitchFamily="34" charset="-79"/>
                </a:endParaRPr>
              </a:p>
              <a:p>
                <a:r>
                  <a:rPr lang="he-IL" dirty="0">
                    <a:cs typeface="Gisha" panose="020B0502040204020203" pitchFamily="34" charset="-79"/>
                  </a:rPr>
                  <a:t> רישות סופיות של התיוגים ומתחילות ב-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he-IL" b="0" dirty="0"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AA6A6D-02FB-E52A-065A-56B137FADE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808" y="2473778"/>
                <a:ext cx="5339653" cy="646331"/>
              </a:xfrm>
              <a:prstGeom prst="rect">
                <a:avLst/>
              </a:prstGeom>
              <a:blipFill>
                <a:blip r:embed="rId5"/>
                <a:stretch>
                  <a:fillRect t="-8491" r="-91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C8800F-D1C8-A18F-E7D9-EDACC51205E0}"/>
                  </a:ext>
                </a:extLst>
              </p:cNvPr>
              <p:cNvSpPr txBox="1"/>
              <p:nvPr/>
            </p:nvSpPr>
            <p:spPr>
              <a:xfrm>
                <a:off x="466003" y="5993394"/>
                <a:ext cx="458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C8800F-D1C8-A18F-E7D9-EDACC5120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03" y="5993394"/>
                <a:ext cx="458522" cy="369332"/>
              </a:xfrm>
              <a:prstGeom prst="rect">
                <a:avLst/>
              </a:prstGeom>
              <a:blipFill>
                <a:blip r:embed="rId6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A8376D-0639-29CE-F999-E4B3BD7E6B99}"/>
                  </a:ext>
                </a:extLst>
              </p:cNvPr>
              <p:cNvSpPr txBox="1"/>
              <p:nvPr/>
            </p:nvSpPr>
            <p:spPr>
              <a:xfrm>
                <a:off x="765424" y="5984663"/>
                <a:ext cx="45400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 dirty="0">
                    <a:cs typeface="Gisha" panose="020B0502040204020203" pitchFamily="34" charset="-79"/>
                  </a:rPr>
                  <a:t>מצב שהופיע איסוף פעמים בעמודה הראשונה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A8376D-0639-29CE-F999-E4B3BD7E6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24" y="5984663"/>
                <a:ext cx="4540025" cy="369332"/>
              </a:xfrm>
              <a:prstGeom prst="rect">
                <a:avLst/>
              </a:prstGeom>
              <a:blipFill>
                <a:blip r:embed="rId7"/>
                <a:stretch>
                  <a:fillRect t="-10000" r="-121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01634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99B0D-F076-B83E-00CC-75B00581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6791-24F7-2EDA-E9B8-E6E3B617E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5184"/>
            <a:ext cx="7772400" cy="1143000"/>
          </a:xfrm>
        </p:spPr>
        <p:txBody>
          <a:bodyPr>
            <a:norm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המחשה גרפית של כיוון ההוכחה השני בשקף הקודם</a:t>
            </a:r>
            <a:endParaRPr lang="en-US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BF6E00-816E-0E99-61D1-AE0A5AAE7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15CC4-3616-715C-AE4B-9AEDE2AFE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96DD822-2665-674B-1806-1799A6431B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0787043"/>
                  </p:ext>
                </p:extLst>
              </p:nvPr>
            </p:nvGraphicFramePr>
            <p:xfrm>
              <a:off x="304800" y="1143000"/>
              <a:ext cx="5932520" cy="300037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64881294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B96DD822-2665-674B-1806-1799A6431B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0787043"/>
                  </p:ext>
                </p:extLst>
              </p:nvPr>
            </p:nvGraphicFramePr>
            <p:xfrm>
              <a:off x="304800" y="1143000"/>
              <a:ext cx="5932520" cy="300037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429" r="-906186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429" r="-796939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429" r="-705155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429" r="-597959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429" r="-504124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429" r="-404124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429" r="-300000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429" r="-203093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429" r="-101020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429" r="-2062" b="-6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00000" r="-906186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00000" r="-796939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00000" r="-705155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00000" r="-597959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00000" r="-504124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00000" r="-404124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00000" r="-300000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00000" r="-203093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00000" r="-101020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00000" r="-2062" b="-4985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02857" r="-906186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202857" r="-796939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202857" r="-705155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98592" r="-90618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298592" r="-7969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298592" r="-70515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298592" r="-59795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404286" r="-906186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404286" r="-796939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404286" r="-705155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404286" r="-597959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404286" r="-504124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404286" r="-404124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497183" r="-906186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497183" r="-796939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497183" r="-705155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497183" r="-597959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497183" r="-504124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497183" r="-404124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497183" r="-300000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64881294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605714" r="-906186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605714" r="-79693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605714" r="-705155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605714" r="-59795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605714" r="-50412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605714" r="-40412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605714" r="-300000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605714" r="-203093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4AEC6D-DEBA-93E6-B168-90F7DD7BC400}"/>
                  </a:ext>
                </a:extLst>
              </p:cNvPr>
              <p:cNvSpPr txBox="1"/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ריצה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04AEC6D-DEBA-93E6-B168-90F7DD7BC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blipFill>
                <a:blip r:embed="rId3"/>
                <a:stretch>
                  <a:fillRect t="-10000" r="-277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A6DD8F-AE1C-5710-CA56-DA5C200E6657}"/>
                  </a:ext>
                </a:extLst>
              </p:cNvPr>
              <p:cNvSpPr txBox="1"/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>
                    <a:cs typeface="Gisha" panose="020B0502040204020203" pitchFamily="34" charset="-79"/>
                  </a:rPr>
                  <a:t>תיוגי הריצה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A6DD8F-AE1C-5710-CA56-DA5C200E6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blipFill>
                <a:blip r:embed="rId4"/>
                <a:stretch>
                  <a:fillRect t="-8197" r="-28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FE503D-CEDB-66EB-FC01-E8950042C2A6}"/>
                  </a:ext>
                </a:extLst>
              </p:cNvPr>
              <p:cNvSpPr txBox="1"/>
              <p:nvPr/>
            </p:nvSpPr>
            <p:spPr>
              <a:xfrm>
                <a:off x="3394808" y="2473778"/>
                <a:ext cx="533965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b="0" dirty="0">
                    <a:cs typeface="Gisha" panose="020B0502040204020203" pitchFamily="34" charset="-79"/>
                  </a:rPr>
                  <a:t>ריצות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r>
                  <a:rPr lang="en-US" b="0" dirty="0"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cs typeface="Gisha" panose="020B0502040204020203" pitchFamily="34" charset="-79"/>
                  </a:rPr>
                  <a:t>  המייצרות</a:t>
                </a:r>
                <a:endParaRPr lang="en-US" dirty="0">
                  <a:cs typeface="Gisha" panose="020B0502040204020203" pitchFamily="34" charset="-79"/>
                </a:endParaRPr>
              </a:p>
              <a:p>
                <a:r>
                  <a:rPr lang="he-IL" dirty="0">
                    <a:cs typeface="Gisha" panose="020B0502040204020203" pitchFamily="34" charset="-79"/>
                  </a:rPr>
                  <a:t> רישות סופיות של התיוגים ומתחילות ב-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he-IL" b="0" dirty="0"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FE503D-CEDB-66EB-FC01-E8950042C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808" y="2473778"/>
                <a:ext cx="5339653" cy="646331"/>
              </a:xfrm>
              <a:prstGeom prst="rect">
                <a:avLst/>
              </a:prstGeom>
              <a:blipFill>
                <a:blip r:embed="rId5"/>
                <a:stretch>
                  <a:fillRect t="-8491" r="-913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967DDE-DB22-4543-AC3B-C8DC8001F105}"/>
                  </a:ext>
                </a:extLst>
              </p:cNvPr>
              <p:cNvSpPr txBox="1"/>
              <p:nvPr/>
            </p:nvSpPr>
            <p:spPr>
              <a:xfrm>
                <a:off x="466003" y="5993394"/>
                <a:ext cx="10454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      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F967DDE-DB22-4543-AC3B-C8DC8001F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03" y="5993394"/>
                <a:ext cx="1045478" cy="369332"/>
              </a:xfrm>
              <a:prstGeom prst="rect">
                <a:avLst/>
              </a:prstGeom>
              <a:blipFill>
                <a:blip r:embed="rId6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7E1346-E73E-A39D-78CE-EA27C8805292}"/>
                  </a:ext>
                </a:extLst>
              </p:cNvPr>
              <p:cNvSpPr txBox="1"/>
              <p:nvPr/>
            </p:nvSpPr>
            <p:spPr>
              <a:xfrm>
                <a:off x="1586974" y="6002447"/>
                <a:ext cx="42851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 dirty="0">
                    <a:cs typeface="Gisha" panose="020B0502040204020203" pitchFamily="34" charset="-79"/>
                  </a:rPr>
                  <a:t>מצב שהופיע איסוף פעמים בעמודה </a:t>
                </a:r>
                <a:r>
                  <a:rPr lang="he-IL" dirty="0">
                    <a:cs typeface="Gisha" panose="020B0502040204020203" pitchFamily="34" charset="-79"/>
                  </a:rPr>
                  <a:t>השניה</a:t>
                </a:r>
                <a:r>
                  <a:rPr lang="he-IL" b="0" dirty="0"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7E1346-E73E-A39D-78CE-EA27C8805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974" y="6002447"/>
                <a:ext cx="4285148" cy="369332"/>
              </a:xfrm>
              <a:prstGeom prst="rect">
                <a:avLst/>
              </a:prstGeom>
              <a:blipFill>
                <a:blip r:embed="rId7"/>
                <a:stretch>
                  <a:fillRect t="-10000" r="-128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7108882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A1054-1496-2D6B-9F48-5CF593E2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03940-D04A-6FC9-269F-AE5E0AA2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5184"/>
            <a:ext cx="7772400" cy="1143000"/>
          </a:xfrm>
        </p:spPr>
        <p:txBody>
          <a:bodyPr>
            <a:norm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המחשה גרפית של כיוון ההוכחה השני בשקף הקודם</a:t>
            </a:r>
            <a:endParaRPr lang="en-US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587F3-8900-51A6-9B05-554A1F5B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134AF-7F20-D092-1CC1-B5999881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24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CD82FB7-132D-FEE6-B204-9DD7C9C8FA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6977809"/>
                  </p:ext>
                </p:extLst>
              </p:nvPr>
            </p:nvGraphicFramePr>
            <p:xfrm>
              <a:off x="304800" y="1143000"/>
              <a:ext cx="5932520" cy="257175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64881294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ECD82FB7-132D-FEE6-B204-9DD7C9C8FA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6977809"/>
                  </p:ext>
                </p:extLst>
              </p:nvPr>
            </p:nvGraphicFramePr>
            <p:xfrm>
              <a:off x="304800" y="1143000"/>
              <a:ext cx="5932520" cy="257175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408" r="-906186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408" r="-796939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408" r="-705155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408" r="-597959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408" r="-504124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408" r="-404124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408" r="-300000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408" r="-203093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408" r="-101020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408" r="-2062" b="-4985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02857" r="-906186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02857" r="-796939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02857" r="-705155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02857" r="-597959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02857" r="-504124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02857" r="-404124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02857" r="-300000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02857" r="-203093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02857" r="-101020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02857" r="-2062" b="-40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00000" r="-90618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200000" r="-7969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200000" r="-70515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304286" r="-906186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304286" r="-796939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304286" r="-705155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304286" r="-597959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304286" r="-504124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304286" r="-404124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398592" r="-906186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398592" r="-796939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398592" r="-705155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398592" r="-597959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398592" r="-504124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398592" r="-404124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398592" r="-300000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64881294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505714" r="-906186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505714" r="-79693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505714" r="-705155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505714" r="-59795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505714" r="-50412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505714" r="-40412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505714" r="-300000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505714" r="-203093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2">
                              <a:lumMod val="9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EAB1B8-0B92-BC60-0EE7-CD6EC4F9C4EA}"/>
                  </a:ext>
                </a:extLst>
              </p:cNvPr>
              <p:cNvSpPr txBox="1"/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ריצה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9EAB1B8-0B92-BC60-0EE7-CD6EC4F9C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blipFill>
                <a:blip r:embed="rId3"/>
                <a:stretch>
                  <a:fillRect t="-10000" r="-277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F9F811-4471-18A1-416A-A8B23E626547}"/>
                  </a:ext>
                </a:extLst>
              </p:cNvPr>
              <p:cNvSpPr txBox="1"/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>
                    <a:cs typeface="Gisha" panose="020B0502040204020203" pitchFamily="34" charset="-79"/>
                  </a:rPr>
                  <a:t>תיוגי הריצה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F9F811-4471-18A1-416A-A8B23E6265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blipFill>
                <a:blip r:embed="rId4"/>
                <a:stretch>
                  <a:fillRect t="-8197" r="-28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1C73C4-A212-4B44-04B1-937856698FE1}"/>
                  </a:ext>
                </a:extLst>
              </p:cNvPr>
              <p:cNvSpPr txBox="1"/>
              <p:nvPr/>
            </p:nvSpPr>
            <p:spPr>
              <a:xfrm>
                <a:off x="3567493" y="2274118"/>
                <a:ext cx="533965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b="0" dirty="0">
                    <a:cs typeface="Gisha" panose="020B0502040204020203" pitchFamily="34" charset="-79"/>
                  </a:rPr>
                  <a:t>ריצות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r>
                  <a:rPr lang="en-US" b="0" dirty="0"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cs typeface="Gisha" panose="020B0502040204020203" pitchFamily="34" charset="-79"/>
                  </a:rPr>
                  <a:t>  המייצרות</a:t>
                </a:r>
                <a:endParaRPr lang="en-US" dirty="0">
                  <a:cs typeface="Gisha" panose="020B0502040204020203" pitchFamily="34" charset="-79"/>
                </a:endParaRPr>
              </a:p>
              <a:p>
                <a:r>
                  <a:rPr lang="he-IL" dirty="0">
                    <a:cs typeface="Gisha" panose="020B0502040204020203" pitchFamily="34" charset="-79"/>
                  </a:rPr>
                  <a:t> רישות סופיות של התיוגים ומתחילות ב-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′</m:t>
                            </m:r>
                          </m:sup>
                        </m:sSub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he-IL" b="0" dirty="0"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B1C73C4-A212-4B44-04B1-937856698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493" y="2274118"/>
                <a:ext cx="5339653" cy="646331"/>
              </a:xfrm>
              <a:prstGeom prst="rect">
                <a:avLst/>
              </a:prstGeom>
              <a:blipFill>
                <a:blip r:embed="rId5"/>
                <a:stretch>
                  <a:fillRect t="-7547" r="-102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7C6F8C-C091-24AE-BB27-A8B560AAFB1D}"/>
                  </a:ext>
                </a:extLst>
              </p:cNvPr>
              <p:cNvSpPr txBox="1"/>
              <p:nvPr/>
            </p:nvSpPr>
            <p:spPr>
              <a:xfrm>
                <a:off x="466003" y="5993394"/>
                <a:ext cx="19706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he-IL" dirty="0"/>
                  <a:t>   </a:t>
                </a:r>
                <a:r>
                  <a:rPr lang="en-US" dirty="0"/>
                  <a:t>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D7C6F8C-C091-24AE-BB27-A8B560AAF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03" y="5993394"/>
                <a:ext cx="1970668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59B4E5-C771-E8B8-E799-3FB95A37E8D5}"/>
                  </a:ext>
                </a:extLst>
              </p:cNvPr>
              <p:cNvSpPr txBox="1"/>
              <p:nvPr/>
            </p:nvSpPr>
            <p:spPr>
              <a:xfrm>
                <a:off x="609600" y="4051567"/>
                <a:ext cx="6057900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אפשר להמשיך ולבחור כך סידרה אינסופית של מצבים. 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זאת ריצה של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כי כל זוג מצבים עוקבים נבחר מתוך ריצה. 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התיוגים שלה תואמים את סדרת התיוגים של הריצה ב-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he-IL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marL="285750" indent="-285750">
                  <a:spcBef>
                    <a:spcPts val="1200"/>
                  </a:spcBef>
                  <a:buFont typeface="Arial" panose="020B0604020202020204" pitchFamily="34" charset="0"/>
                  <a:buChar char="•"/>
                </a:pPr>
                <a:r>
                  <a:rPr lang="he-IL" sz="16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לכן סיימנו את ההוכחה.</a:t>
                </a:r>
                <a:endParaRPr lang="en-US" sz="16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59B4E5-C771-E8B8-E799-3FB95A37E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051567"/>
                <a:ext cx="6057900" cy="1538883"/>
              </a:xfrm>
              <a:prstGeom prst="rect">
                <a:avLst/>
              </a:prstGeom>
              <a:blipFill>
                <a:blip r:embed="rId7"/>
                <a:stretch>
                  <a:fillRect t="-1190" r="-503" b="-4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 descr="Generated image">
            <a:extLst>
              <a:ext uri="{FF2B5EF4-FFF2-40B4-BE49-F238E27FC236}">
                <a16:creationId xmlns:a16="http://schemas.microsoft.com/office/drawing/2014/main" id="{C2742AD6-5723-37C3-6F79-75425CBB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462" y="3486008"/>
            <a:ext cx="1870955" cy="280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36963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908CAF-BE89-1F69-9E35-6D04FE8B1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ADB85-32CD-F3BD-0D6C-4A275F309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25184"/>
            <a:ext cx="7772400" cy="1143000"/>
          </a:xfrm>
        </p:spPr>
        <p:txBody>
          <a:bodyPr>
            <a:norm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המחשה גרפית של כיוון ההוכחה השני בשקף הקודם</a:t>
            </a:r>
            <a:endParaRPr lang="en-US" sz="28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EC150F-A0BC-91AC-6F70-C3322D03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45E24-E8FE-DFD4-B543-64936A07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37B03BC-A9C8-5A2A-1827-FFD2ADE8A3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4800" y="1143000"/>
              <a:ext cx="5932520" cy="385762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6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58856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482444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8424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chemeClr val="accent4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he-IL" sz="1800" b="0" i="1" smtClean="0">
                                    <a:solidFill>
                                      <a:schemeClr val="accent4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oMath>
                            </m:oMathPara>
                          </a14:m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C37B03BC-A9C8-5A2A-1827-FFD2ADE8A33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4800" y="1143000"/>
              <a:ext cx="5932520" cy="385762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593252">
                      <a:extLst>
                        <a:ext uri="{9D8B030D-6E8A-4147-A177-3AD203B41FA5}">
                          <a16:colId xmlns:a16="http://schemas.microsoft.com/office/drawing/2014/main" val="957610160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6325110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2476404433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74100262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471142001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318500576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70731467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55814337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1477949034"/>
                        </a:ext>
                      </a:extLst>
                    </a:gridCol>
                    <a:gridCol w="593252">
                      <a:extLst>
                        <a:ext uri="{9D8B030D-6E8A-4147-A177-3AD203B41FA5}">
                          <a16:colId xmlns:a16="http://schemas.microsoft.com/office/drawing/2014/main" val="345208361"/>
                        </a:ext>
                      </a:extLst>
                    </a:gridCol>
                  </a:tblGrid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429" r="-906186" b="-8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429" r="-796939" b="-8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429" r="-705155" b="-8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429" r="-597959" b="-8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429" r="-504124" b="-8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429" r="-404124" b="-8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429" r="-300000" b="-8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429" r="-203093" b="-8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429" r="-101020" b="-8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429" r="-2062" b="-80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9226133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100000" r="-906186" b="-6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100000" r="-796939" b="-6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100000" r="-705155" b="-6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100000" r="-597959" b="-6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100000" r="-504124" b="-6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100000" r="-404124" b="-6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100000" r="-300000" b="-6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05155" t="-100000" r="-203093" b="-6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96939" t="-100000" r="-101020" b="-6971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06186" t="-100000" r="-2062" b="-6971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9500657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02857" r="-906186" b="-6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858856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298592" r="-906186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298592" r="-796939" b="-4985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7482444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404286" r="-906186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404286" r="-796939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404286" r="-705155" b="-40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65733831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497183" r="-90618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497183" r="-79693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497183" r="-705155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497183" r="-597959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686957558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605714" r="-906186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605714" r="-796939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605714" r="-705155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605714" r="-597959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605714" r="-504124" b="-20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1884245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695775" r="-906186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695775" r="-796939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695775" r="-705155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695775" r="-597959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695775" r="-504124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695775" r="-404124" b="-101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0774532"/>
                      </a:ext>
                    </a:extLst>
                  </a:tr>
                  <a:tr h="4286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62" t="-807143" r="-906186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20" t="-807143" r="-79693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3093" t="-807143" r="-705155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00000" t="-807143" r="-597959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04124" t="-807143" r="-50412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4124" t="-807143" r="-404124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prstDash val="sysDot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97959" t="-807143" r="-300000" b="-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1800" dirty="0">
                            <a:solidFill>
                              <a:schemeClr val="accent4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 marL="0" marR="0" marT="0" marB="0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2098492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8B54A3-0A18-5521-1683-29CFA9AA434B}"/>
                  </a:ext>
                </a:extLst>
              </p:cNvPr>
              <p:cNvSpPr txBox="1"/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ריצה של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8B54A3-0A18-5521-1683-29CFA9AA4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6899" y="1143000"/>
                <a:ext cx="1752083" cy="369332"/>
              </a:xfrm>
              <a:prstGeom prst="rect">
                <a:avLst/>
              </a:prstGeom>
              <a:blipFill>
                <a:blip r:embed="rId3"/>
                <a:stretch>
                  <a:fillRect t="-10000" r="-277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CCEFB6-DE74-1DA2-EAF0-48CE11A89963}"/>
                  </a:ext>
                </a:extLst>
              </p:cNvPr>
              <p:cNvSpPr txBox="1"/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>
                    <a:cs typeface="Gisha" panose="020B0502040204020203" pitchFamily="34" charset="-79"/>
                  </a:rPr>
                  <a:t>תיוגי הריצה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   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5CCEFB6-DE74-1DA2-EAF0-48CE11A89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036" y="1579602"/>
                <a:ext cx="1721946" cy="369332"/>
              </a:xfrm>
              <a:prstGeom prst="rect">
                <a:avLst/>
              </a:prstGeom>
              <a:blipFill>
                <a:blip r:embed="rId4"/>
                <a:stretch>
                  <a:fillRect t="-8197" r="-28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F36967-6D79-ABEE-C737-1135FBD22A02}"/>
                  </a:ext>
                </a:extLst>
              </p:cNvPr>
              <p:cNvSpPr txBox="1"/>
              <p:nvPr/>
            </p:nvSpPr>
            <p:spPr>
              <a:xfrm>
                <a:off x="3628288" y="2960132"/>
                <a:ext cx="51106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b="0">
                    <a:cs typeface="Gisha" panose="020B0502040204020203" pitchFamily="34" charset="-79"/>
                  </a:rPr>
                  <a:t>ריצות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r>
                  <a:rPr lang="en-US" b="0">
                    <a:cs typeface="Gisha" panose="020B0502040204020203" pitchFamily="34" charset="-79"/>
                  </a:rPr>
                  <a:t> </a:t>
                </a:r>
                <a:r>
                  <a:rPr lang="he-IL">
                    <a:cs typeface="Gisha" panose="020B0502040204020203" pitchFamily="34" charset="-79"/>
                  </a:rPr>
                  <a:t>  המייצרות רישות סופיות של התיוגים</a:t>
                </a:r>
                <a:r>
                  <a:rPr lang="he-IL" b="0"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←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F36967-6D79-ABEE-C737-1135FBD22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288" y="2960132"/>
                <a:ext cx="5110694" cy="369332"/>
              </a:xfrm>
              <a:prstGeom prst="rect">
                <a:avLst/>
              </a:prstGeom>
              <a:blipFill>
                <a:blip r:embed="rId5"/>
                <a:stretch>
                  <a:fillRect t="-15000" r="-954" b="-2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96AF9D1-8A6E-DB7A-5CAA-DC6692CFF54A}"/>
              </a:ext>
            </a:extLst>
          </p:cNvPr>
          <p:cNvSpPr txBox="1"/>
          <p:nvPr/>
        </p:nvSpPr>
        <p:spPr>
          <a:xfrm>
            <a:off x="3443126" y="5047488"/>
            <a:ext cx="5588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לפי שובך היונים, קיים מצב בעמודה הראשונה החוזר אינסוף פעמים</a:t>
            </a:r>
            <a:endParaRPr lang="en-US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AE3C57-7EC5-29A4-F45F-EBBC070832F9}"/>
              </a:ext>
            </a:extLst>
          </p:cNvPr>
          <p:cNvSpPr txBox="1"/>
          <p:nvPr/>
        </p:nvSpPr>
        <p:spPr>
          <a:xfrm>
            <a:off x="1343191" y="5484090"/>
            <a:ext cx="7688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נמחק את שאר השורות, ובשורות שיישארו, יהיה מצב שיחזור אינסוף פעמים בעמודה השנייה</a:t>
            </a:r>
            <a:endParaRPr lang="en-US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0614A-D75E-A474-8D7B-D8E42C557D65}"/>
              </a:ext>
            </a:extLst>
          </p:cNvPr>
          <p:cNvSpPr txBox="1"/>
          <p:nvPr/>
        </p:nvSpPr>
        <p:spPr>
          <a:xfrm>
            <a:off x="1145809" y="5912596"/>
            <a:ext cx="79159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נמחק את שאר השורות, בשורות שיישארו, יהיה מצב שיחזור אינסוף פעמים בעמודה השלישית</a:t>
            </a:r>
            <a:endParaRPr lang="en-US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CB50B-5D1B-D3EF-6F03-7879170FD5A5}"/>
              </a:ext>
            </a:extLst>
          </p:cNvPr>
          <p:cNvSpPr txBox="1"/>
          <p:nvPr/>
        </p:nvSpPr>
        <p:spPr>
          <a:xfrm>
            <a:off x="7934527" y="6318718"/>
            <a:ext cx="11272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וכך הלאה...</a:t>
            </a:r>
            <a:endParaRPr lang="en-US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2566589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D6ED982-A33C-4619-9B12-F4284CD4347E}"/>
              </a:ext>
            </a:extLst>
          </p:cNvPr>
          <p:cNvSpPr/>
          <p:nvPr/>
        </p:nvSpPr>
        <p:spPr>
          <a:xfrm>
            <a:off x="1983826" y="2422310"/>
            <a:ext cx="5260098" cy="1134023"/>
          </a:xfrm>
          <a:prstGeom prst="rect">
            <a:avLst/>
          </a:prstGeom>
          <a:solidFill>
            <a:srgbClr val="FFFF00">
              <a:alpha val="47059"/>
            </a:srgbClr>
          </a:solidFill>
          <a:ln w="18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165BB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922065-424D-4083-BCD3-1AE50035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791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קשר מעניין בין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זמן לינארי ומספרים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01F197-7209-4C32-9E0B-2BB32745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9E92A-88A9-403B-A082-08EF28B7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26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954694A-50F3-465E-BB1D-8A63313707C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19100" y="1600200"/>
                <a:ext cx="8305800" cy="5181600"/>
              </a:xfrm>
            </p:spPr>
            <p:txBody>
              <a:bodyPr/>
              <a:lstStyle/>
              <a:p>
                <a:pPr marL="0" indent="0">
                  <a:spcBef>
                    <a:spcPts val="3000"/>
                  </a:spcBef>
                  <a:spcAft>
                    <a:spcPts val="3000"/>
                  </a:spcAft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נניח ש-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𝐴𝑃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|=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9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ונגדיר עבור תת קבוצה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⊆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e>
                    </m:d>
                  </m:oMath>
                </a14:m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l" rtl="0"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𝐴𝑃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he-IL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en-US" b="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r">
                  <a:spcBef>
                    <a:spcPts val="3000"/>
                  </a:spcBef>
                  <a:buNone/>
                </a:pPr>
                <a:r>
                  <a:rPr lang="he-IL" dirty="0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האם התכונות הבאות הן תכונות בטיחות?</a:t>
                </a: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954694A-50F3-465E-BB1D-8A6331370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19100" y="1600200"/>
                <a:ext cx="8305800" cy="5181600"/>
              </a:xfrm>
              <a:blipFill>
                <a:blip r:embed="rId2"/>
                <a:stretch>
                  <a:fillRect t="-1294" r="-1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7A3399F-0622-4470-A3C8-0ABA604CDDF3}"/>
                  </a:ext>
                </a:extLst>
              </p14:cNvPr>
              <p14:cNvContentPartPr/>
              <p14:nvPr/>
            </p14:nvContentPartPr>
            <p14:xfrm>
              <a:off x="-778163" y="2900235"/>
              <a:ext cx="48935" cy="2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7A3399F-0622-4470-A3C8-0ABA604CDD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001538" y="2891235"/>
                <a:ext cx="244675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F81F3D7-0932-493F-8780-67460EB0C6C0}"/>
                  </a:ext>
                </a:extLst>
              </p14:cNvPr>
              <p14:cNvContentPartPr/>
              <p14:nvPr/>
            </p14:nvContentPartPr>
            <p14:xfrm>
              <a:off x="1637642" y="1810368"/>
              <a:ext cx="372" cy="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F81F3D7-0932-493F-8780-67460EB0C6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28342" y="1801368"/>
                <a:ext cx="186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DC792A8C-49BF-40D1-9FA9-650673A92F8F}"/>
              </a:ext>
            </a:extLst>
          </p:cNvPr>
          <p:cNvSpPr txBox="1"/>
          <p:nvPr/>
        </p:nvSpPr>
        <p:spPr>
          <a:xfrm>
            <a:off x="116044" y="2362200"/>
            <a:ext cx="1742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200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מתייחסים לאותיות כספרות ומפרשים</a:t>
            </a:r>
          </a:p>
          <a:p>
            <a:r>
              <a:rPr lang="he-IL" sz="1200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את המילה כשבר עשרוני אינסופי</a:t>
            </a:r>
            <a:endParaRPr lang="en-US" sz="1200">
              <a:solidFill>
                <a:schemeClr val="accent2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DA84CC-31F5-4BE1-8BA6-D514618F81A2}"/>
                  </a:ext>
                </a:extLst>
              </p:cNvPr>
              <p:cNvSpPr txBox="1"/>
              <p:nvPr/>
            </p:nvSpPr>
            <p:spPr>
              <a:xfrm>
                <a:off x="2732915" y="5176707"/>
                <a:ext cx="804863" cy="615605"/>
              </a:xfrm>
              <a:prstGeom prst="cloud">
                <a:avLst/>
              </a:prstGeom>
              <a:solidFill>
                <a:srgbClr val="0070C0"/>
              </a:solidFill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∅</m:t>
                          </m:r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9DA84CC-31F5-4BE1-8BA6-D514618F8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2915" y="5176707"/>
                <a:ext cx="804863" cy="615605"/>
              </a:xfrm>
              <a:prstGeom prst="cloud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5BAC6C8-D0E5-4D5A-8DEB-75DA0B94E94F}"/>
                  </a:ext>
                </a:extLst>
              </p:cNvPr>
              <p:cNvSpPr txBox="1"/>
              <p:nvPr/>
            </p:nvSpPr>
            <p:spPr>
              <a:xfrm>
                <a:off x="3951709" y="4478647"/>
                <a:ext cx="1023431" cy="866258"/>
              </a:xfrm>
              <a:prstGeom prst="cloud">
                <a:avLst/>
              </a:prstGeom>
              <a:solidFill>
                <a:srgbClr val="0070C0"/>
              </a:solidFill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he-IL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sub>
                      </m:sSub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5BAC6C8-D0E5-4D5A-8DEB-75DA0B94E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1709" y="4478647"/>
                <a:ext cx="1023431" cy="866258"/>
              </a:xfrm>
              <a:prstGeom prst="cloud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FAC857-9144-4E8C-9BDE-BBB6A51C214B}"/>
                  </a:ext>
                </a:extLst>
              </p:cNvPr>
              <p:cNvSpPr txBox="1"/>
              <p:nvPr/>
            </p:nvSpPr>
            <p:spPr>
              <a:xfrm>
                <a:off x="6476082" y="4482526"/>
                <a:ext cx="2248818" cy="876701"/>
              </a:xfrm>
              <a:prstGeom prst="cloud">
                <a:avLst/>
              </a:prstGeom>
              <a:solidFill>
                <a:srgbClr val="0070C0"/>
              </a:solidFill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l" rtl="0"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FAC857-9144-4E8C-9BDE-BBB6A51C2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082" y="4482526"/>
                <a:ext cx="2248818" cy="876701"/>
              </a:xfrm>
              <a:prstGeom prst="cloud">
                <a:avLst/>
              </a:prstGeom>
              <a:blipFill>
                <a:blip r:embed="rId1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9CC3AF0-F22B-4528-8FAC-1E779EADDEBB}"/>
                  </a:ext>
                </a:extLst>
              </p:cNvPr>
              <p:cNvSpPr txBox="1"/>
              <p:nvPr/>
            </p:nvSpPr>
            <p:spPr>
              <a:xfrm>
                <a:off x="1593413" y="4172335"/>
                <a:ext cx="1023431" cy="654842"/>
              </a:xfrm>
              <a:prstGeom prst="cloud">
                <a:avLst/>
              </a:prstGeom>
              <a:solidFill>
                <a:srgbClr val="0070C0"/>
              </a:solidFill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d>
                            <m:dPr>
                              <m:begChr m:val="["/>
                              <m:ctrlP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9CC3AF0-F22B-4528-8FAC-1E779EADD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413" y="4172335"/>
                <a:ext cx="1023431" cy="654842"/>
              </a:xfrm>
              <a:prstGeom prst="cloud">
                <a:avLst/>
              </a:prstGeom>
              <a:blipFill>
                <a:blip r:embed="rId1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0993DE-EC79-4CAB-ACF4-BC46E00C84BE}"/>
                  </a:ext>
                </a:extLst>
              </p:cNvPr>
              <p:cNvSpPr txBox="1"/>
              <p:nvPr/>
            </p:nvSpPr>
            <p:spPr>
              <a:xfrm>
                <a:off x="5164422" y="5050794"/>
                <a:ext cx="1237025" cy="867429"/>
              </a:xfrm>
              <a:prstGeom prst="cloud">
                <a:avLst/>
              </a:prstGeom>
              <a:solidFill>
                <a:srgbClr val="0070C0"/>
              </a:solidFill>
              <a:ln/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d>
                            <m:dPr>
                              <m:endChr m:val="]"/>
                              <m:ctrlPr>
                                <a:rPr lang="en-US" sz="20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70993DE-EC79-4CAB-ACF4-BC46E00C8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422" y="5050794"/>
                <a:ext cx="1237025" cy="867429"/>
              </a:xfrm>
              <a:prstGeom prst="cloud">
                <a:avLst/>
              </a:prstGeom>
              <a:blipFill>
                <a:blip r:embed="rId1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Graphic 8" descr="Owl">
            <a:extLst>
              <a:ext uri="{FF2B5EF4-FFF2-40B4-BE49-F238E27FC236}">
                <a16:creationId xmlns:a16="http://schemas.microsoft.com/office/drawing/2014/main" id="{4F880D7E-E457-4D9A-959E-8F2959C29AE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9677" y="3805643"/>
            <a:ext cx="587055" cy="587055"/>
          </a:xfrm>
          <a:prstGeom prst="rect">
            <a:avLst/>
          </a:prstGeom>
          <a:ln>
            <a:noFill/>
          </a:ln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9D6B6B7-06D1-A0AF-F538-A72AEC384395}"/>
              </a:ext>
            </a:extLst>
          </p:cNvPr>
          <p:cNvSpPr/>
          <p:nvPr/>
        </p:nvSpPr>
        <p:spPr>
          <a:xfrm>
            <a:off x="1545264" y="2242327"/>
            <a:ext cx="3150147" cy="197012"/>
          </a:xfrm>
          <a:custGeom>
            <a:avLst/>
            <a:gdLst>
              <a:gd name="connsiteX0" fmla="*/ 3454400 w 3454400"/>
              <a:gd name="connsiteY0" fmla="*/ 312906 h 312906"/>
              <a:gd name="connsiteX1" fmla="*/ 3214255 w 3454400"/>
              <a:gd name="connsiteY1" fmla="*/ 54288 h 312906"/>
              <a:gd name="connsiteX2" fmla="*/ 2826327 w 3454400"/>
              <a:gd name="connsiteY2" fmla="*/ 8106 h 312906"/>
              <a:gd name="connsiteX3" fmla="*/ 609600 w 3454400"/>
              <a:gd name="connsiteY3" fmla="*/ 17343 h 312906"/>
              <a:gd name="connsiteX4" fmla="*/ 0 w 3454400"/>
              <a:gd name="connsiteY4" fmla="*/ 174361 h 312906"/>
              <a:gd name="connsiteX5" fmla="*/ 0 w 3454400"/>
              <a:gd name="connsiteY5" fmla="*/ 174361 h 312906"/>
              <a:gd name="connsiteX0" fmla="*/ 3454400 w 3454400"/>
              <a:gd name="connsiteY0" fmla="*/ 312906 h 312906"/>
              <a:gd name="connsiteX1" fmla="*/ 3214255 w 3454400"/>
              <a:gd name="connsiteY1" fmla="*/ 54288 h 312906"/>
              <a:gd name="connsiteX2" fmla="*/ 2826327 w 3454400"/>
              <a:gd name="connsiteY2" fmla="*/ 8106 h 312906"/>
              <a:gd name="connsiteX3" fmla="*/ 609600 w 3454400"/>
              <a:gd name="connsiteY3" fmla="*/ 17343 h 312906"/>
              <a:gd name="connsiteX4" fmla="*/ 0 w 3454400"/>
              <a:gd name="connsiteY4" fmla="*/ 174361 h 312906"/>
              <a:gd name="connsiteX5" fmla="*/ 0 w 3454400"/>
              <a:gd name="connsiteY5" fmla="*/ 174361 h 312906"/>
              <a:gd name="connsiteX0" fmla="*/ 3454400 w 3454400"/>
              <a:gd name="connsiteY0" fmla="*/ 312906 h 312906"/>
              <a:gd name="connsiteX1" fmla="*/ 3214255 w 3454400"/>
              <a:gd name="connsiteY1" fmla="*/ 54288 h 312906"/>
              <a:gd name="connsiteX2" fmla="*/ 2826327 w 3454400"/>
              <a:gd name="connsiteY2" fmla="*/ 8106 h 312906"/>
              <a:gd name="connsiteX3" fmla="*/ 609600 w 3454400"/>
              <a:gd name="connsiteY3" fmla="*/ 17343 h 312906"/>
              <a:gd name="connsiteX4" fmla="*/ 0 w 3454400"/>
              <a:gd name="connsiteY4" fmla="*/ 174361 h 312906"/>
              <a:gd name="connsiteX5" fmla="*/ 0 w 3454400"/>
              <a:gd name="connsiteY5" fmla="*/ 174361 h 312906"/>
              <a:gd name="connsiteX0" fmla="*/ 3454400 w 3473022"/>
              <a:gd name="connsiteY0" fmla="*/ 312906 h 312906"/>
              <a:gd name="connsiteX1" fmla="*/ 3214255 w 3473022"/>
              <a:gd name="connsiteY1" fmla="*/ 54288 h 312906"/>
              <a:gd name="connsiteX2" fmla="*/ 2826327 w 3473022"/>
              <a:gd name="connsiteY2" fmla="*/ 8106 h 312906"/>
              <a:gd name="connsiteX3" fmla="*/ 609600 w 3473022"/>
              <a:gd name="connsiteY3" fmla="*/ 17343 h 312906"/>
              <a:gd name="connsiteX4" fmla="*/ 0 w 3473022"/>
              <a:gd name="connsiteY4" fmla="*/ 174361 h 312906"/>
              <a:gd name="connsiteX5" fmla="*/ 0 w 3473022"/>
              <a:gd name="connsiteY5" fmla="*/ 174361 h 312906"/>
              <a:gd name="connsiteX0" fmla="*/ 3454400 w 3488212"/>
              <a:gd name="connsiteY0" fmla="*/ 358427 h 358427"/>
              <a:gd name="connsiteX1" fmla="*/ 3241964 w 3488212"/>
              <a:gd name="connsiteY1" fmla="*/ 25918 h 358427"/>
              <a:gd name="connsiteX2" fmla="*/ 2826327 w 3488212"/>
              <a:gd name="connsiteY2" fmla="*/ 53627 h 358427"/>
              <a:gd name="connsiteX3" fmla="*/ 609600 w 3488212"/>
              <a:gd name="connsiteY3" fmla="*/ 62864 h 358427"/>
              <a:gd name="connsiteX4" fmla="*/ 0 w 3488212"/>
              <a:gd name="connsiteY4" fmla="*/ 219882 h 358427"/>
              <a:gd name="connsiteX5" fmla="*/ 0 w 3488212"/>
              <a:gd name="connsiteY5" fmla="*/ 219882 h 358427"/>
              <a:gd name="connsiteX0" fmla="*/ 3454400 w 3503394"/>
              <a:gd name="connsiteY0" fmla="*/ 335263 h 335263"/>
              <a:gd name="connsiteX1" fmla="*/ 3241964 w 3503394"/>
              <a:gd name="connsiteY1" fmla="*/ 2754 h 335263"/>
              <a:gd name="connsiteX2" fmla="*/ 2826327 w 3503394"/>
              <a:gd name="connsiteY2" fmla="*/ 30463 h 335263"/>
              <a:gd name="connsiteX3" fmla="*/ 609600 w 3503394"/>
              <a:gd name="connsiteY3" fmla="*/ 39700 h 335263"/>
              <a:gd name="connsiteX4" fmla="*/ 0 w 3503394"/>
              <a:gd name="connsiteY4" fmla="*/ 196718 h 335263"/>
              <a:gd name="connsiteX5" fmla="*/ 0 w 3503394"/>
              <a:gd name="connsiteY5" fmla="*/ 196718 h 335263"/>
              <a:gd name="connsiteX0" fmla="*/ 3454400 w 3454400"/>
              <a:gd name="connsiteY0" fmla="*/ 366312 h 366312"/>
              <a:gd name="connsiteX1" fmla="*/ 3241964 w 3454400"/>
              <a:gd name="connsiteY1" fmla="*/ 33803 h 366312"/>
              <a:gd name="connsiteX2" fmla="*/ 2798618 w 3454400"/>
              <a:gd name="connsiteY2" fmla="*/ 15331 h 366312"/>
              <a:gd name="connsiteX3" fmla="*/ 609600 w 3454400"/>
              <a:gd name="connsiteY3" fmla="*/ 70749 h 366312"/>
              <a:gd name="connsiteX4" fmla="*/ 0 w 3454400"/>
              <a:gd name="connsiteY4" fmla="*/ 227767 h 366312"/>
              <a:gd name="connsiteX5" fmla="*/ 0 w 3454400"/>
              <a:gd name="connsiteY5" fmla="*/ 227767 h 366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4400" h="366312">
                <a:moveTo>
                  <a:pt x="3454400" y="366312"/>
                </a:moveTo>
                <a:cubicBezTo>
                  <a:pt x="3386667" y="262403"/>
                  <a:pt x="3351261" y="92300"/>
                  <a:pt x="3241964" y="33803"/>
                </a:cubicBezTo>
                <a:cubicBezTo>
                  <a:pt x="3132667" y="-24694"/>
                  <a:pt x="3237345" y="9173"/>
                  <a:pt x="2798618" y="15331"/>
                </a:cubicBezTo>
                <a:cubicBezTo>
                  <a:pt x="2068945" y="33804"/>
                  <a:pt x="1076036" y="35343"/>
                  <a:pt x="609600" y="70749"/>
                </a:cubicBezTo>
                <a:cubicBezTo>
                  <a:pt x="143164" y="106155"/>
                  <a:pt x="0" y="227767"/>
                  <a:pt x="0" y="227767"/>
                </a:cubicBezTo>
                <a:lnTo>
                  <a:pt x="0" y="227767"/>
                </a:lnTo>
              </a:path>
            </a:pathLst>
          </a:custGeom>
          <a:ln w="28575"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38848E-DFB3-2353-DB3E-53386B6C6DE3}"/>
                  </a:ext>
                </a:extLst>
              </p:cNvPr>
              <p:cNvSpPr txBox="1"/>
              <p:nvPr/>
            </p:nvSpPr>
            <p:spPr>
              <a:xfrm>
                <a:off x="2103022" y="6228301"/>
                <a:ext cx="4937955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טענה: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תכונת בטיחות אם ורק אם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קבוצה סגורה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E38848E-DFB3-2353-DB3E-53386B6C6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3022" y="6228301"/>
                <a:ext cx="4937955" cy="369332"/>
              </a:xfrm>
              <a:prstGeom prst="rect">
                <a:avLst/>
              </a:prstGeom>
              <a:blipFill>
                <a:blip r:embed="rId15"/>
                <a:stretch>
                  <a:fillRect l="-247" t="-10000" r="-988" b="-2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2146DF6-220A-B326-613C-8E3CA3357D80}"/>
                  </a:ext>
                </a:extLst>
              </p14:cNvPr>
              <p14:cNvContentPartPr/>
              <p14:nvPr/>
            </p14:nvContentPartPr>
            <p14:xfrm>
              <a:off x="-2093664" y="1464277"/>
              <a:ext cx="13680" cy="22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2146DF6-220A-B326-613C-8E3CA3357D8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-2102304" y="1455277"/>
                <a:ext cx="31320" cy="4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72733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3ADDB70-CA43-CE4C-130E-3AA8DBB17CD9}"/>
              </a:ext>
            </a:extLst>
          </p:cNvPr>
          <p:cNvSpPr/>
          <p:nvPr/>
        </p:nvSpPr>
        <p:spPr>
          <a:xfrm>
            <a:off x="577689" y="2146261"/>
            <a:ext cx="3630884" cy="567907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922065-424D-4083-BCD3-1AE50035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7791"/>
            <a:ext cx="7772400" cy="1143000"/>
          </a:xfrm>
        </p:spPr>
        <p:txBody>
          <a:bodyPr>
            <a:normAutofit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01F197-7209-4C32-9E0B-2BB32745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16 אוקטובר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9E92A-88A9-403B-A082-08EF28B7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954694A-50F3-465E-BB1D-8A63313707C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190141" y="1614143"/>
                <a:ext cx="9038522" cy="5181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טענה: אם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S</m:t>
                    </m:r>
                    <m:r>
                      <a:rPr lang="en-US" sz="200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d>
                      <m:dPr>
                        <m:begChr m:val="["/>
                        <m:ctrlPr>
                          <a:rPr lang="en-US" sz="20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00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𝑎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,</m:t>
                        </m:r>
                        <m:r>
                          <a:rPr lang="en-US" sz="200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𝑏</m:t>
                        </m:r>
                      </m:e>
                    </m:d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אינה תכונת בטיחות</a:t>
                </a:r>
              </a:p>
              <a:p>
                <a:pPr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לנוחות, נזכיר את הנוסחה מהשקף הקודם: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he-IL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nary>
                          <m:naryPr>
                            <m:chr m:val="∑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he-IL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sSup>
                                  <m:sSup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den>
                            </m:f>
                          </m:e>
                        </m:nary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נכתוב את הצגה של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𝑏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כשבר עשרוני: </a:t>
                </a:r>
                <a14:m>
                  <m:oMath xmlns:m="http://schemas.openxmlformats.org/officeDocument/2006/math">
                    <m:r>
                      <a:rPr lang="en-US" sz="20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𝑏</m:t>
                    </m:r>
                    <m:r>
                      <a:rPr lang="en-US" sz="20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a:rPr lang="he-IL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0</m:t>
                    </m:r>
                    <m:r>
                      <a:rPr 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.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𝑏</m:t>
                        </m:r>
                      </m:e>
                      <m:sub>
                        <m:r>
                          <a:rPr lang="en-US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𝑏</m:t>
                        </m:r>
                      </m:e>
                      <m:sub>
                        <m:r>
                          <a:rPr lang="en-US" sz="2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2</m:t>
                        </m:r>
                      </m:sub>
                    </m:sSub>
                    <m:r>
                      <a:rPr lang="en-US" sz="2000">
                        <a:solidFill>
                          <a:srgbClr val="0000F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…</m:t>
                    </m:r>
                  </m:oMath>
                </a14:m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נניח בלי הגבלת הכלליות שהפיתוח לא מסתיים בסדרה אינסופית של אפסים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המילה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שגודל האות ה-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𝑖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הוא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לא נמצאת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𝑆</m:t>
                        </m:r>
                      </m:sub>
                    </m:sSub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אבל לכל רישא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e>
                    </m:d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מתקיים ש-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he-IL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..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.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{</m:t>
                        </m:r>
                        <m:r>
                          <m:rPr>
                            <m:lit/>
                          </m:r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}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נמצאת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𝑆</m:t>
                        </m:r>
                      </m:sub>
                    </m:sSub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spcAft>
                    <a:spcPts val="1200"/>
                  </a:spcAft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לכן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אינה תכונת בטיחות.</a:t>
                </a: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954694A-50F3-465E-BB1D-8A63313707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190141" y="1614143"/>
                <a:ext cx="9038522" cy="5181600"/>
              </a:xfrm>
              <a:blipFill>
                <a:blip r:embed="rId2"/>
                <a:stretch>
                  <a:fillRect t="-588" r="-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7A3399F-0622-4470-A3C8-0ABA604CDDF3}"/>
                  </a:ext>
                </a:extLst>
              </p14:cNvPr>
              <p14:cNvContentPartPr/>
              <p14:nvPr/>
            </p14:nvContentPartPr>
            <p14:xfrm>
              <a:off x="-694476" y="2116102"/>
              <a:ext cx="41803" cy="48051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7A3399F-0622-4470-A3C8-0ABA604CDD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739551" y="2107137"/>
                <a:ext cx="2090150" cy="65622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Graphic 8" descr="Owl">
            <a:extLst>
              <a:ext uri="{FF2B5EF4-FFF2-40B4-BE49-F238E27FC236}">
                <a16:creationId xmlns:a16="http://schemas.microsoft.com/office/drawing/2014/main" id="{4B5BD71B-AC82-32B9-6786-93477C63309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4541" y="3939767"/>
            <a:ext cx="587055" cy="587055"/>
          </a:xfrm>
          <a:prstGeom prst="rect">
            <a:avLst/>
          </a:prstGeom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3C4005-359D-9E6D-6E81-A6E82B1F5968}"/>
              </a:ext>
            </a:extLst>
          </p:cNvPr>
          <p:cNvSpPr txBox="1"/>
          <p:nvPr/>
        </p:nvSpPr>
        <p:spPr>
          <a:xfrm>
            <a:off x="0" y="3910128"/>
            <a:ext cx="11422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200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למה זה לא מגביל את הכלליות?</a:t>
            </a:r>
            <a:endParaRPr lang="en-US" sz="1200">
              <a:solidFill>
                <a:schemeClr val="accent2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22" name="Graphic 8" descr="Owl">
            <a:extLst>
              <a:ext uri="{FF2B5EF4-FFF2-40B4-BE49-F238E27FC236}">
                <a16:creationId xmlns:a16="http://schemas.microsoft.com/office/drawing/2014/main" id="{628D4D76-4975-A306-1431-C6BB1FF951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9398" y="5855885"/>
            <a:ext cx="587055" cy="587055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FA44D55-00FD-634D-59B7-3D50E8E87551}"/>
                  </a:ext>
                </a:extLst>
              </p:cNvPr>
              <p:cNvSpPr txBox="1"/>
              <p:nvPr/>
            </p:nvSpPr>
            <p:spPr>
              <a:xfrm>
                <a:off x="485869" y="5855885"/>
                <a:ext cx="5485681" cy="33855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he-IL" sz="1600" dirty="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איך נראה שגם אם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𝑆</m:t>
                    </m:r>
                    <m:r>
                      <a:rPr lang="he-IL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𝑎</m:t>
                    </m:r>
                    <m:r>
                      <a:rPr 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,</m:t>
                    </m:r>
                    <m:r>
                      <a:rPr 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𝑏</m:t>
                    </m:r>
                    <m:r>
                      <a:rPr 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]</m:t>
                    </m:r>
                  </m:oMath>
                </a14:m>
                <a:r>
                  <a:rPr lang="he-IL" sz="1600" dirty="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מקבלים ש-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𝑃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he-IL" sz="1600" dirty="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אינה תכונת בטיחות?</a:t>
                </a:r>
                <a:endParaRPr lang="en-US" sz="1600" dirty="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FA44D55-00FD-634D-59B7-3D50E8E87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69" y="5855885"/>
                <a:ext cx="5485681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27494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990600" y="4638869"/>
            <a:ext cx="7010400" cy="5334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31926" y="2115312"/>
            <a:ext cx="7010400" cy="533400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סְגוֹר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closure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) של תכונה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200" y="1447800"/>
                <a:ext cx="8839200" cy="5029200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600"/>
                  </a:spcBef>
                  <a:spcAft>
                    <a:spcPts val="2400"/>
                  </a:spcAft>
                  <a:buNone/>
                </a:pPr>
                <a:r>
                  <a:rPr lang="he-IL" sz="2400" dirty="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הגדרה: קבוצת הרישות הסופיות של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/>
                      </a:rPr>
                      <m:t>𝜎</m:t>
                    </m:r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2</m:t>
                            </m:r>
                            <m:r>
                              <a:rPr lang="en-US" sz="2400" i="1" baseline="30000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𝐴𝑃</m:t>
                            </m:r>
                          </m:e>
                        </m:d>
                      </m:e>
                      <m:sup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400" dirty="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algn="ctr" rtl="0">
                  <a:spcBef>
                    <a:spcPts val="60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𝑝𝑟𝑒𝑓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𝜎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)= { 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𝜌</m:t>
                      </m:r>
                      <m:r>
                        <a:rPr lang="en-US" sz="240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∈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 dirty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dirty="0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𝐴𝑃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p>
                      <m:r>
                        <a:rPr lang="en-US" sz="2400" i="1" dirty="0">
                          <a:solidFill>
                            <a:srgbClr val="0000FF"/>
                          </a:solidFill>
                          <a:latin typeface="Cambria Math"/>
                        </a:rPr>
                        <m:t>:  </m:t>
                      </m:r>
                      <m:r>
                        <a:rPr lang="en-US" sz="2400" i="1" dirty="0">
                          <a:solidFill>
                            <a:srgbClr val="0000FF"/>
                          </a:solidFill>
                          <a:latin typeface="Cambria Math"/>
                        </a:rPr>
                        <m:t>𝜌</m:t>
                      </m:r>
                      <m:r>
                        <a:rPr lang="en-US" sz="2400" i="1" dirty="0">
                          <a:solidFill>
                            <a:srgbClr val="0000FF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1" dirty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a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finite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prefix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of</m:t>
                      </m:r>
                      <m:r>
                        <m:rPr>
                          <m:nor/>
                        </m:rPr>
                        <a:rPr lang="en-US" sz="2400" dirty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a:rPr lang="en-US" sz="2400" i="0" dirty="0">
                          <a:solidFill>
                            <a:srgbClr val="0000FF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400" b="0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𝜎</m:t>
                      </m:r>
                      <m:r>
                        <a:rPr lang="en-US" sz="2400" i="1" dirty="0">
                          <a:solidFill>
                            <a:srgbClr val="0000FF"/>
                          </a:solidFill>
                          <a:latin typeface="Cambria Math"/>
                        </a:rPr>
                        <m:t> }</m:t>
                      </m:r>
                    </m:oMath>
                  </m:oMathPara>
                </a14:m>
                <a:endParaRPr lang="en-US" sz="20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600"/>
                  </a:spcBef>
                  <a:spcAft>
                    <a:spcPts val="2400"/>
                  </a:spcAft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הרחבה לתכונות: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𝑝𝑟𝑒𝑓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latin typeface="Cambria Math"/>
                      </a:rPr>
                      <m:t>𝑃</m:t>
                    </m:r>
                    <m:r>
                      <a:rPr lang="en-US" sz="2400" i="1" dirty="0" smtClean="0">
                        <a:latin typeface="Cambria Math"/>
                      </a:rPr>
                      <m:t>) = </m:t>
                    </m:r>
                    <m:nary>
                      <m:naryPr>
                        <m:chr m:val="⋃"/>
                        <m:supHide m:val="on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dirty="0" smtClean="0">
                            <a:latin typeface="Cambria Math"/>
                          </a:rPr>
                          <m:t>𝜎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∈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𝑃</m:t>
                        </m:r>
                      </m:sub>
                      <m:sup/>
                      <m:e>
                        <m:r>
                          <a:rPr lang="en-US" sz="2400" b="0" i="1" dirty="0" smtClean="0">
                            <a:latin typeface="Cambria Math"/>
                          </a:rPr>
                          <m:t>𝑝𝑟𝑒𝑓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𝜎</m:t>
                        </m:r>
                        <m:r>
                          <a:rPr lang="en-US" sz="2400" b="0" i="1" dirty="0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spcBef>
                    <a:spcPts val="3600"/>
                  </a:spcBef>
                  <a:spcAft>
                    <a:spcPts val="2400"/>
                  </a:spcAft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הגדרה: </a:t>
                </a:r>
                <a:r>
                  <a:rPr lang="he-IL" sz="24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הסְגוֹר 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של תכונת זמן ליניארי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הוא:</a:t>
                </a:r>
              </a:p>
              <a:p>
                <a:pPr algn="ctr">
                  <a:spcBef>
                    <a:spcPts val="60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𝑐𝑙𝑜𝑠𝑢𝑟𝑒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𝑃</m:t>
                          </m:r>
                        </m:e>
                      </m:d>
                      <m:r>
                        <a:rPr lang="en-US" sz="24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𝜎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400" i="1" baseline="30000" dirty="0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𝐴𝑃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𝜔</m:t>
                              </m:r>
                            </m:sup>
                          </m:sSup>
                          <m: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: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400" i="1" dirty="0" err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𝑝𝑟𝑒𝑓</m:t>
                          </m:r>
                          <m:d>
                            <m:dPr>
                              <m:ctrlP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𝜎</m:t>
                              </m:r>
                            </m:e>
                          </m:d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⊆</m:t>
                          </m:r>
                          <m:r>
                            <a:rPr lang="en-US" sz="2400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400" i="1" dirty="0" err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𝑝𝑟𝑒𝑓</m:t>
                          </m:r>
                          <m:d>
                            <m:dPr>
                              <m:ctrlP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𝑃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lvl="1" indent="0">
                  <a:spcBef>
                    <a:spcPts val="600"/>
                  </a:spcBef>
                  <a:spcAft>
                    <a:spcPts val="2400"/>
                  </a:spcAft>
                  <a:buClr>
                    <a:srgbClr val="D34817"/>
                  </a:buClr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רצפי העקבות האינסופיים שכל הרישות הסופיות שלהם הן רישות של</a:t>
                </a:r>
                <a: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מילים ב-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600"/>
                  </a:spcBef>
                  <a:spcAft>
                    <a:spcPts val="2400"/>
                  </a:spcAft>
                  <a:buNone/>
                </a:pPr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200" y="1447800"/>
                <a:ext cx="8839200" cy="5029200"/>
              </a:xfrm>
              <a:blipFill>
                <a:blip r:embed="rId2"/>
                <a:stretch>
                  <a:fillRect t="-1091" r="-103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567C2BF-E8D8-C472-A1D6-440DCB4881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347946"/>
              </p:ext>
            </p:extLst>
          </p:nvPr>
        </p:nvGraphicFramePr>
        <p:xfrm>
          <a:off x="355600" y="2743200"/>
          <a:ext cx="1752600" cy="22768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B72E48-7A74-E166-074E-7616F11BC2B6}"/>
                  </a:ext>
                </a:extLst>
              </p:cNvPr>
              <p:cNvSpPr txBox="1"/>
              <p:nvPr/>
            </p:nvSpPr>
            <p:spPr>
              <a:xfrm>
                <a:off x="76200" y="3147364"/>
                <a:ext cx="266534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1200">
                    <a:latin typeface="Gisha" panose="020B0502040204020203" pitchFamily="34" charset="-79"/>
                    <a:cs typeface="Gisha" panose="020B0502040204020203" pitchFamily="34" charset="-79"/>
                  </a:rPr>
                  <a:t>כל עוד יש המשך ב-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 sz="1200">
                    <a:latin typeface="Gisha" panose="020B0502040204020203" pitchFamily="34" charset="-79"/>
                    <a:cs typeface="Gisha" panose="020B0502040204020203" pitchFamily="34" charset="-79"/>
                  </a:rPr>
                  <a:t> הרישא ב-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𝑟𝑒𝑓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7B72E48-7A74-E166-074E-7616F11BC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3147364"/>
                <a:ext cx="2665345" cy="276999"/>
              </a:xfrm>
              <a:prstGeom prst="rect">
                <a:avLst/>
              </a:prstGeom>
              <a:blipFill>
                <a:blip r:embed="rId8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89C1241-0202-7532-22C1-C6FC5E8E5239}"/>
              </a:ext>
            </a:extLst>
          </p:cNvPr>
          <p:cNvSpPr/>
          <p:nvPr/>
        </p:nvSpPr>
        <p:spPr>
          <a:xfrm>
            <a:off x="1764145" y="4348275"/>
            <a:ext cx="4682837" cy="408451"/>
          </a:xfrm>
          <a:custGeom>
            <a:avLst/>
            <a:gdLst>
              <a:gd name="connsiteX0" fmla="*/ 20908 w 4565199"/>
              <a:gd name="connsiteY0" fmla="*/ 0 h 508000"/>
              <a:gd name="connsiteX1" fmla="*/ 519672 w 4565199"/>
              <a:gd name="connsiteY1" fmla="*/ 221673 h 508000"/>
              <a:gd name="connsiteX2" fmla="*/ 3503017 w 4565199"/>
              <a:gd name="connsiteY2" fmla="*/ 295564 h 508000"/>
              <a:gd name="connsiteX3" fmla="*/ 4565199 w 4565199"/>
              <a:gd name="connsiteY3" fmla="*/ 508000 h 508000"/>
              <a:gd name="connsiteX0" fmla="*/ 9211 w 4692048"/>
              <a:gd name="connsiteY0" fmla="*/ 0 h 508000"/>
              <a:gd name="connsiteX1" fmla="*/ 646521 w 4692048"/>
              <a:gd name="connsiteY1" fmla="*/ 221673 h 508000"/>
              <a:gd name="connsiteX2" fmla="*/ 3629866 w 4692048"/>
              <a:gd name="connsiteY2" fmla="*/ 295564 h 508000"/>
              <a:gd name="connsiteX3" fmla="*/ 4692048 w 4692048"/>
              <a:gd name="connsiteY3" fmla="*/ 508000 h 508000"/>
              <a:gd name="connsiteX0" fmla="*/ 0 w 4682837"/>
              <a:gd name="connsiteY0" fmla="*/ 0 h 508000"/>
              <a:gd name="connsiteX1" fmla="*/ 637310 w 4682837"/>
              <a:gd name="connsiteY1" fmla="*/ 221673 h 508000"/>
              <a:gd name="connsiteX2" fmla="*/ 3620655 w 4682837"/>
              <a:gd name="connsiteY2" fmla="*/ 295564 h 508000"/>
              <a:gd name="connsiteX3" fmla="*/ 4682837 w 4682837"/>
              <a:gd name="connsiteY3" fmla="*/ 508000 h 508000"/>
              <a:gd name="connsiteX0" fmla="*/ 0 w 4682837"/>
              <a:gd name="connsiteY0" fmla="*/ 0 h 508000"/>
              <a:gd name="connsiteX1" fmla="*/ 637310 w 4682837"/>
              <a:gd name="connsiteY1" fmla="*/ 221673 h 508000"/>
              <a:gd name="connsiteX2" fmla="*/ 3620655 w 4682837"/>
              <a:gd name="connsiteY2" fmla="*/ 295564 h 508000"/>
              <a:gd name="connsiteX3" fmla="*/ 4682837 w 4682837"/>
              <a:gd name="connsiteY3" fmla="*/ 508000 h 50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82837" h="508000">
                <a:moveTo>
                  <a:pt x="0" y="0"/>
                </a:moveTo>
                <a:cubicBezTo>
                  <a:pt x="102081" y="181457"/>
                  <a:pt x="33867" y="172412"/>
                  <a:pt x="637310" y="221673"/>
                </a:cubicBezTo>
                <a:cubicBezTo>
                  <a:pt x="1240753" y="270934"/>
                  <a:pt x="2946401" y="247843"/>
                  <a:pt x="3620655" y="295564"/>
                </a:cubicBezTo>
                <a:cubicBezTo>
                  <a:pt x="4294909" y="343285"/>
                  <a:pt x="4488873" y="425642"/>
                  <a:pt x="4682837" y="508000"/>
                </a:cubicBezTo>
              </a:path>
            </a:pathLst>
          </a:custGeom>
          <a:ln w="19050">
            <a:headEnd type="triangl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31212"/>
      </p:ext>
    </p:extLst>
  </p:cSld>
  <p:clrMapOvr>
    <a:masterClrMapping/>
  </p:clrMapOvr>
  <p:transition>
    <p:dissolv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סְגוֹר של תכונה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5800" y="1143000"/>
                <a:ext cx="83058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הגדרה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שקולה: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הסְגוֹר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של תכונת זמן ליניארי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𝑃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המילים האינסופיות שכל רישא סופית שלהן אפשר להמשיך למילה המקיימת את התכונה:</a:t>
                </a:r>
                <a:endParaRPr lang="en-US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143000"/>
                <a:ext cx="8305800" cy="1200329"/>
              </a:xfrm>
              <a:prstGeom prst="rect">
                <a:avLst/>
              </a:prstGeom>
              <a:blipFill>
                <a:blip r:embed="rId2"/>
                <a:stretch>
                  <a:fillRect l="-2056" t="-4592" r="-1101" b="-1020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82972" y="2514600"/>
                <a:ext cx="8434488" cy="52322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𝑐𝑙𝑜𝑠𝑢𝑟𝑒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:  ∀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⊏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∃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800" b="0" i="0" smtClean="0">
                              <a:latin typeface="Gisha" panose="020B0502040204020203" pitchFamily="34" charset="-79"/>
                              <a:ea typeface="Cambria Math" panose="02040503050406030204" pitchFamily="18" charset="0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such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 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that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𝜌𝜎</m:t>
                              </m:r>
                            </m:e>
                            <m: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en-US" sz="2800" b="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72" y="2514600"/>
                <a:ext cx="84344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/>
          <p:cNvGrpSpPr/>
          <p:nvPr/>
        </p:nvGrpSpPr>
        <p:grpSpPr>
          <a:xfrm>
            <a:off x="1295400" y="3753422"/>
            <a:ext cx="7759606" cy="2715995"/>
            <a:chOff x="1343608" y="3498193"/>
            <a:chExt cx="7759606" cy="2715995"/>
          </a:xfrm>
        </p:grpSpPr>
        <p:sp>
          <p:nvSpPr>
            <p:cNvPr id="9" name="Freeform 8"/>
            <p:cNvSpPr/>
            <p:nvPr/>
          </p:nvSpPr>
          <p:spPr>
            <a:xfrm>
              <a:off x="1343608" y="4506686"/>
              <a:ext cx="5542384" cy="609428"/>
            </a:xfrm>
            <a:custGeom>
              <a:avLst/>
              <a:gdLst>
                <a:gd name="connsiteX0" fmla="*/ 0 w 5542384"/>
                <a:gd name="connsiteY0" fmla="*/ 578498 h 609428"/>
                <a:gd name="connsiteX1" fmla="*/ 74645 w 5542384"/>
                <a:gd name="connsiteY1" fmla="*/ 494522 h 609428"/>
                <a:gd name="connsiteX2" fmla="*/ 121298 w 5542384"/>
                <a:gd name="connsiteY2" fmla="*/ 475861 h 609428"/>
                <a:gd name="connsiteX3" fmla="*/ 158621 w 5542384"/>
                <a:gd name="connsiteY3" fmla="*/ 447869 h 609428"/>
                <a:gd name="connsiteX4" fmla="*/ 186612 w 5542384"/>
                <a:gd name="connsiteY4" fmla="*/ 438538 h 609428"/>
                <a:gd name="connsiteX5" fmla="*/ 270588 w 5542384"/>
                <a:gd name="connsiteY5" fmla="*/ 419877 h 609428"/>
                <a:gd name="connsiteX6" fmla="*/ 307910 w 5542384"/>
                <a:gd name="connsiteY6" fmla="*/ 410547 h 609428"/>
                <a:gd name="connsiteX7" fmla="*/ 335902 w 5542384"/>
                <a:gd name="connsiteY7" fmla="*/ 401216 h 609428"/>
                <a:gd name="connsiteX8" fmla="*/ 391886 w 5542384"/>
                <a:gd name="connsiteY8" fmla="*/ 391885 h 609428"/>
                <a:gd name="connsiteX9" fmla="*/ 531845 w 5542384"/>
                <a:gd name="connsiteY9" fmla="*/ 401216 h 609428"/>
                <a:gd name="connsiteX10" fmla="*/ 615821 w 5542384"/>
                <a:gd name="connsiteY10" fmla="*/ 466530 h 609428"/>
                <a:gd name="connsiteX11" fmla="*/ 690465 w 5542384"/>
                <a:gd name="connsiteY11" fmla="*/ 513183 h 609428"/>
                <a:gd name="connsiteX12" fmla="*/ 718457 w 5542384"/>
                <a:gd name="connsiteY12" fmla="*/ 531845 h 609428"/>
                <a:gd name="connsiteX13" fmla="*/ 783772 w 5542384"/>
                <a:gd name="connsiteY13" fmla="*/ 550506 h 609428"/>
                <a:gd name="connsiteX14" fmla="*/ 811763 w 5542384"/>
                <a:gd name="connsiteY14" fmla="*/ 559836 h 609428"/>
                <a:gd name="connsiteX15" fmla="*/ 895739 w 5542384"/>
                <a:gd name="connsiteY15" fmla="*/ 587828 h 609428"/>
                <a:gd name="connsiteX16" fmla="*/ 1073021 w 5542384"/>
                <a:gd name="connsiteY16" fmla="*/ 597159 h 609428"/>
                <a:gd name="connsiteX17" fmla="*/ 1306286 w 5542384"/>
                <a:gd name="connsiteY17" fmla="*/ 597159 h 609428"/>
                <a:gd name="connsiteX18" fmla="*/ 1371600 w 5542384"/>
                <a:gd name="connsiteY18" fmla="*/ 559836 h 609428"/>
                <a:gd name="connsiteX19" fmla="*/ 1399592 w 5542384"/>
                <a:gd name="connsiteY19" fmla="*/ 531845 h 609428"/>
                <a:gd name="connsiteX20" fmla="*/ 1427584 w 5542384"/>
                <a:gd name="connsiteY20" fmla="*/ 522514 h 609428"/>
                <a:gd name="connsiteX21" fmla="*/ 1474237 w 5542384"/>
                <a:gd name="connsiteY21" fmla="*/ 475861 h 609428"/>
                <a:gd name="connsiteX22" fmla="*/ 1492898 w 5542384"/>
                <a:gd name="connsiteY22" fmla="*/ 447869 h 609428"/>
                <a:gd name="connsiteX23" fmla="*/ 1558212 w 5542384"/>
                <a:gd name="connsiteY23" fmla="*/ 391885 h 609428"/>
                <a:gd name="connsiteX24" fmla="*/ 1576874 w 5542384"/>
                <a:gd name="connsiteY24" fmla="*/ 373224 h 609428"/>
                <a:gd name="connsiteX25" fmla="*/ 1670180 w 5542384"/>
                <a:gd name="connsiteY25" fmla="*/ 317241 h 609428"/>
                <a:gd name="connsiteX26" fmla="*/ 1726163 w 5542384"/>
                <a:gd name="connsiteY26" fmla="*/ 289249 h 609428"/>
                <a:gd name="connsiteX27" fmla="*/ 2024743 w 5542384"/>
                <a:gd name="connsiteY27" fmla="*/ 298579 h 609428"/>
                <a:gd name="connsiteX28" fmla="*/ 2062065 w 5542384"/>
                <a:gd name="connsiteY28" fmla="*/ 317241 h 609428"/>
                <a:gd name="connsiteX29" fmla="*/ 2090057 w 5542384"/>
                <a:gd name="connsiteY29" fmla="*/ 326571 h 609428"/>
                <a:gd name="connsiteX30" fmla="*/ 2174033 w 5542384"/>
                <a:gd name="connsiteY30" fmla="*/ 382555 h 609428"/>
                <a:gd name="connsiteX31" fmla="*/ 2248678 w 5542384"/>
                <a:gd name="connsiteY31" fmla="*/ 419877 h 609428"/>
                <a:gd name="connsiteX32" fmla="*/ 2313992 w 5542384"/>
                <a:gd name="connsiteY32" fmla="*/ 457200 h 609428"/>
                <a:gd name="connsiteX33" fmla="*/ 2360645 w 5542384"/>
                <a:gd name="connsiteY33" fmla="*/ 466530 h 609428"/>
                <a:gd name="connsiteX34" fmla="*/ 2379306 w 5542384"/>
                <a:gd name="connsiteY34" fmla="*/ 485192 h 609428"/>
                <a:gd name="connsiteX35" fmla="*/ 2593910 w 5542384"/>
                <a:gd name="connsiteY35" fmla="*/ 475861 h 609428"/>
                <a:gd name="connsiteX36" fmla="*/ 2687216 w 5542384"/>
                <a:gd name="connsiteY36" fmla="*/ 438538 h 609428"/>
                <a:gd name="connsiteX37" fmla="*/ 2715208 w 5542384"/>
                <a:gd name="connsiteY37" fmla="*/ 419877 h 609428"/>
                <a:gd name="connsiteX38" fmla="*/ 2743200 w 5542384"/>
                <a:gd name="connsiteY38" fmla="*/ 410547 h 609428"/>
                <a:gd name="connsiteX39" fmla="*/ 2789853 w 5542384"/>
                <a:gd name="connsiteY39" fmla="*/ 391885 h 609428"/>
                <a:gd name="connsiteX40" fmla="*/ 2864498 w 5542384"/>
                <a:gd name="connsiteY40" fmla="*/ 373224 h 609428"/>
                <a:gd name="connsiteX41" fmla="*/ 2957804 w 5542384"/>
                <a:gd name="connsiteY41" fmla="*/ 345232 h 609428"/>
                <a:gd name="connsiteX42" fmla="*/ 3032449 w 5542384"/>
                <a:gd name="connsiteY42" fmla="*/ 354563 h 609428"/>
                <a:gd name="connsiteX43" fmla="*/ 3069772 w 5542384"/>
                <a:gd name="connsiteY43" fmla="*/ 382555 h 609428"/>
                <a:gd name="connsiteX44" fmla="*/ 3144416 w 5542384"/>
                <a:gd name="connsiteY44" fmla="*/ 419877 h 609428"/>
                <a:gd name="connsiteX45" fmla="*/ 3172408 w 5542384"/>
                <a:gd name="connsiteY45" fmla="*/ 438538 h 609428"/>
                <a:gd name="connsiteX46" fmla="*/ 3265714 w 5542384"/>
                <a:gd name="connsiteY46" fmla="*/ 447869 h 609428"/>
                <a:gd name="connsiteX47" fmla="*/ 3480319 w 5542384"/>
                <a:gd name="connsiteY47" fmla="*/ 438538 h 609428"/>
                <a:gd name="connsiteX48" fmla="*/ 3517641 w 5542384"/>
                <a:gd name="connsiteY48" fmla="*/ 419877 h 609428"/>
                <a:gd name="connsiteX49" fmla="*/ 3545633 w 5542384"/>
                <a:gd name="connsiteY49" fmla="*/ 410547 h 609428"/>
                <a:gd name="connsiteX50" fmla="*/ 3610947 w 5542384"/>
                <a:gd name="connsiteY50" fmla="*/ 373224 h 609428"/>
                <a:gd name="connsiteX51" fmla="*/ 3648270 w 5542384"/>
                <a:gd name="connsiteY51" fmla="*/ 354563 h 609428"/>
                <a:gd name="connsiteX52" fmla="*/ 3741576 w 5542384"/>
                <a:gd name="connsiteY52" fmla="*/ 289249 h 609428"/>
                <a:gd name="connsiteX53" fmla="*/ 3797559 w 5542384"/>
                <a:gd name="connsiteY53" fmla="*/ 242596 h 609428"/>
                <a:gd name="connsiteX54" fmla="*/ 3937519 w 5542384"/>
                <a:gd name="connsiteY54" fmla="*/ 214604 h 609428"/>
                <a:gd name="connsiteX55" fmla="*/ 3965510 w 5542384"/>
                <a:gd name="connsiteY55" fmla="*/ 205273 h 609428"/>
                <a:gd name="connsiteX56" fmla="*/ 4058816 w 5542384"/>
                <a:gd name="connsiteY56" fmla="*/ 223934 h 609428"/>
                <a:gd name="connsiteX57" fmla="*/ 4105470 w 5542384"/>
                <a:gd name="connsiteY57" fmla="*/ 251926 h 609428"/>
                <a:gd name="connsiteX58" fmla="*/ 4133461 w 5542384"/>
                <a:gd name="connsiteY58" fmla="*/ 261257 h 609428"/>
                <a:gd name="connsiteX59" fmla="*/ 4161453 w 5542384"/>
                <a:gd name="connsiteY59" fmla="*/ 279918 h 609428"/>
                <a:gd name="connsiteX60" fmla="*/ 4236098 w 5542384"/>
                <a:gd name="connsiteY60" fmla="*/ 298579 h 609428"/>
                <a:gd name="connsiteX61" fmla="*/ 4348065 w 5542384"/>
                <a:gd name="connsiteY61" fmla="*/ 289249 h 609428"/>
                <a:gd name="connsiteX62" fmla="*/ 4394719 w 5542384"/>
                <a:gd name="connsiteY62" fmla="*/ 270587 h 609428"/>
                <a:gd name="connsiteX63" fmla="*/ 4422710 w 5542384"/>
                <a:gd name="connsiteY63" fmla="*/ 261257 h 609428"/>
                <a:gd name="connsiteX64" fmla="*/ 4488025 w 5542384"/>
                <a:gd name="connsiteY64" fmla="*/ 233265 h 609428"/>
                <a:gd name="connsiteX65" fmla="*/ 4525347 w 5542384"/>
                <a:gd name="connsiteY65" fmla="*/ 214604 h 609428"/>
                <a:gd name="connsiteX66" fmla="*/ 4572000 w 5542384"/>
                <a:gd name="connsiteY66" fmla="*/ 205273 h 609428"/>
                <a:gd name="connsiteX67" fmla="*/ 4599992 w 5542384"/>
                <a:gd name="connsiteY67" fmla="*/ 195943 h 609428"/>
                <a:gd name="connsiteX68" fmla="*/ 4842588 w 5542384"/>
                <a:gd name="connsiteY68" fmla="*/ 177281 h 609428"/>
                <a:gd name="connsiteX69" fmla="*/ 4879910 w 5542384"/>
                <a:gd name="connsiteY69" fmla="*/ 167951 h 609428"/>
                <a:gd name="connsiteX70" fmla="*/ 4926563 w 5542384"/>
                <a:gd name="connsiteY70" fmla="*/ 158620 h 609428"/>
                <a:gd name="connsiteX71" fmla="*/ 4945225 w 5542384"/>
                <a:gd name="connsiteY71" fmla="*/ 139959 h 609428"/>
                <a:gd name="connsiteX72" fmla="*/ 5001208 w 5542384"/>
                <a:gd name="connsiteY72" fmla="*/ 121298 h 609428"/>
                <a:gd name="connsiteX73" fmla="*/ 5029200 w 5542384"/>
                <a:gd name="connsiteY73" fmla="*/ 102636 h 609428"/>
                <a:gd name="connsiteX74" fmla="*/ 5113176 w 5542384"/>
                <a:gd name="connsiteY74" fmla="*/ 74645 h 609428"/>
                <a:gd name="connsiteX75" fmla="*/ 5141168 w 5542384"/>
                <a:gd name="connsiteY75" fmla="*/ 65314 h 609428"/>
                <a:gd name="connsiteX76" fmla="*/ 5169159 w 5542384"/>
                <a:gd name="connsiteY76" fmla="*/ 55983 h 609428"/>
                <a:gd name="connsiteX77" fmla="*/ 5327780 w 5542384"/>
                <a:gd name="connsiteY77" fmla="*/ 46653 h 609428"/>
                <a:gd name="connsiteX78" fmla="*/ 5467739 w 5542384"/>
                <a:gd name="connsiteY78" fmla="*/ 27992 h 609428"/>
                <a:gd name="connsiteX79" fmla="*/ 5533053 w 5542384"/>
                <a:gd name="connsiteY79" fmla="*/ 9330 h 609428"/>
                <a:gd name="connsiteX80" fmla="*/ 5542384 w 5542384"/>
                <a:gd name="connsiteY80" fmla="*/ 0 h 60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5542384" h="609428">
                  <a:moveTo>
                    <a:pt x="0" y="578498"/>
                  </a:moveTo>
                  <a:cubicBezTo>
                    <a:pt x="873" y="577451"/>
                    <a:pt x="58934" y="504342"/>
                    <a:pt x="74645" y="494522"/>
                  </a:cubicBezTo>
                  <a:cubicBezTo>
                    <a:pt x="88848" y="485645"/>
                    <a:pt x="106657" y="483995"/>
                    <a:pt x="121298" y="475861"/>
                  </a:cubicBezTo>
                  <a:cubicBezTo>
                    <a:pt x="134892" y="468309"/>
                    <a:pt x="145119" y="455585"/>
                    <a:pt x="158621" y="447869"/>
                  </a:cubicBezTo>
                  <a:cubicBezTo>
                    <a:pt x="167160" y="442989"/>
                    <a:pt x="177155" y="441240"/>
                    <a:pt x="186612" y="438538"/>
                  </a:cubicBezTo>
                  <a:cubicBezTo>
                    <a:pt x="226412" y="427167"/>
                    <a:pt x="227324" y="429491"/>
                    <a:pt x="270588" y="419877"/>
                  </a:cubicBezTo>
                  <a:cubicBezTo>
                    <a:pt x="283106" y="417095"/>
                    <a:pt x="295580" y="414070"/>
                    <a:pt x="307910" y="410547"/>
                  </a:cubicBezTo>
                  <a:cubicBezTo>
                    <a:pt x="317367" y="407845"/>
                    <a:pt x="326301" y="403350"/>
                    <a:pt x="335902" y="401216"/>
                  </a:cubicBezTo>
                  <a:cubicBezTo>
                    <a:pt x="354370" y="397112"/>
                    <a:pt x="373225" y="394995"/>
                    <a:pt x="391886" y="391885"/>
                  </a:cubicBezTo>
                  <a:cubicBezTo>
                    <a:pt x="438539" y="394995"/>
                    <a:pt x="485996" y="392046"/>
                    <a:pt x="531845" y="401216"/>
                  </a:cubicBezTo>
                  <a:cubicBezTo>
                    <a:pt x="566568" y="408161"/>
                    <a:pt x="591884" y="445585"/>
                    <a:pt x="615821" y="466530"/>
                  </a:cubicBezTo>
                  <a:cubicBezTo>
                    <a:pt x="657803" y="503264"/>
                    <a:pt x="645019" y="487213"/>
                    <a:pt x="690465" y="513183"/>
                  </a:cubicBezTo>
                  <a:cubicBezTo>
                    <a:pt x="700202" y="518747"/>
                    <a:pt x="708045" y="527680"/>
                    <a:pt x="718457" y="531845"/>
                  </a:cubicBezTo>
                  <a:cubicBezTo>
                    <a:pt x="739480" y="540254"/>
                    <a:pt x="762084" y="544000"/>
                    <a:pt x="783772" y="550506"/>
                  </a:cubicBezTo>
                  <a:cubicBezTo>
                    <a:pt x="793192" y="553332"/>
                    <a:pt x="802554" y="556383"/>
                    <a:pt x="811763" y="559836"/>
                  </a:cubicBezTo>
                  <a:cubicBezTo>
                    <a:pt x="835807" y="568853"/>
                    <a:pt x="868594" y="585468"/>
                    <a:pt x="895739" y="587828"/>
                  </a:cubicBezTo>
                  <a:cubicBezTo>
                    <a:pt x="954692" y="592954"/>
                    <a:pt x="1013927" y="594049"/>
                    <a:pt x="1073021" y="597159"/>
                  </a:cubicBezTo>
                  <a:cubicBezTo>
                    <a:pt x="1172285" y="611340"/>
                    <a:pt x="1171335" y="615562"/>
                    <a:pt x="1306286" y="597159"/>
                  </a:cubicBezTo>
                  <a:cubicBezTo>
                    <a:pt x="1317200" y="595671"/>
                    <a:pt x="1361414" y="568325"/>
                    <a:pt x="1371600" y="559836"/>
                  </a:cubicBezTo>
                  <a:cubicBezTo>
                    <a:pt x="1381737" y="551389"/>
                    <a:pt x="1388613" y="539164"/>
                    <a:pt x="1399592" y="531845"/>
                  </a:cubicBezTo>
                  <a:cubicBezTo>
                    <a:pt x="1407776" y="526389"/>
                    <a:pt x="1418253" y="525624"/>
                    <a:pt x="1427584" y="522514"/>
                  </a:cubicBezTo>
                  <a:cubicBezTo>
                    <a:pt x="1446329" y="466275"/>
                    <a:pt x="1421022" y="520206"/>
                    <a:pt x="1474237" y="475861"/>
                  </a:cubicBezTo>
                  <a:cubicBezTo>
                    <a:pt x="1482852" y="468682"/>
                    <a:pt x="1485719" y="456484"/>
                    <a:pt x="1492898" y="447869"/>
                  </a:cubicBezTo>
                  <a:cubicBezTo>
                    <a:pt x="1519851" y="415526"/>
                    <a:pt x="1524517" y="419964"/>
                    <a:pt x="1558212" y="391885"/>
                  </a:cubicBezTo>
                  <a:cubicBezTo>
                    <a:pt x="1564970" y="386253"/>
                    <a:pt x="1569554" y="378104"/>
                    <a:pt x="1576874" y="373224"/>
                  </a:cubicBezTo>
                  <a:cubicBezTo>
                    <a:pt x="1607053" y="353105"/>
                    <a:pt x="1635771" y="328711"/>
                    <a:pt x="1670180" y="317241"/>
                  </a:cubicBezTo>
                  <a:cubicBezTo>
                    <a:pt x="1708810" y="304364"/>
                    <a:pt x="1689988" y="313366"/>
                    <a:pt x="1726163" y="289249"/>
                  </a:cubicBezTo>
                  <a:cubicBezTo>
                    <a:pt x="1825690" y="292359"/>
                    <a:pt x="1925512" y="290310"/>
                    <a:pt x="2024743" y="298579"/>
                  </a:cubicBezTo>
                  <a:cubicBezTo>
                    <a:pt x="2038604" y="299734"/>
                    <a:pt x="2049280" y="311762"/>
                    <a:pt x="2062065" y="317241"/>
                  </a:cubicBezTo>
                  <a:cubicBezTo>
                    <a:pt x="2071105" y="321115"/>
                    <a:pt x="2080726" y="323461"/>
                    <a:pt x="2090057" y="326571"/>
                  </a:cubicBezTo>
                  <a:cubicBezTo>
                    <a:pt x="2178924" y="415438"/>
                    <a:pt x="2073251" y="319566"/>
                    <a:pt x="2174033" y="382555"/>
                  </a:cubicBezTo>
                  <a:cubicBezTo>
                    <a:pt x="2247832" y="428679"/>
                    <a:pt x="2147511" y="399645"/>
                    <a:pt x="2248678" y="419877"/>
                  </a:cubicBezTo>
                  <a:cubicBezTo>
                    <a:pt x="2269151" y="433526"/>
                    <a:pt x="2290320" y="449309"/>
                    <a:pt x="2313992" y="457200"/>
                  </a:cubicBezTo>
                  <a:cubicBezTo>
                    <a:pt x="2329037" y="462215"/>
                    <a:pt x="2345094" y="463420"/>
                    <a:pt x="2360645" y="466530"/>
                  </a:cubicBezTo>
                  <a:cubicBezTo>
                    <a:pt x="2366865" y="472751"/>
                    <a:pt x="2371438" y="481258"/>
                    <a:pt x="2379306" y="485192"/>
                  </a:cubicBezTo>
                  <a:cubicBezTo>
                    <a:pt x="2435046" y="513062"/>
                    <a:pt x="2585649" y="476731"/>
                    <a:pt x="2593910" y="475861"/>
                  </a:cubicBezTo>
                  <a:cubicBezTo>
                    <a:pt x="2639797" y="460565"/>
                    <a:pt x="2648770" y="460508"/>
                    <a:pt x="2687216" y="438538"/>
                  </a:cubicBezTo>
                  <a:cubicBezTo>
                    <a:pt x="2696952" y="432974"/>
                    <a:pt x="2705178" y="424892"/>
                    <a:pt x="2715208" y="419877"/>
                  </a:cubicBezTo>
                  <a:cubicBezTo>
                    <a:pt x="2724005" y="415479"/>
                    <a:pt x="2733991" y="414000"/>
                    <a:pt x="2743200" y="410547"/>
                  </a:cubicBezTo>
                  <a:cubicBezTo>
                    <a:pt x="2758883" y="404666"/>
                    <a:pt x="2773845" y="396811"/>
                    <a:pt x="2789853" y="391885"/>
                  </a:cubicBezTo>
                  <a:cubicBezTo>
                    <a:pt x="2814366" y="384342"/>
                    <a:pt x="2840685" y="382749"/>
                    <a:pt x="2864498" y="373224"/>
                  </a:cubicBezTo>
                  <a:cubicBezTo>
                    <a:pt x="2925876" y="348673"/>
                    <a:pt x="2894727" y="357848"/>
                    <a:pt x="2957804" y="345232"/>
                  </a:cubicBezTo>
                  <a:cubicBezTo>
                    <a:pt x="2982686" y="348342"/>
                    <a:pt x="3008660" y="346633"/>
                    <a:pt x="3032449" y="354563"/>
                  </a:cubicBezTo>
                  <a:cubicBezTo>
                    <a:pt x="3047202" y="359481"/>
                    <a:pt x="3056339" y="374719"/>
                    <a:pt x="3069772" y="382555"/>
                  </a:cubicBezTo>
                  <a:cubicBezTo>
                    <a:pt x="3093801" y="396572"/>
                    <a:pt x="3121270" y="404446"/>
                    <a:pt x="3144416" y="419877"/>
                  </a:cubicBezTo>
                  <a:cubicBezTo>
                    <a:pt x="3153747" y="426097"/>
                    <a:pt x="3161481" y="436016"/>
                    <a:pt x="3172408" y="438538"/>
                  </a:cubicBezTo>
                  <a:cubicBezTo>
                    <a:pt x="3202865" y="445567"/>
                    <a:pt x="3234612" y="444759"/>
                    <a:pt x="3265714" y="447869"/>
                  </a:cubicBezTo>
                  <a:cubicBezTo>
                    <a:pt x="3337249" y="444759"/>
                    <a:pt x="3409154" y="446445"/>
                    <a:pt x="3480319" y="438538"/>
                  </a:cubicBezTo>
                  <a:cubicBezTo>
                    <a:pt x="3494143" y="437002"/>
                    <a:pt x="3504856" y="425356"/>
                    <a:pt x="3517641" y="419877"/>
                  </a:cubicBezTo>
                  <a:cubicBezTo>
                    <a:pt x="3526681" y="416003"/>
                    <a:pt x="3536593" y="414421"/>
                    <a:pt x="3545633" y="410547"/>
                  </a:cubicBezTo>
                  <a:cubicBezTo>
                    <a:pt x="3602019" y="386381"/>
                    <a:pt x="3564098" y="399994"/>
                    <a:pt x="3610947" y="373224"/>
                  </a:cubicBezTo>
                  <a:cubicBezTo>
                    <a:pt x="3623024" y="366323"/>
                    <a:pt x="3635829" y="360783"/>
                    <a:pt x="3648270" y="354563"/>
                  </a:cubicBezTo>
                  <a:cubicBezTo>
                    <a:pt x="3706766" y="296067"/>
                    <a:pt x="3674504" y="316078"/>
                    <a:pt x="3741576" y="289249"/>
                  </a:cubicBezTo>
                  <a:cubicBezTo>
                    <a:pt x="3758688" y="272137"/>
                    <a:pt x="3775376" y="253688"/>
                    <a:pt x="3797559" y="242596"/>
                  </a:cubicBezTo>
                  <a:cubicBezTo>
                    <a:pt x="3844821" y="218965"/>
                    <a:pt x="3884736" y="220468"/>
                    <a:pt x="3937519" y="214604"/>
                  </a:cubicBezTo>
                  <a:cubicBezTo>
                    <a:pt x="3946849" y="211494"/>
                    <a:pt x="3955704" y="204519"/>
                    <a:pt x="3965510" y="205273"/>
                  </a:cubicBezTo>
                  <a:cubicBezTo>
                    <a:pt x="3997135" y="207706"/>
                    <a:pt x="4028726" y="213904"/>
                    <a:pt x="4058816" y="223934"/>
                  </a:cubicBezTo>
                  <a:cubicBezTo>
                    <a:pt x="4076021" y="229669"/>
                    <a:pt x="4089249" y="243815"/>
                    <a:pt x="4105470" y="251926"/>
                  </a:cubicBezTo>
                  <a:cubicBezTo>
                    <a:pt x="4114267" y="256324"/>
                    <a:pt x="4124664" y="256859"/>
                    <a:pt x="4133461" y="261257"/>
                  </a:cubicBezTo>
                  <a:cubicBezTo>
                    <a:pt x="4143491" y="266272"/>
                    <a:pt x="4151423" y="274903"/>
                    <a:pt x="4161453" y="279918"/>
                  </a:cubicBezTo>
                  <a:cubicBezTo>
                    <a:pt x="4180583" y="289483"/>
                    <a:pt x="4218349" y="295029"/>
                    <a:pt x="4236098" y="298579"/>
                  </a:cubicBezTo>
                  <a:cubicBezTo>
                    <a:pt x="4273420" y="295469"/>
                    <a:pt x="4311183" y="295758"/>
                    <a:pt x="4348065" y="289249"/>
                  </a:cubicBezTo>
                  <a:cubicBezTo>
                    <a:pt x="4364559" y="286338"/>
                    <a:pt x="4379036" y="276468"/>
                    <a:pt x="4394719" y="270587"/>
                  </a:cubicBezTo>
                  <a:cubicBezTo>
                    <a:pt x="4403928" y="267134"/>
                    <a:pt x="4413380" y="264367"/>
                    <a:pt x="4422710" y="261257"/>
                  </a:cubicBezTo>
                  <a:cubicBezTo>
                    <a:pt x="4458719" y="225250"/>
                    <a:pt x="4421689" y="255377"/>
                    <a:pt x="4488025" y="233265"/>
                  </a:cubicBezTo>
                  <a:cubicBezTo>
                    <a:pt x="4501220" y="228867"/>
                    <a:pt x="4512152" y="219002"/>
                    <a:pt x="4525347" y="214604"/>
                  </a:cubicBezTo>
                  <a:cubicBezTo>
                    <a:pt x="4540392" y="209589"/>
                    <a:pt x="4556615" y="209119"/>
                    <a:pt x="4572000" y="205273"/>
                  </a:cubicBezTo>
                  <a:cubicBezTo>
                    <a:pt x="4581542" y="202888"/>
                    <a:pt x="4590243" y="197243"/>
                    <a:pt x="4599992" y="195943"/>
                  </a:cubicBezTo>
                  <a:cubicBezTo>
                    <a:pt x="4629895" y="191956"/>
                    <a:pt x="4820965" y="178826"/>
                    <a:pt x="4842588" y="177281"/>
                  </a:cubicBezTo>
                  <a:cubicBezTo>
                    <a:pt x="4855029" y="174171"/>
                    <a:pt x="4867392" y="170733"/>
                    <a:pt x="4879910" y="167951"/>
                  </a:cubicBezTo>
                  <a:cubicBezTo>
                    <a:pt x="4895391" y="164511"/>
                    <a:pt x="4911986" y="164867"/>
                    <a:pt x="4926563" y="158620"/>
                  </a:cubicBezTo>
                  <a:cubicBezTo>
                    <a:pt x="4934649" y="155155"/>
                    <a:pt x="4937357" y="143893"/>
                    <a:pt x="4945225" y="139959"/>
                  </a:cubicBezTo>
                  <a:cubicBezTo>
                    <a:pt x="4962819" y="131162"/>
                    <a:pt x="5001208" y="121298"/>
                    <a:pt x="5001208" y="121298"/>
                  </a:cubicBezTo>
                  <a:cubicBezTo>
                    <a:pt x="5010539" y="115077"/>
                    <a:pt x="5018952" y="107191"/>
                    <a:pt x="5029200" y="102636"/>
                  </a:cubicBezTo>
                  <a:cubicBezTo>
                    <a:pt x="5029215" y="102629"/>
                    <a:pt x="5099172" y="79313"/>
                    <a:pt x="5113176" y="74645"/>
                  </a:cubicBezTo>
                  <a:lnTo>
                    <a:pt x="5141168" y="65314"/>
                  </a:lnTo>
                  <a:cubicBezTo>
                    <a:pt x="5150498" y="62204"/>
                    <a:pt x="5159341" y="56560"/>
                    <a:pt x="5169159" y="55983"/>
                  </a:cubicBezTo>
                  <a:lnTo>
                    <a:pt x="5327780" y="46653"/>
                  </a:lnTo>
                  <a:cubicBezTo>
                    <a:pt x="5414095" y="25073"/>
                    <a:pt x="5310365" y="48975"/>
                    <a:pt x="5467739" y="27992"/>
                  </a:cubicBezTo>
                  <a:cubicBezTo>
                    <a:pt x="5475893" y="26905"/>
                    <a:pt x="5522585" y="14564"/>
                    <a:pt x="5533053" y="9330"/>
                  </a:cubicBezTo>
                  <a:cubicBezTo>
                    <a:pt x="5536987" y="7363"/>
                    <a:pt x="5539274" y="3110"/>
                    <a:pt x="5542384" y="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2789853" y="5029200"/>
              <a:ext cx="1324947" cy="802432"/>
            </a:xfrm>
            <a:custGeom>
              <a:avLst/>
              <a:gdLst>
                <a:gd name="connsiteX0" fmla="*/ 0 w 1324947"/>
                <a:gd name="connsiteY0" fmla="*/ 0 h 802432"/>
                <a:gd name="connsiteX1" fmla="*/ 46653 w 1324947"/>
                <a:gd name="connsiteY1" fmla="*/ 18661 h 802432"/>
                <a:gd name="connsiteX2" fmla="*/ 102637 w 1324947"/>
                <a:gd name="connsiteY2" fmla="*/ 65314 h 802432"/>
                <a:gd name="connsiteX3" fmla="*/ 111967 w 1324947"/>
                <a:gd name="connsiteY3" fmla="*/ 93306 h 802432"/>
                <a:gd name="connsiteX4" fmla="*/ 130629 w 1324947"/>
                <a:gd name="connsiteY4" fmla="*/ 121298 h 802432"/>
                <a:gd name="connsiteX5" fmla="*/ 139959 w 1324947"/>
                <a:gd name="connsiteY5" fmla="*/ 167951 h 802432"/>
                <a:gd name="connsiteX6" fmla="*/ 158620 w 1324947"/>
                <a:gd name="connsiteY6" fmla="*/ 233265 h 802432"/>
                <a:gd name="connsiteX7" fmla="*/ 214604 w 1324947"/>
                <a:gd name="connsiteY7" fmla="*/ 401216 h 802432"/>
                <a:gd name="connsiteX8" fmla="*/ 251926 w 1324947"/>
                <a:gd name="connsiteY8" fmla="*/ 410546 h 802432"/>
                <a:gd name="connsiteX9" fmla="*/ 401216 w 1324947"/>
                <a:gd name="connsiteY9" fmla="*/ 391885 h 802432"/>
                <a:gd name="connsiteX10" fmla="*/ 447869 w 1324947"/>
                <a:gd name="connsiteY10" fmla="*/ 373224 h 802432"/>
                <a:gd name="connsiteX11" fmla="*/ 643812 w 1324947"/>
                <a:gd name="connsiteY11" fmla="*/ 354563 h 802432"/>
                <a:gd name="connsiteX12" fmla="*/ 671804 w 1324947"/>
                <a:gd name="connsiteY12" fmla="*/ 363893 h 802432"/>
                <a:gd name="connsiteX13" fmla="*/ 699796 w 1324947"/>
                <a:gd name="connsiteY13" fmla="*/ 438538 h 802432"/>
                <a:gd name="connsiteX14" fmla="*/ 718457 w 1324947"/>
                <a:gd name="connsiteY14" fmla="*/ 457200 h 802432"/>
                <a:gd name="connsiteX15" fmla="*/ 727788 w 1324947"/>
                <a:gd name="connsiteY15" fmla="*/ 494522 h 802432"/>
                <a:gd name="connsiteX16" fmla="*/ 765110 w 1324947"/>
                <a:gd name="connsiteY16" fmla="*/ 550506 h 802432"/>
                <a:gd name="connsiteX17" fmla="*/ 793102 w 1324947"/>
                <a:gd name="connsiteY17" fmla="*/ 615820 h 802432"/>
                <a:gd name="connsiteX18" fmla="*/ 821094 w 1324947"/>
                <a:gd name="connsiteY18" fmla="*/ 625151 h 802432"/>
                <a:gd name="connsiteX19" fmla="*/ 849086 w 1324947"/>
                <a:gd name="connsiteY19" fmla="*/ 643812 h 802432"/>
                <a:gd name="connsiteX20" fmla="*/ 923731 w 1324947"/>
                <a:gd name="connsiteY20" fmla="*/ 662473 h 802432"/>
                <a:gd name="connsiteX21" fmla="*/ 1045029 w 1324947"/>
                <a:gd name="connsiteY21" fmla="*/ 643812 h 802432"/>
                <a:gd name="connsiteX22" fmla="*/ 1082351 w 1324947"/>
                <a:gd name="connsiteY22" fmla="*/ 615820 h 802432"/>
                <a:gd name="connsiteX23" fmla="*/ 1147665 w 1324947"/>
                <a:gd name="connsiteY23" fmla="*/ 662473 h 802432"/>
                <a:gd name="connsiteX24" fmla="*/ 1184988 w 1324947"/>
                <a:gd name="connsiteY24" fmla="*/ 690465 h 802432"/>
                <a:gd name="connsiteX25" fmla="*/ 1240971 w 1324947"/>
                <a:gd name="connsiteY25" fmla="*/ 709126 h 802432"/>
                <a:gd name="connsiteX26" fmla="*/ 1278294 w 1324947"/>
                <a:gd name="connsiteY26" fmla="*/ 746449 h 802432"/>
                <a:gd name="connsiteX27" fmla="*/ 1287624 w 1324947"/>
                <a:gd name="connsiteY27" fmla="*/ 774440 h 802432"/>
                <a:gd name="connsiteX28" fmla="*/ 1324947 w 1324947"/>
                <a:gd name="connsiteY28" fmla="*/ 802432 h 802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24947" h="802432">
                  <a:moveTo>
                    <a:pt x="0" y="0"/>
                  </a:moveTo>
                  <a:cubicBezTo>
                    <a:pt x="15551" y="6220"/>
                    <a:pt x="31672" y="11171"/>
                    <a:pt x="46653" y="18661"/>
                  </a:cubicBezTo>
                  <a:cubicBezTo>
                    <a:pt x="72635" y="31652"/>
                    <a:pt x="82001" y="44678"/>
                    <a:pt x="102637" y="65314"/>
                  </a:cubicBezTo>
                  <a:cubicBezTo>
                    <a:pt x="105747" y="74645"/>
                    <a:pt x="107569" y="84509"/>
                    <a:pt x="111967" y="93306"/>
                  </a:cubicBezTo>
                  <a:cubicBezTo>
                    <a:pt x="116982" y="103336"/>
                    <a:pt x="126691" y="110798"/>
                    <a:pt x="130629" y="121298"/>
                  </a:cubicBezTo>
                  <a:cubicBezTo>
                    <a:pt x="136197" y="136147"/>
                    <a:pt x="136519" y="152470"/>
                    <a:pt x="139959" y="167951"/>
                  </a:cubicBezTo>
                  <a:cubicBezTo>
                    <a:pt x="147768" y="203090"/>
                    <a:pt x="148232" y="202100"/>
                    <a:pt x="158620" y="233265"/>
                  </a:cubicBezTo>
                  <a:cubicBezTo>
                    <a:pt x="174149" y="357495"/>
                    <a:pt x="133773" y="370905"/>
                    <a:pt x="214604" y="401216"/>
                  </a:cubicBezTo>
                  <a:cubicBezTo>
                    <a:pt x="226611" y="405719"/>
                    <a:pt x="239485" y="407436"/>
                    <a:pt x="251926" y="410546"/>
                  </a:cubicBezTo>
                  <a:cubicBezTo>
                    <a:pt x="287134" y="407345"/>
                    <a:pt x="359296" y="404461"/>
                    <a:pt x="401216" y="391885"/>
                  </a:cubicBezTo>
                  <a:cubicBezTo>
                    <a:pt x="417259" y="387072"/>
                    <a:pt x="431492" y="376733"/>
                    <a:pt x="447869" y="373224"/>
                  </a:cubicBezTo>
                  <a:cubicBezTo>
                    <a:pt x="473585" y="367713"/>
                    <a:pt x="630747" y="355652"/>
                    <a:pt x="643812" y="354563"/>
                  </a:cubicBezTo>
                  <a:cubicBezTo>
                    <a:pt x="653143" y="357673"/>
                    <a:pt x="664124" y="357749"/>
                    <a:pt x="671804" y="363893"/>
                  </a:cubicBezTo>
                  <a:cubicBezTo>
                    <a:pt x="700904" y="387173"/>
                    <a:pt x="685943" y="406214"/>
                    <a:pt x="699796" y="438538"/>
                  </a:cubicBezTo>
                  <a:cubicBezTo>
                    <a:pt x="703261" y="446624"/>
                    <a:pt x="712237" y="450979"/>
                    <a:pt x="718457" y="457200"/>
                  </a:cubicBezTo>
                  <a:cubicBezTo>
                    <a:pt x="721567" y="469641"/>
                    <a:pt x="722053" y="483052"/>
                    <a:pt x="727788" y="494522"/>
                  </a:cubicBezTo>
                  <a:cubicBezTo>
                    <a:pt x="737818" y="514582"/>
                    <a:pt x="758017" y="529229"/>
                    <a:pt x="765110" y="550506"/>
                  </a:cubicBezTo>
                  <a:cubicBezTo>
                    <a:pt x="770686" y="567234"/>
                    <a:pt x="781573" y="604291"/>
                    <a:pt x="793102" y="615820"/>
                  </a:cubicBezTo>
                  <a:cubicBezTo>
                    <a:pt x="800057" y="622775"/>
                    <a:pt x="812297" y="620752"/>
                    <a:pt x="821094" y="625151"/>
                  </a:cubicBezTo>
                  <a:cubicBezTo>
                    <a:pt x="831124" y="630166"/>
                    <a:pt x="838547" y="639980"/>
                    <a:pt x="849086" y="643812"/>
                  </a:cubicBezTo>
                  <a:cubicBezTo>
                    <a:pt x="873189" y="652577"/>
                    <a:pt x="923731" y="662473"/>
                    <a:pt x="923731" y="662473"/>
                  </a:cubicBezTo>
                  <a:cubicBezTo>
                    <a:pt x="934289" y="661417"/>
                    <a:pt x="1016500" y="660114"/>
                    <a:pt x="1045029" y="643812"/>
                  </a:cubicBezTo>
                  <a:cubicBezTo>
                    <a:pt x="1058531" y="636097"/>
                    <a:pt x="1069910" y="625151"/>
                    <a:pt x="1082351" y="615820"/>
                  </a:cubicBezTo>
                  <a:cubicBezTo>
                    <a:pt x="1135713" y="669182"/>
                    <a:pt x="1082166" y="621536"/>
                    <a:pt x="1147665" y="662473"/>
                  </a:cubicBezTo>
                  <a:cubicBezTo>
                    <a:pt x="1160852" y="670715"/>
                    <a:pt x="1171079" y="683510"/>
                    <a:pt x="1184988" y="690465"/>
                  </a:cubicBezTo>
                  <a:cubicBezTo>
                    <a:pt x="1202582" y="699262"/>
                    <a:pt x="1240971" y="709126"/>
                    <a:pt x="1240971" y="709126"/>
                  </a:cubicBezTo>
                  <a:cubicBezTo>
                    <a:pt x="1265854" y="783771"/>
                    <a:pt x="1228530" y="696685"/>
                    <a:pt x="1278294" y="746449"/>
                  </a:cubicBezTo>
                  <a:cubicBezTo>
                    <a:pt x="1285248" y="753403"/>
                    <a:pt x="1282564" y="766007"/>
                    <a:pt x="1287624" y="774440"/>
                  </a:cubicBezTo>
                  <a:cubicBezTo>
                    <a:pt x="1297730" y="791283"/>
                    <a:pt x="1309068" y="794493"/>
                    <a:pt x="1324947" y="802432"/>
                  </a:cubicBezTo>
                </a:path>
              </a:pathLst>
            </a:custGeom>
            <a:noFill/>
            <a:ln>
              <a:solidFill>
                <a:srgbClr val="00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1" name="Freeform 10"/>
            <p:cNvSpPr/>
            <p:nvPr/>
          </p:nvSpPr>
          <p:spPr>
            <a:xfrm>
              <a:off x="3582955" y="3909484"/>
              <a:ext cx="1520890" cy="1017079"/>
            </a:xfrm>
            <a:custGeom>
              <a:avLst/>
              <a:gdLst>
                <a:gd name="connsiteX0" fmla="*/ 0 w 1520890"/>
                <a:gd name="connsiteY0" fmla="*/ 1017079 h 1017079"/>
                <a:gd name="connsiteX1" fmla="*/ 65314 w 1520890"/>
                <a:gd name="connsiteY1" fmla="*/ 933104 h 1017079"/>
                <a:gd name="connsiteX2" fmla="*/ 111967 w 1520890"/>
                <a:gd name="connsiteY2" fmla="*/ 867789 h 1017079"/>
                <a:gd name="connsiteX3" fmla="*/ 130629 w 1520890"/>
                <a:gd name="connsiteY3" fmla="*/ 849128 h 1017079"/>
                <a:gd name="connsiteX4" fmla="*/ 149290 w 1520890"/>
                <a:gd name="connsiteY4" fmla="*/ 811806 h 1017079"/>
                <a:gd name="connsiteX5" fmla="*/ 177282 w 1520890"/>
                <a:gd name="connsiteY5" fmla="*/ 793145 h 1017079"/>
                <a:gd name="connsiteX6" fmla="*/ 195943 w 1520890"/>
                <a:gd name="connsiteY6" fmla="*/ 774483 h 1017079"/>
                <a:gd name="connsiteX7" fmla="*/ 223935 w 1520890"/>
                <a:gd name="connsiteY7" fmla="*/ 755822 h 1017079"/>
                <a:gd name="connsiteX8" fmla="*/ 251927 w 1520890"/>
                <a:gd name="connsiteY8" fmla="*/ 727830 h 1017079"/>
                <a:gd name="connsiteX9" fmla="*/ 279918 w 1520890"/>
                <a:gd name="connsiteY9" fmla="*/ 709169 h 1017079"/>
                <a:gd name="connsiteX10" fmla="*/ 335902 w 1520890"/>
                <a:gd name="connsiteY10" fmla="*/ 690508 h 1017079"/>
                <a:gd name="connsiteX11" fmla="*/ 457200 w 1520890"/>
                <a:gd name="connsiteY11" fmla="*/ 709169 h 1017079"/>
                <a:gd name="connsiteX12" fmla="*/ 550506 w 1520890"/>
                <a:gd name="connsiteY12" fmla="*/ 718500 h 1017079"/>
                <a:gd name="connsiteX13" fmla="*/ 606490 w 1520890"/>
                <a:gd name="connsiteY13" fmla="*/ 737161 h 1017079"/>
                <a:gd name="connsiteX14" fmla="*/ 634482 w 1520890"/>
                <a:gd name="connsiteY14" fmla="*/ 746492 h 1017079"/>
                <a:gd name="connsiteX15" fmla="*/ 699796 w 1520890"/>
                <a:gd name="connsiteY15" fmla="*/ 793145 h 1017079"/>
                <a:gd name="connsiteX16" fmla="*/ 737118 w 1520890"/>
                <a:gd name="connsiteY16" fmla="*/ 802475 h 1017079"/>
                <a:gd name="connsiteX17" fmla="*/ 839755 w 1520890"/>
                <a:gd name="connsiteY17" fmla="*/ 793145 h 1017079"/>
                <a:gd name="connsiteX18" fmla="*/ 923731 w 1520890"/>
                <a:gd name="connsiteY18" fmla="*/ 727830 h 1017079"/>
                <a:gd name="connsiteX19" fmla="*/ 961053 w 1520890"/>
                <a:gd name="connsiteY19" fmla="*/ 699838 h 1017079"/>
                <a:gd name="connsiteX20" fmla="*/ 989045 w 1520890"/>
                <a:gd name="connsiteY20" fmla="*/ 681177 h 1017079"/>
                <a:gd name="connsiteX21" fmla="*/ 1045029 w 1520890"/>
                <a:gd name="connsiteY21" fmla="*/ 625194 h 1017079"/>
                <a:gd name="connsiteX22" fmla="*/ 1082351 w 1520890"/>
                <a:gd name="connsiteY22" fmla="*/ 578540 h 1017079"/>
                <a:gd name="connsiteX23" fmla="*/ 1138335 w 1520890"/>
                <a:gd name="connsiteY23" fmla="*/ 522557 h 1017079"/>
                <a:gd name="connsiteX24" fmla="*/ 1156996 w 1520890"/>
                <a:gd name="connsiteY24" fmla="*/ 494565 h 1017079"/>
                <a:gd name="connsiteX25" fmla="*/ 1184988 w 1520890"/>
                <a:gd name="connsiteY25" fmla="*/ 475904 h 1017079"/>
                <a:gd name="connsiteX26" fmla="*/ 1194318 w 1520890"/>
                <a:gd name="connsiteY26" fmla="*/ 447912 h 1017079"/>
                <a:gd name="connsiteX27" fmla="*/ 1212980 w 1520890"/>
                <a:gd name="connsiteY27" fmla="*/ 429251 h 1017079"/>
                <a:gd name="connsiteX28" fmla="*/ 1231641 w 1520890"/>
                <a:gd name="connsiteY28" fmla="*/ 391928 h 1017079"/>
                <a:gd name="connsiteX29" fmla="*/ 1240972 w 1520890"/>
                <a:gd name="connsiteY29" fmla="*/ 363936 h 1017079"/>
                <a:gd name="connsiteX30" fmla="*/ 1259633 w 1520890"/>
                <a:gd name="connsiteY30" fmla="*/ 326614 h 1017079"/>
                <a:gd name="connsiteX31" fmla="*/ 1278294 w 1520890"/>
                <a:gd name="connsiteY31" fmla="*/ 270630 h 1017079"/>
                <a:gd name="connsiteX32" fmla="*/ 1287625 w 1520890"/>
                <a:gd name="connsiteY32" fmla="*/ 177324 h 1017079"/>
                <a:gd name="connsiteX33" fmla="*/ 1296955 w 1520890"/>
                <a:gd name="connsiteY33" fmla="*/ 56026 h 1017079"/>
                <a:gd name="connsiteX34" fmla="*/ 1352939 w 1520890"/>
                <a:gd name="connsiteY34" fmla="*/ 37365 h 1017079"/>
                <a:gd name="connsiteX35" fmla="*/ 1455576 w 1520890"/>
                <a:gd name="connsiteY35" fmla="*/ 9373 h 1017079"/>
                <a:gd name="connsiteX36" fmla="*/ 1520890 w 1520890"/>
                <a:gd name="connsiteY36" fmla="*/ 43 h 1017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520890" h="1017079">
                  <a:moveTo>
                    <a:pt x="0" y="1017079"/>
                  </a:moveTo>
                  <a:cubicBezTo>
                    <a:pt x="21771" y="989087"/>
                    <a:pt x="45643" y="962610"/>
                    <a:pt x="65314" y="933104"/>
                  </a:cubicBezTo>
                  <a:cubicBezTo>
                    <a:pt x="81468" y="908873"/>
                    <a:pt x="92688" y="890924"/>
                    <a:pt x="111967" y="867789"/>
                  </a:cubicBezTo>
                  <a:cubicBezTo>
                    <a:pt x="117599" y="861031"/>
                    <a:pt x="124408" y="855348"/>
                    <a:pt x="130629" y="849128"/>
                  </a:cubicBezTo>
                  <a:cubicBezTo>
                    <a:pt x="136849" y="836687"/>
                    <a:pt x="140386" y="822491"/>
                    <a:pt x="149290" y="811806"/>
                  </a:cubicBezTo>
                  <a:cubicBezTo>
                    <a:pt x="156469" y="803191"/>
                    <a:pt x="168525" y="800150"/>
                    <a:pt x="177282" y="793145"/>
                  </a:cubicBezTo>
                  <a:cubicBezTo>
                    <a:pt x="184151" y="787649"/>
                    <a:pt x="189074" y="779979"/>
                    <a:pt x="195943" y="774483"/>
                  </a:cubicBezTo>
                  <a:cubicBezTo>
                    <a:pt x="204700" y="767478"/>
                    <a:pt x="215320" y="763001"/>
                    <a:pt x="223935" y="755822"/>
                  </a:cubicBezTo>
                  <a:cubicBezTo>
                    <a:pt x="234072" y="747374"/>
                    <a:pt x="241790" y="736278"/>
                    <a:pt x="251927" y="727830"/>
                  </a:cubicBezTo>
                  <a:cubicBezTo>
                    <a:pt x="260542" y="720651"/>
                    <a:pt x="269671" y="713723"/>
                    <a:pt x="279918" y="709169"/>
                  </a:cubicBezTo>
                  <a:cubicBezTo>
                    <a:pt x="297893" y="701180"/>
                    <a:pt x="335902" y="690508"/>
                    <a:pt x="335902" y="690508"/>
                  </a:cubicBezTo>
                  <a:cubicBezTo>
                    <a:pt x="376335" y="696728"/>
                    <a:pt x="416635" y="703878"/>
                    <a:pt x="457200" y="709169"/>
                  </a:cubicBezTo>
                  <a:cubicBezTo>
                    <a:pt x="488195" y="713212"/>
                    <a:pt x="519784" y="712740"/>
                    <a:pt x="550506" y="718500"/>
                  </a:cubicBezTo>
                  <a:cubicBezTo>
                    <a:pt x="569840" y="722125"/>
                    <a:pt x="587829" y="730941"/>
                    <a:pt x="606490" y="737161"/>
                  </a:cubicBezTo>
                  <a:lnTo>
                    <a:pt x="634482" y="746492"/>
                  </a:lnTo>
                  <a:cubicBezTo>
                    <a:pt x="638726" y="749675"/>
                    <a:pt x="689188" y="788599"/>
                    <a:pt x="699796" y="793145"/>
                  </a:cubicBezTo>
                  <a:cubicBezTo>
                    <a:pt x="711583" y="798196"/>
                    <a:pt x="724677" y="799365"/>
                    <a:pt x="737118" y="802475"/>
                  </a:cubicBezTo>
                  <a:cubicBezTo>
                    <a:pt x="771330" y="799365"/>
                    <a:pt x="807859" y="805904"/>
                    <a:pt x="839755" y="793145"/>
                  </a:cubicBezTo>
                  <a:cubicBezTo>
                    <a:pt x="872681" y="779975"/>
                    <a:pt x="895623" y="749452"/>
                    <a:pt x="923731" y="727830"/>
                  </a:cubicBezTo>
                  <a:cubicBezTo>
                    <a:pt x="936057" y="718348"/>
                    <a:pt x="948114" y="708464"/>
                    <a:pt x="961053" y="699838"/>
                  </a:cubicBezTo>
                  <a:cubicBezTo>
                    <a:pt x="970384" y="693618"/>
                    <a:pt x="981115" y="689106"/>
                    <a:pt x="989045" y="681177"/>
                  </a:cubicBezTo>
                  <a:cubicBezTo>
                    <a:pt x="1058486" y="611737"/>
                    <a:pt x="979060" y="669172"/>
                    <a:pt x="1045029" y="625194"/>
                  </a:cubicBezTo>
                  <a:cubicBezTo>
                    <a:pt x="1091160" y="555996"/>
                    <a:pt x="1038039" y="631715"/>
                    <a:pt x="1082351" y="578540"/>
                  </a:cubicBezTo>
                  <a:cubicBezTo>
                    <a:pt x="1125749" y="526462"/>
                    <a:pt x="1091146" y="554016"/>
                    <a:pt x="1138335" y="522557"/>
                  </a:cubicBezTo>
                  <a:cubicBezTo>
                    <a:pt x="1144555" y="513226"/>
                    <a:pt x="1149067" y="502494"/>
                    <a:pt x="1156996" y="494565"/>
                  </a:cubicBezTo>
                  <a:cubicBezTo>
                    <a:pt x="1164925" y="486636"/>
                    <a:pt x="1177983" y="484661"/>
                    <a:pt x="1184988" y="475904"/>
                  </a:cubicBezTo>
                  <a:cubicBezTo>
                    <a:pt x="1191132" y="468224"/>
                    <a:pt x="1189258" y="456346"/>
                    <a:pt x="1194318" y="447912"/>
                  </a:cubicBezTo>
                  <a:cubicBezTo>
                    <a:pt x="1198844" y="440369"/>
                    <a:pt x="1206759" y="435471"/>
                    <a:pt x="1212980" y="429251"/>
                  </a:cubicBezTo>
                  <a:cubicBezTo>
                    <a:pt x="1219200" y="416810"/>
                    <a:pt x="1226162" y="404713"/>
                    <a:pt x="1231641" y="391928"/>
                  </a:cubicBezTo>
                  <a:cubicBezTo>
                    <a:pt x="1235515" y="382888"/>
                    <a:pt x="1237098" y="372976"/>
                    <a:pt x="1240972" y="363936"/>
                  </a:cubicBezTo>
                  <a:cubicBezTo>
                    <a:pt x="1246451" y="351152"/>
                    <a:pt x="1254467" y="339528"/>
                    <a:pt x="1259633" y="326614"/>
                  </a:cubicBezTo>
                  <a:cubicBezTo>
                    <a:pt x="1266938" y="308350"/>
                    <a:pt x="1278294" y="270630"/>
                    <a:pt x="1278294" y="270630"/>
                  </a:cubicBezTo>
                  <a:cubicBezTo>
                    <a:pt x="1281404" y="239528"/>
                    <a:pt x="1284917" y="208464"/>
                    <a:pt x="1287625" y="177324"/>
                  </a:cubicBezTo>
                  <a:cubicBezTo>
                    <a:pt x="1291138" y="136924"/>
                    <a:pt x="1279806" y="92774"/>
                    <a:pt x="1296955" y="56026"/>
                  </a:cubicBezTo>
                  <a:cubicBezTo>
                    <a:pt x="1305273" y="38201"/>
                    <a:pt x="1334278" y="43585"/>
                    <a:pt x="1352939" y="37365"/>
                  </a:cubicBezTo>
                  <a:cubicBezTo>
                    <a:pt x="1393159" y="23958"/>
                    <a:pt x="1402950" y="19898"/>
                    <a:pt x="1455576" y="9373"/>
                  </a:cubicBezTo>
                  <a:cubicBezTo>
                    <a:pt x="1508329" y="-1177"/>
                    <a:pt x="1486370" y="43"/>
                    <a:pt x="1520890" y="43"/>
                  </a:cubicBezTo>
                </a:path>
              </a:pathLst>
            </a:custGeom>
            <a:noFill/>
            <a:ln>
              <a:solidFill>
                <a:srgbClr val="00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5439747" y="4767943"/>
              <a:ext cx="783771" cy="867747"/>
            </a:xfrm>
            <a:custGeom>
              <a:avLst/>
              <a:gdLst>
                <a:gd name="connsiteX0" fmla="*/ 0 w 783771"/>
                <a:gd name="connsiteY0" fmla="*/ 0 h 867747"/>
                <a:gd name="connsiteX1" fmla="*/ 18661 w 783771"/>
                <a:gd name="connsiteY1" fmla="*/ 195943 h 867747"/>
                <a:gd name="connsiteX2" fmla="*/ 27992 w 783771"/>
                <a:gd name="connsiteY2" fmla="*/ 279918 h 867747"/>
                <a:gd name="connsiteX3" fmla="*/ 37322 w 783771"/>
                <a:gd name="connsiteY3" fmla="*/ 307910 h 867747"/>
                <a:gd name="connsiteX4" fmla="*/ 65314 w 783771"/>
                <a:gd name="connsiteY4" fmla="*/ 317241 h 867747"/>
                <a:gd name="connsiteX5" fmla="*/ 251926 w 783771"/>
                <a:gd name="connsiteY5" fmla="*/ 307910 h 867747"/>
                <a:gd name="connsiteX6" fmla="*/ 270588 w 783771"/>
                <a:gd name="connsiteY6" fmla="*/ 335902 h 867747"/>
                <a:gd name="connsiteX7" fmla="*/ 289249 w 783771"/>
                <a:gd name="connsiteY7" fmla="*/ 485192 h 867747"/>
                <a:gd name="connsiteX8" fmla="*/ 298580 w 783771"/>
                <a:gd name="connsiteY8" fmla="*/ 513184 h 867747"/>
                <a:gd name="connsiteX9" fmla="*/ 335902 w 783771"/>
                <a:gd name="connsiteY9" fmla="*/ 569167 h 867747"/>
                <a:gd name="connsiteX10" fmla="*/ 391886 w 783771"/>
                <a:gd name="connsiteY10" fmla="*/ 587828 h 867747"/>
                <a:gd name="connsiteX11" fmla="*/ 429208 w 783771"/>
                <a:gd name="connsiteY11" fmla="*/ 606490 h 867747"/>
                <a:gd name="connsiteX12" fmla="*/ 494522 w 783771"/>
                <a:gd name="connsiteY12" fmla="*/ 625151 h 867747"/>
                <a:gd name="connsiteX13" fmla="*/ 522514 w 783771"/>
                <a:gd name="connsiteY13" fmla="*/ 643812 h 867747"/>
                <a:gd name="connsiteX14" fmla="*/ 541175 w 783771"/>
                <a:gd name="connsiteY14" fmla="*/ 681135 h 867747"/>
                <a:gd name="connsiteX15" fmla="*/ 550506 w 783771"/>
                <a:gd name="connsiteY15" fmla="*/ 709126 h 867747"/>
                <a:gd name="connsiteX16" fmla="*/ 587829 w 783771"/>
                <a:gd name="connsiteY16" fmla="*/ 746449 h 867747"/>
                <a:gd name="connsiteX17" fmla="*/ 653143 w 783771"/>
                <a:gd name="connsiteY17" fmla="*/ 821094 h 867747"/>
                <a:gd name="connsiteX18" fmla="*/ 718457 w 783771"/>
                <a:gd name="connsiteY18" fmla="*/ 858416 h 867747"/>
                <a:gd name="connsiteX19" fmla="*/ 783771 w 783771"/>
                <a:gd name="connsiteY19" fmla="*/ 867747 h 867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3771" h="867747">
                  <a:moveTo>
                    <a:pt x="0" y="0"/>
                  </a:moveTo>
                  <a:cubicBezTo>
                    <a:pt x="18999" y="284977"/>
                    <a:pt x="-1758" y="42799"/>
                    <a:pt x="18661" y="195943"/>
                  </a:cubicBezTo>
                  <a:cubicBezTo>
                    <a:pt x="22383" y="223860"/>
                    <a:pt x="23362" y="252137"/>
                    <a:pt x="27992" y="279918"/>
                  </a:cubicBezTo>
                  <a:cubicBezTo>
                    <a:pt x="29609" y="289619"/>
                    <a:pt x="30367" y="300955"/>
                    <a:pt x="37322" y="307910"/>
                  </a:cubicBezTo>
                  <a:cubicBezTo>
                    <a:pt x="44277" y="314865"/>
                    <a:pt x="55983" y="314131"/>
                    <a:pt x="65314" y="317241"/>
                  </a:cubicBezTo>
                  <a:cubicBezTo>
                    <a:pt x="176292" y="289495"/>
                    <a:pt x="114400" y="296449"/>
                    <a:pt x="251926" y="307910"/>
                  </a:cubicBezTo>
                  <a:cubicBezTo>
                    <a:pt x="258147" y="317241"/>
                    <a:pt x="266650" y="325402"/>
                    <a:pt x="270588" y="335902"/>
                  </a:cubicBezTo>
                  <a:cubicBezTo>
                    <a:pt x="282590" y="367907"/>
                    <a:pt x="287288" y="471463"/>
                    <a:pt x="289249" y="485192"/>
                  </a:cubicBezTo>
                  <a:cubicBezTo>
                    <a:pt x="290640" y="494929"/>
                    <a:pt x="293803" y="504586"/>
                    <a:pt x="298580" y="513184"/>
                  </a:cubicBezTo>
                  <a:cubicBezTo>
                    <a:pt x="309472" y="532789"/>
                    <a:pt x="314625" y="562075"/>
                    <a:pt x="335902" y="569167"/>
                  </a:cubicBezTo>
                  <a:cubicBezTo>
                    <a:pt x="354563" y="575387"/>
                    <a:pt x="374292" y="579031"/>
                    <a:pt x="391886" y="587828"/>
                  </a:cubicBezTo>
                  <a:cubicBezTo>
                    <a:pt x="404327" y="594049"/>
                    <a:pt x="416184" y="601606"/>
                    <a:pt x="429208" y="606490"/>
                  </a:cubicBezTo>
                  <a:cubicBezTo>
                    <a:pt x="453140" y="615465"/>
                    <a:pt x="471953" y="613866"/>
                    <a:pt x="494522" y="625151"/>
                  </a:cubicBezTo>
                  <a:cubicBezTo>
                    <a:pt x="504552" y="630166"/>
                    <a:pt x="513183" y="637592"/>
                    <a:pt x="522514" y="643812"/>
                  </a:cubicBezTo>
                  <a:cubicBezTo>
                    <a:pt x="528734" y="656253"/>
                    <a:pt x="535696" y="668350"/>
                    <a:pt x="541175" y="681135"/>
                  </a:cubicBezTo>
                  <a:cubicBezTo>
                    <a:pt x="545049" y="690175"/>
                    <a:pt x="544789" y="701123"/>
                    <a:pt x="550506" y="709126"/>
                  </a:cubicBezTo>
                  <a:cubicBezTo>
                    <a:pt x="560733" y="723443"/>
                    <a:pt x="578070" y="731810"/>
                    <a:pt x="587829" y="746449"/>
                  </a:cubicBezTo>
                  <a:cubicBezTo>
                    <a:pt x="631371" y="811764"/>
                    <a:pt x="606490" y="789992"/>
                    <a:pt x="653143" y="821094"/>
                  </a:cubicBezTo>
                  <a:cubicBezTo>
                    <a:pt x="679582" y="860753"/>
                    <a:pt x="662248" y="849048"/>
                    <a:pt x="718457" y="858416"/>
                  </a:cubicBezTo>
                  <a:cubicBezTo>
                    <a:pt x="740150" y="862031"/>
                    <a:pt x="783771" y="867747"/>
                    <a:pt x="783771" y="867747"/>
                  </a:cubicBezTo>
                </a:path>
              </a:pathLst>
            </a:custGeom>
            <a:noFill/>
            <a:ln>
              <a:solidFill>
                <a:srgbClr val="00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6298279" y="3895703"/>
                  <a:ext cx="2804935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𝑐𝑙𝑜𝑠𝑢𝑟𝑒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𝑃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𝑃</m:t>
                        </m:r>
                      </m:oMath>
                    </m:oMathPara>
                  </a14:m>
                  <a:endParaRPr lang="en-US" sz="2400" b="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8279" y="3895703"/>
                  <a:ext cx="2804935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7105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3809406" y="5271211"/>
                  <a:ext cx="693460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9406" y="5271211"/>
                  <a:ext cx="693460" cy="461665"/>
                </a:xfrm>
                <a:prstGeom prst="rect">
                  <a:avLst/>
                </a:prstGeom>
                <a:blipFill>
                  <a:blip r:embed="rId5"/>
                  <a:stretch>
                    <a:fillRect t="-12000" r="-18421" b="-29333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4278751" y="3498193"/>
                  <a:ext cx="700576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8751" y="3498193"/>
                  <a:ext cx="700576" cy="461665"/>
                </a:xfrm>
                <a:prstGeom prst="rect">
                  <a:avLst/>
                </a:prstGeom>
                <a:blipFill>
                  <a:blip r:embed="rId6"/>
                  <a:stretch>
                    <a:fillRect t="-12000" r="-18261" b="-29333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5943278" y="5046514"/>
                  <a:ext cx="700576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bSup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278" y="5046514"/>
                  <a:ext cx="700576" cy="461665"/>
                </a:xfrm>
                <a:prstGeom prst="rect">
                  <a:avLst/>
                </a:prstGeom>
                <a:blipFill>
                  <a:blip r:embed="rId7"/>
                  <a:stretch>
                    <a:fillRect t="-12000" r="-19130" b="-29333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Freeform 17"/>
            <p:cNvSpPr/>
            <p:nvPr/>
          </p:nvSpPr>
          <p:spPr>
            <a:xfrm>
              <a:off x="4105469" y="5831633"/>
              <a:ext cx="653143" cy="382555"/>
            </a:xfrm>
            <a:custGeom>
              <a:avLst/>
              <a:gdLst>
                <a:gd name="connsiteX0" fmla="*/ 0 w 653143"/>
                <a:gd name="connsiteY0" fmla="*/ 0 h 382555"/>
                <a:gd name="connsiteX1" fmla="*/ 46653 w 653143"/>
                <a:gd name="connsiteY1" fmla="*/ 18661 h 382555"/>
                <a:gd name="connsiteX2" fmla="*/ 102637 w 653143"/>
                <a:gd name="connsiteY2" fmla="*/ 55983 h 382555"/>
                <a:gd name="connsiteX3" fmla="*/ 158621 w 653143"/>
                <a:gd name="connsiteY3" fmla="*/ 102636 h 382555"/>
                <a:gd name="connsiteX4" fmla="*/ 205274 w 653143"/>
                <a:gd name="connsiteY4" fmla="*/ 167951 h 382555"/>
                <a:gd name="connsiteX5" fmla="*/ 382555 w 653143"/>
                <a:gd name="connsiteY5" fmla="*/ 177281 h 382555"/>
                <a:gd name="connsiteX6" fmla="*/ 391886 w 653143"/>
                <a:gd name="connsiteY6" fmla="*/ 223934 h 382555"/>
                <a:gd name="connsiteX7" fmla="*/ 419878 w 653143"/>
                <a:gd name="connsiteY7" fmla="*/ 233265 h 382555"/>
                <a:gd name="connsiteX8" fmla="*/ 503853 w 653143"/>
                <a:gd name="connsiteY8" fmla="*/ 242596 h 382555"/>
                <a:gd name="connsiteX9" fmla="*/ 597160 w 653143"/>
                <a:gd name="connsiteY9" fmla="*/ 261257 h 382555"/>
                <a:gd name="connsiteX10" fmla="*/ 615821 w 653143"/>
                <a:gd name="connsiteY10" fmla="*/ 345232 h 382555"/>
                <a:gd name="connsiteX11" fmla="*/ 625151 w 653143"/>
                <a:gd name="connsiteY11" fmla="*/ 373224 h 382555"/>
                <a:gd name="connsiteX12" fmla="*/ 653143 w 653143"/>
                <a:gd name="connsiteY12" fmla="*/ 382555 h 38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3143" h="382555">
                  <a:moveTo>
                    <a:pt x="0" y="0"/>
                  </a:moveTo>
                  <a:cubicBezTo>
                    <a:pt x="15551" y="6220"/>
                    <a:pt x="33024" y="8926"/>
                    <a:pt x="46653" y="18661"/>
                  </a:cubicBezTo>
                  <a:cubicBezTo>
                    <a:pt x="116045" y="68226"/>
                    <a:pt x="4559" y="31465"/>
                    <a:pt x="102637" y="55983"/>
                  </a:cubicBezTo>
                  <a:cubicBezTo>
                    <a:pt x="124954" y="70862"/>
                    <a:pt x="142295" y="79780"/>
                    <a:pt x="158621" y="102636"/>
                  </a:cubicBezTo>
                  <a:cubicBezTo>
                    <a:pt x="168501" y="116468"/>
                    <a:pt x="181375" y="163606"/>
                    <a:pt x="205274" y="167951"/>
                  </a:cubicBezTo>
                  <a:cubicBezTo>
                    <a:pt x="263495" y="178537"/>
                    <a:pt x="323461" y="174171"/>
                    <a:pt x="382555" y="177281"/>
                  </a:cubicBezTo>
                  <a:cubicBezTo>
                    <a:pt x="385665" y="192832"/>
                    <a:pt x="383089" y="210739"/>
                    <a:pt x="391886" y="223934"/>
                  </a:cubicBezTo>
                  <a:cubicBezTo>
                    <a:pt x="397342" y="232118"/>
                    <a:pt x="410176" y="231648"/>
                    <a:pt x="419878" y="233265"/>
                  </a:cubicBezTo>
                  <a:cubicBezTo>
                    <a:pt x="447659" y="237895"/>
                    <a:pt x="476034" y="238203"/>
                    <a:pt x="503853" y="242596"/>
                  </a:cubicBezTo>
                  <a:cubicBezTo>
                    <a:pt x="535183" y="247543"/>
                    <a:pt x="597160" y="261257"/>
                    <a:pt x="597160" y="261257"/>
                  </a:cubicBezTo>
                  <a:cubicBezTo>
                    <a:pt x="603576" y="293340"/>
                    <a:pt x="607033" y="314474"/>
                    <a:pt x="615821" y="345232"/>
                  </a:cubicBezTo>
                  <a:cubicBezTo>
                    <a:pt x="618523" y="354689"/>
                    <a:pt x="618196" y="366269"/>
                    <a:pt x="625151" y="373224"/>
                  </a:cubicBezTo>
                  <a:cubicBezTo>
                    <a:pt x="632106" y="380179"/>
                    <a:pt x="653143" y="382555"/>
                    <a:pt x="653143" y="382555"/>
                  </a:cubicBezTo>
                </a:path>
              </a:pathLst>
            </a:custGeom>
            <a:noFill/>
            <a:ln>
              <a:solidFill>
                <a:srgbClr val="0099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6232849" y="5635690"/>
              <a:ext cx="653143" cy="382555"/>
            </a:xfrm>
            <a:custGeom>
              <a:avLst/>
              <a:gdLst>
                <a:gd name="connsiteX0" fmla="*/ 0 w 653143"/>
                <a:gd name="connsiteY0" fmla="*/ 0 h 382555"/>
                <a:gd name="connsiteX1" fmla="*/ 46653 w 653143"/>
                <a:gd name="connsiteY1" fmla="*/ 18661 h 382555"/>
                <a:gd name="connsiteX2" fmla="*/ 102637 w 653143"/>
                <a:gd name="connsiteY2" fmla="*/ 55983 h 382555"/>
                <a:gd name="connsiteX3" fmla="*/ 158621 w 653143"/>
                <a:gd name="connsiteY3" fmla="*/ 102636 h 382555"/>
                <a:gd name="connsiteX4" fmla="*/ 205274 w 653143"/>
                <a:gd name="connsiteY4" fmla="*/ 167951 h 382555"/>
                <a:gd name="connsiteX5" fmla="*/ 382555 w 653143"/>
                <a:gd name="connsiteY5" fmla="*/ 177281 h 382555"/>
                <a:gd name="connsiteX6" fmla="*/ 391886 w 653143"/>
                <a:gd name="connsiteY6" fmla="*/ 223934 h 382555"/>
                <a:gd name="connsiteX7" fmla="*/ 419878 w 653143"/>
                <a:gd name="connsiteY7" fmla="*/ 233265 h 382555"/>
                <a:gd name="connsiteX8" fmla="*/ 503853 w 653143"/>
                <a:gd name="connsiteY8" fmla="*/ 242596 h 382555"/>
                <a:gd name="connsiteX9" fmla="*/ 597160 w 653143"/>
                <a:gd name="connsiteY9" fmla="*/ 261257 h 382555"/>
                <a:gd name="connsiteX10" fmla="*/ 615821 w 653143"/>
                <a:gd name="connsiteY10" fmla="*/ 345232 h 382555"/>
                <a:gd name="connsiteX11" fmla="*/ 625151 w 653143"/>
                <a:gd name="connsiteY11" fmla="*/ 373224 h 382555"/>
                <a:gd name="connsiteX12" fmla="*/ 653143 w 653143"/>
                <a:gd name="connsiteY12" fmla="*/ 382555 h 38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3143" h="382555">
                  <a:moveTo>
                    <a:pt x="0" y="0"/>
                  </a:moveTo>
                  <a:cubicBezTo>
                    <a:pt x="15551" y="6220"/>
                    <a:pt x="33024" y="8926"/>
                    <a:pt x="46653" y="18661"/>
                  </a:cubicBezTo>
                  <a:cubicBezTo>
                    <a:pt x="116045" y="68226"/>
                    <a:pt x="4559" y="31465"/>
                    <a:pt x="102637" y="55983"/>
                  </a:cubicBezTo>
                  <a:cubicBezTo>
                    <a:pt x="124954" y="70862"/>
                    <a:pt x="142295" y="79780"/>
                    <a:pt x="158621" y="102636"/>
                  </a:cubicBezTo>
                  <a:cubicBezTo>
                    <a:pt x="168501" y="116468"/>
                    <a:pt x="181375" y="163606"/>
                    <a:pt x="205274" y="167951"/>
                  </a:cubicBezTo>
                  <a:cubicBezTo>
                    <a:pt x="263495" y="178537"/>
                    <a:pt x="323461" y="174171"/>
                    <a:pt x="382555" y="177281"/>
                  </a:cubicBezTo>
                  <a:cubicBezTo>
                    <a:pt x="385665" y="192832"/>
                    <a:pt x="383089" y="210739"/>
                    <a:pt x="391886" y="223934"/>
                  </a:cubicBezTo>
                  <a:cubicBezTo>
                    <a:pt x="397342" y="232118"/>
                    <a:pt x="410176" y="231648"/>
                    <a:pt x="419878" y="233265"/>
                  </a:cubicBezTo>
                  <a:cubicBezTo>
                    <a:pt x="447659" y="237895"/>
                    <a:pt x="476034" y="238203"/>
                    <a:pt x="503853" y="242596"/>
                  </a:cubicBezTo>
                  <a:cubicBezTo>
                    <a:pt x="535183" y="247543"/>
                    <a:pt x="597160" y="261257"/>
                    <a:pt x="597160" y="261257"/>
                  </a:cubicBezTo>
                  <a:cubicBezTo>
                    <a:pt x="603576" y="293340"/>
                    <a:pt x="607033" y="314474"/>
                    <a:pt x="615821" y="345232"/>
                  </a:cubicBezTo>
                  <a:cubicBezTo>
                    <a:pt x="618523" y="354689"/>
                    <a:pt x="618196" y="366269"/>
                    <a:pt x="625151" y="373224"/>
                  </a:cubicBezTo>
                  <a:cubicBezTo>
                    <a:pt x="632106" y="380179"/>
                    <a:pt x="653143" y="382555"/>
                    <a:pt x="653143" y="382555"/>
                  </a:cubicBezTo>
                </a:path>
              </a:pathLst>
            </a:custGeom>
            <a:noFill/>
            <a:ln>
              <a:solidFill>
                <a:srgbClr val="0099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 rot="19355304">
              <a:off x="5134789" y="3679503"/>
              <a:ext cx="653143" cy="382555"/>
            </a:xfrm>
            <a:custGeom>
              <a:avLst/>
              <a:gdLst>
                <a:gd name="connsiteX0" fmla="*/ 0 w 653143"/>
                <a:gd name="connsiteY0" fmla="*/ 0 h 382555"/>
                <a:gd name="connsiteX1" fmla="*/ 46653 w 653143"/>
                <a:gd name="connsiteY1" fmla="*/ 18661 h 382555"/>
                <a:gd name="connsiteX2" fmla="*/ 102637 w 653143"/>
                <a:gd name="connsiteY2" fmla="*/ 55983 h 382555"/>
                <a:gd name="connsiteX3" fmla="*/ 158621 w 653143"/>
                <a:gd name="connsiteY3" fmla="*/ 102636 h 382555"/>
                <a:gd name="connsiteX4" fmla="*/ 205274 w 653143"/>
                <a:gd name="connsiteY4" fmla="*/ 167951 h 382555"/>
                <a:gd name="connsiteX5" fmla="*/ 382555 w 653143"/>
                <a:gd name="connsiteY5" fmla="*/ 177281 h 382555"/>
                <a:gd name="connsiteX6" fmla="*/ 391886 w 653143"/>
                <a:gd name="connsiteY6" fmla="*/ 223934 h 382555"/>
                <a:gd name="connsiteX7" fmla="*/ 419878 w 653143"/>
                <a:gd name="connsiteY7" fmla="*/ 233265 h 382555"/>
                <a:gd name="connsiteX8" fmla="*/ 503853 w 653143"/>
                <a:gd name="connsiteY8" fmla="*/ 242596 h 382555"/>
                <a:gd name="connsiteX9" fmla="*/ 597160 w 653143"/>
                <a:gd name="connsiteY9" fmla="*/ 261257 h 382555"/>
                <a:gd name="connsiteX10" fmla="*/ 615821 w 653143"/>
                <a:gd name="connsiteY10" fmla="*/ 345232 h 382555"/>
                <a:gd name="connsiteX11" fmla="*/ 625151 w 653143"/>
                <a:gd name="connsiteY11" fmla="*/ 373224 h 382555"/>
                <a:gd name="connsiteX12" fmla="*/ 653143 w 653143"/>
                <a:gd name="connsiteY12" fmla="*/ 382555 h 38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3143" h="382555">
                  <a:moveTo>
                    <a:pt x="0" y="0"/>
                  </a:moveTo>
                  <a:cubicBezTo>
                    <a:pt x="15551" y="6220"/>
                    <a:pt x="33024" y="8926"/>
                    <a:pt x="46653" y="18661"/>
                  </a:cubicBezTo>
                  <a:cubicBezTo>
                    <a:pt x="116045" y="68226"/>
                    <a:pt x="4559" y="31465"/>
                    <a:pt x="102637" y="55983"/>
                  </a:cubicBezTo>
                  <a:cubicBezTo>
                    <a:pt x="124954" y="70862"/>
                    <a:pt x="142295" y="79780"/>
                    <a:pt x="158621" y="102636"/>
                  </a:cubicBezTo>
                  <a:cubicBezTo>
                    <a:pt x="168501" y="116468"/>
                    <a:pt x="181375" y="163606"/>
                    <a:pt x="205274" y="167951"/>
                  </a:cubicBezTo>
                  <a:cubicBezTo>
                    <a:pt x="263495" y="178537"/>
                    <a:pt x="323461" y="174171"/>
                    <a:pt x="382555" y="177281"/>
                  </a:cubicBezTo>
                  <a:cubicBezTo>
                    <a:pt x="385665" y="192832"/>
                    <a:pt x="383089" y="210739"/>
                    <a:pt x="391886" y="223934"/>
                  </a:cubicBezTo>
                  <a:cubicBezTo>
                    <a:pt x="397342" y="232118"/>
                    <a:pt x="410176" y="231648"/>
                    <a:pt x="419878" y="233265"/>
                  </a:cubicBezTo>
                  <a:cubicBezTo>
                    <a:pt x="447659" y="237895"/>
                    <a:pt x="476034" y="238203"/>
                    <a:pt x="503853" y="242596"/>
                  </a:cubicBezTo>
                  <a:cubicBezTo>
                    <a:pt x="535183" y="247543"/>
                    <a:pt x="597160" y="261257"/>
                    <a:pt x="597160" y="261257"/>
                  </a:cubicBezTo>
                  <a:cubicBezTo>
                    <a:pt x="603576" y="293340"/>
                    <a:pt x="607033" y="314474"/>
                    <a:pt x="615821" y="345232"/>
                  </a:cubicBezTo>
                  <a:cubicBezTo>
                    <a:pt x="618523" y="354689"/>
                    <a:pt x="618196" y="366269"/>
                    <a:pt x="625151" y="373224"/>
                  </a:cubicBezTo>
                  <a:cubicBezTo>
                    <a:pt x="632106" y="380179"/>
                    <a:pt x="653143" y="382555"/>
                    <a:pt x="653143" y="382555"/>
                  </a:cubicBezTo>
                </a:path>
              </a:pathLst>
            </a:custGeom>
            <a:noFill/>
            <a:ln>
              <a:solidFill>
                <a:srgbClr val="0099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 rot="19355304">
              <a:off x="6945790" y="4285593"/>
              <a:ext cx="653143" cy="382555"/>
            </a:xfrm>
            <a:custGeom>
              <a:avLst/>
              <a:gdLst>
                <a:gd name="connsiteX0" fmla="*/ 0 w 653143"/>
                <a:gd name="connsiteY0" fmla="*/ 0 h 382555"/>
                <a:gd name="connsiteX1" fmla="*/ 46653 w 653143"/>
                <a:gd name="connsiteY1" fmla="*/ 18661 h 382555"/>
                <a:gd name="connsiteX2" fmla="*/ 102637 w 653143"/>
                <a:gd name="connsiteY2" fmla="*/ 55983 h 382555"/>
                <a:gd name="connsiteX3" fmla="*/ 158621 w 653143"/>
                <a:gd name="connsiteY3" fmla="*/ 102636 h 382555"/>
                <a:gd name="connsiteX4" fmla="*/ 205274 w 653143"/>
                <a:gd name="connsiteY4" fmla="*/ 167951 h 382555"/>
                <a:gd name="connsiteX5" fmla="*/ 382555 w 653143"/>
                <a:gd name="connsiteY5" fmla="*/ 177281 h 382555"/>
                <a:gd name="connsiteX6" fmla="*/ 391886 w 653143"/>
                <a:gd name="connsiteY6" fmla="*/ 223934 h 382555"/>
                <a:gd name="connsiteX7" fmla="*/ 419878 w 653143"/>
                <a:gd name="connsiteY7" fmla="*/ 233265 h 382555"/>
                <a:gd name="connsiteX8" fmla="*/ 503853 w 653143"/>
                <a:gd name="connsiteY8" fmla="*/ 242596 h 382555"/>
                <a:gd name="connsiteX9" fmla="*/ 597160 w 653143"/>
                <a:gd name="connsiteY9" fmla="*/ 261257 h 382555"/>
                <a:gd name="connsiteX10" fmla="*/ 615821 w 653143"/>
                <a:gd name="connsiteY10" fmla="*/ 345232 h 382555"/>
                <a:gd name="connsiteX11" fmla="*/ 625151 w 653143"/>
                <a:gd name="connsiteY11" fmla="*/ 373224 h 382555"/>
                <a:gd name="connsiteX12" fmla="*/ 653143 w 653143"/>
                <a:gd name="connsiteY12" fmla="*/ 382555 h 38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3143" h="382555">
                  <a:moveTo>
                    <a:pt x="0" y="0"/>
                  </a:moveTo>
                  <a:cubicBezTo>
                    <a:pt x="15551" y="6220"/>
                    <a:pt x="33024" y="8926"/>
                    <a:pt x="46653" y="18661"/>
                  </a:cubicBezTo>
                  <a:cubicBezTo>
                    <a:pt x="116045" y="68226"/>
                    <a:pt x="4559" y="31465"/>
                    <a:pt x="102637" y="55983"/>
                  </a:cubicBezTo>
                  <a:cubicBezTo>
                    <a:pt x="124954" y="70862"/>
                    <a:pt x="142295" y="79780"/>
                    <a:pt x="158621" y="102636"/>
                  </a:cubicBezTo>
                  <a:cubicBezTo>
                    <a:pt x="168501" y="116468"/>
                    <a:pt x="181375" y="163606"/>
                    <a:pt x="205274" y="167951"/>
                  </a:cubicBezTo>
                  <a:cubicBezTo>
                    <a:pt x="263495" y="178537"/>
                    <a:pt x="323461" y="174171"/>
                    <a:pt x="382555" y="177281"/>
                  </a:cubicBezTo>
                  <a:cubicBezTo>
                    <a:pt x="385665" y="192832"/>
                    <a:pt x="383089" y="210739"/>
                    <a:pt x="391886" y="223934"/>
                  </a:cubicBezTo>
                  <a:cubicBezTo>
                    <a:pt x="397342" y="232118"/>
                    <a:pt x="410176" y="231648"/>
                    <a:pt x="419878" y="233265"/>
                  </a:cubicBezTo>
                  <a:cubicBezTo>
                    <a:pt x="447659" y="237895"/>
                    <a:pt x="476034" y="238203"/>
                    <a:pt x="503853" y="242596"/>
                  </a:cubicBezTo>
                  <a:cubicBezTo>
                    <a:pt x="535183" y="247543"/>
                    <a:pt x="597160" y="261257"/>
                    <a:pt x="597160" y="261257"/>
                  </a:cubicBezTo>
                  <a:cubicBezTo>
                    <a:pt x="603576" y="293340"/>
                    <a:pt x="607033" y="314474"/>
                    <a:pt x="615821" y="345232"/>
                  </a:cubicBezTo>
                  <a:cubicBezTo>
                    <a:pt x="618523" y="354689"/>
                    <a:pt x="618196" y="366269"/>
                    <a:pt x="625151" y="373224"/>
                  </a:cubicBezTo>
                  <a:cubicBezTo>
                    <a:pt x="632106" y="380179"/>
                    <a:pt x="653143" y="382555"/>
                    <a:pt x="653143" y="382555"/>
                  </a:cubicBezTo>
                </a:path>
              </a:pathLst>
            </a:cu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1411189" y="5081314"/>
                  <a:ext cx="698333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1189" y="5081314"/>
                  <a:ext cx="698333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1842" r="-19298" b="-27632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2398419" y="4406302"/>
                  <a:ext cx="705450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sub>
                        </m:sSub>
                      </m:oMath>
                    </m:oMathPara>
                  </a14:m>
                  <a:endParaRPr lang="he-IL" sz="24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8419" y="4406302"/>
                  <a:ext cx="705450" cy="461665"/>
                </a:xfrm>
                <a:prstGeom prst="rect">
                  <a:avLst/>
                </a:prstGeom>
                <a:blipFill>
                  <a:blip r:embed="rId9"/>
                  <a:stretch>
                    <a:fillRect t="-12000" r="-19130" b="-29333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4589586" y="4857604"/>
                  <a:ext cx="705450" cy="46166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60</m:t>
                            </m:r>
                          </m:sub>
                        </m:sSub>
                      </m:oMath>
                    </m:oMathPara>
                  </a14:m>
                  <a:endParaRPr lang="en-US" sz="2400" b="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9586" y="4857604"/>
                  <a:ext cx="705450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70B12D3-7906-7D5D-A69C-0CD3E9F407A1}"/>
              </a:ext>
            </a:extLst>
          </p:cNvPr>
          <p:cNvSpPr txBox="1"/>
          <p:nvPr/>
        </p:nvSpPr>
        <p:spPr>
          <a:xfrm>
            <a:off x="685800" y="3641556"/>
            <a:ext cx="2607738" cy="408623"/>
          </a:xfrm>
          <a:prstGeom prst="wedgeRoundRectCallout">
            <a:avLst>
              <a:gd name="adj1" fmla="val -44210"/>
              <a:gd name="adj2" fmla="val 97465"/>
              <a:gd name="adj3" fmla="val 16667"/>
            </a:avLst>
          </a:prstGeom>
          <a:solidFill>
            <a:srgbClr val="FFB66D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he-IL">
                <a:solidFill>
                  <a:schemeClr val="bg2">
                    <a:lumMod val="1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מילים שאין להן רישא רעה</a:t>
            </a:r>
            <a:endParaRPr lang="en-US">
              <a:solidFill>
                <a:schemeClr val="bg2">
                  <a:lumMod val="1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6A06E7-770C-117E-472A-383345E8F15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457" y="4040059"/>
            <a:ext cx="1294394" cy="129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05895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09600" y="1340376"/>
                <a:ext cx="82287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עבור התכונה: </a:t>
                </a: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האות הראשונה מכילה את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ויש אות המכילה את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340376"/>
                <a:ext cx="8228791" cy="461665"/>
              </a:xfrm>
              <a:prstGeom prst="rect">
                <a:avLst/>
              </a:prstGeom>
              <a:blipFill>
                <a:blip r:embed="rId2"/>
                <a:stretch>
                  <a:fillRect t="-11842" r="-1111" b="-276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100957" y="2790224"/>
                <a:ext cx="714408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 sz="2400">
                    <a:solidFill>
                      <a:srgbClr val="0099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 רישא של כל מילה המתחילה באות המכילה את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400">
                    <a:solidFill>
                      <a:srgbClr val="0099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br>
                  <a:rPr lang="en-US" sz="2400">
                    <a:solidFill>
                      <a:srgbClr val="0099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400">
                    <a:solidFill>
                      <a:srgbClr val="0099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ניתן להמשיך למילה אינסופית המקיימת את התכונה</a:t>
                </a:r>
                <a:endParaRPr lang="en-US" sz="2400">
                  <a:solidFill>
                    <a:srgbClr val="0099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957" y="2790224"/>
                <a:ext cx="7144086" cy="830997"/>
              </a:xfrm>
              <a:prstGeom prst="rect">
                <a:avLst/>
              </a:prstGeom>
              <a:blipFill>
                <a:blip r:embed="rId3"/>
                <a:stretch>
                  <a:fillRect t="-6618" b="-154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04461" y="3810000"/>
                <a:ext cx="79370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לכל מילה שאינה מתחילה באות המכילה את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יש רישא</a:t>
                </a:r>
                <a:br>
                  <a: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שלא ניתן להמשיך למילה אינסופית המקיימת את התכונה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61" y="3810000"/>
                <a:ext cx="7937079" cy="830997"/>
              </a:xfrm>
              <a:prstGeom prst="rect">
                <a:avLst/>
              </a:prstGeom>
              <a:blipFill>
                <a:blip r:embed="rId4"/>
                <a:stretch>
                  <a:fillRect t="-6618" b="-154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614284" y="5943600"/>
                <a:ext cx="3915431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𝑐𝑙𝑜𝑠𝑢𝑟𝑒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284" y="5943600"/>
                <a:ext cx="3915431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794973" y="4876800"/>
                <a:ext cx="585804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he-IL" sz="24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לכן, הסגור של התכונה הוא כל המילים המתחילות באות המכילה את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sz="2400">
                    <a:solidFill>
                      <a:prstClr val="black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sz="2400">
                  <a:solidFill>
                    <a:prstClr val="black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973" y="4876800"/>
                <a:ext cx="5858043" cy="830997"/>
              </a:xfrm>
              <a:prstGeom prst="rect">
                <a:avLst/>
              </a:prstGeom>
              <a:blipFill>
                <a:blip r:embed="rId6"/>
                <a:stretch>
                  <a:fillRect t="-6618" b="-1544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255628" y="2075617"/>
                <a:ext cx="463274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∧ 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40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628" y="2075617"/>
                <a:ext cx="463274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phic 8" descr="Owl">
            <a:extLst>
              <a:ext uri="{FF2B5EF4-FFF2-40B4-BE49-F238E27FC236}">
                <a16:creationId xmlns:a16="http://schemas.microsoft.com/office/drawing/2014/main" id="{6D5AD270-1AA9-7959-FB82-340F2238A9B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1021" y="2754472"/>
            <a:ext cx="587055" cy="587055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402A00-1C72-3CEB-5831-DAEF95D1461B}"/>
              </a:ext>
            </a:extLst>
          </p:cNvPr>
          <p:cNvSpPr txBox="1"/>
          <p:nvPr/>
        </p:nvSpPr>
        <p:spPr>
          <a:xfrm>
            <a:off x="408139" y="3274763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rgbClr val="370F0B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למה?</a:t>
            </a:r>
            <a:endParaRPr lang="en-US">
              <a:solidFill>
                <a:srgbClr val="370F0B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9" name="Graphic 8" descr="Owl">
            <a:extLst>
              <a:ext uri="{FF2B5EF4-FFF2-40B4-BE49-F238E27FC236}">
                <a16:creationId xmlns:a16="http://schemas.microsoft.com/office/drawing/2014/main" id="{96C9BECB-9C50-B766-5D3A-59D1E0EE2B4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1021" y="3818286"/>
            <a:ext cx="587055" cy="587055"/>
          </a:xfrm>
          <a:prstGeom prst="rect">
            <a:avLst/>
          </a:prstGeom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75CEDD-7970-BFC9-63B1-CCE72CBE6693}"/>
              </a:ext>
            </a:extLst>
          </p:cNvPr>
          <p:cNvSpPr txBox="1"/>
          <p:nvPr/>
        </p:nvSpPr>
        <p:spPr>
          <a:xfrm>
            <a:off x="408139" y="4338577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rgbClr val="370F0B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למה?</a:t>
            </a:r>
            <a:endParaRPr lang="en-US">
              <a:solidFill>
                <a:srgbClr val="370F0B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19953202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2059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המחשה גרפית של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הדוגמה מהשקף הקודם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Oval 2"/>
          <p:cNvSpPr/>
          <p:nvPr/>
        </p:nvSpPr>
        <p:spPr>
          <a:xfrm>
            <a:off x="1905000" y="2749658"/>
            <a:ext cx="2743200" cy="2971800"/>
          </a:xfrm>
          <a:prstGeom prst="ellipse">
            <a:avLst/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47900" y="3587858"/>
                <a:ext cx="2057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מילים המקיימות</a:t>
                </a: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את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900" y="3587858"/>
                <a:ext cx="2057400" cy="646331"/>
              </a:xfrm>
              <a:prstGeom prst="rect">
                <a:avLst/>
              </a:prstGeom>
              <a:blipFill>
                <a:blip r:embed="rId2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029200" y="2362200"/>
                <a:ext cx="2057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מילים שאינן מקיימות את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ויש להן רישא "רעה"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2362200"/>
                <a:ext cx="2057400" cy="923330"/>
              </a:xfrm>
              <a:prstGeom prst="rect">
                <a:avLst/>
              </a:prstGeom>
              <a:blipFill>
                <a:blip r:embed="rId3"/>
                <a:stretch>
                  <a:fillRect l="-1183" t="-3974" r="-1479" b="-927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H="1" flipV="1">
            <a:off x="4495800" y="5035658"/>
            <a:ext cx="914400" cy="4572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931790" y="5571530"/>
                <a:ext cx="2057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מילים שאינן מקיימות את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ואין להן רישא "רעה"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1790" y="5571530"/>
                <a:ext cx="2057400" cy="923330"/>
              </a:xfrm>
              <a:prstGeom prst="rect">
                <a:avLst/>
              </a:prstGeom>
              <a:blipFill>
                <a:blip r:embed="rId4"/>
                <a:stretch>
                  <a:fillRect l="-1183" t="-3974" b="-993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502930" y="4343545"/>
                <a:ext cx="92672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>
                  <a:solidFill>
                    <a:srgbClr val="0040C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930" y="4343545"/>
                <a:ext cx="926729" cy="369332"/>
              </a:xfrm>
              <a:prstGeom prst="rect">
                <a:avLst/>
              </a:prstGeom>
              <a:blipFill>
                <a:blip r:embed="rId5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247900" y="4556491"/>
                <a:ext cx="11984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solidFill>
                                        <a:srgbClr val="004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4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>
                  <a:solidFill>
                    <a:srgbClr val="0040C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900" y="4556491"/>
                <a:ext cx="1198469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577718" y="4707145"/>
                <a:ext cx="70814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>
                  <a:solidFill>
                    <a:srgbClr val="0040C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718" y="4707145"/>
                <a:ext cx="708143" cy="369332"/>
              </a:xfrm>
              <a:prstGeom prst="rect">
                <a:avLst/>
              </a:prstGeom>
              <a:blipFill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026312" y="5286108"/>
                <a:ext cx="93897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lit/>
                                </m:rP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>
                  <a:solidFill>
                    <a:srgbClr val="0040C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312" y="5286108"/>
                <a:ext cx="938975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086600" y="3194813"/>
                <a:ext cx="88767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  <m:t>}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>
                  <a:solidFill>
                    <a:srgbClr val="0040C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600" y="3194813"/>
                <a:ext cx="887679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251930" y="3379479"/>
                <a:ext cx="1390830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  <m:t>}(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40C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40C0"/>
                              </a:solidFill>
                              <a:latin typeface="Cambria Math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>
                  <a:solidFill>
                    <a:srgbClr val="0040C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930" y="3379479"/>
                <a:ext cx="1390830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2341888" y="1383952"/>
                <a:ext cx="463274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∧ 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.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40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1888" y="1383952"/>
                <a:ext cx="4632742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574700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קל להוכיח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324100" y="1553459"/>
                <a:ext cx="5295900" cy="990600"/>
              </a:xfrm>
              <a:solidFill>
                <a:schemeClr val="bg1"/>
              </a:solidFill>
            </p:spPr>
            <p:txBody>
              <a:bodyPr>
                <a:noAutofit/>
              </a:bodyPr>
              <a:lstStyle/>
              <a:p>
                <a:pPr marL="0" indent="0" algn="ctr">
                  <a:spcAft>
                    <a:spcPts val="600"/>
                  </a:spcAft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</a:t>
                </a:r>
                <a:r>
                  <a:rPr lang="he-IL" sz="24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כל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מתקיים</a:t>
                </a:r>
              </a:p>
              <a:p>
                <a:pPr marL="0" indent="0" algn="ctr">
                  <a:spcAft>
                    <a:spcPts val="600"/>
                  </a:spcAft>
                  <a:buNone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𝑐𝑙𝑜𝑠𝑢𝑟𝑒</m:t>
                    </m:r>
                    <m:r>
                      <a:rPr lang="en-US" sz="24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324100" y="1553459"/>
                <a:ext cx="5295900" cy="990600"/>
              </a:xfrm>
              <a:blipFill>
                <a:blip r:embed="rId2"/>
                <a:stretch>
                  <a:fillRect t="-4938" b="-1296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4"/>
              <p:cNvSpPr txBox="1">
                <a:spLocks/>
              </p:cNvSpPr>
              <p:nvPr/>
            </p:nvSpPr>
            <p:spPr>
              <a:xfrm>
                <a:off x="2324100" y="5363459"/>
                <a:ext cx="5295900" cy="9906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>
                <a:noAutofit/>
              </a:bodyPr>
              <a:lstStyle>
                <a:lvl1pPr marL="274320" indent="-274320" algn="r" rtl="1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r" rtl="1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r" rtl="1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r" rtl="1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r" rtl="1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spcAft>
                    <a:spcPts val="600"/>
                  </a:spcAft>
                  <a:buNone/>
                </a:pP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יש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</a:rPr>
                      <m:t>𝑃</m:t>
                    </m:r>
                    <m:r>
                      <a:rPr lang="en-US" sz="2400" i="1" smtClean="0">
                        <a:latin typeface="Cambria Math"/>
                      </a:rPr>
                      <m:t>⊆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i="1" smtClean="0">
                                    <a:latin typeface="Cambria Math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 smtClean="0">
                            <a:latin typeface="Cambria Math"/>
                          </a:rPr>
                          <m:t>𝜔</m:t>
                        </m:r>
                      </m:sup>
                    </m:sSup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שעבורה</a:t>
                </a:r>
              </a:p>
              <a:p>
                <a:pPr marL="0" indent="0" algn="ctr">
                  <a:spcAft>
                    <a:spcPts val="6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/>
                      </a:rPr>
                      <m:t>𝑃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≠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/>
                      </a:rPr>
                      <m:t>𝑐𝑙𝑜𝑠𝑢𝑟𝑒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𝑃</m:t>
                        </m:r>
                      </m:e>
                    </m:d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Content Placeholder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100" y="5363459"/>
                <a:ext cx="5295900" cy="990600"/>
              </a:xfrm>
              <a:prstGeom prst="rect">
                <a:avLst/>
              </a:prstGeom>
              <a:blipFill>
                <a:blip r:embed="rId3"/>
                <a:stretch>
                  <a:fillRect t="-4938" b="-1296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Diagram 10"/>
              <p:cNvGraphicFramePr/>
              <p:nvPr>
                <p:extLst>
                  <p:ext uri="{D42A27DB-BD31-4B8C-83A1-F6EECF244321}">
                    <p14:modId xmlns:p14="http://schemas.microsoft.com/office/powerpoint/2010/main" val="3522595354"/>
                  </p:ext>
                </p:extLst>
              </p:nvPr>
            </p:nvGraphicFramePr>
            <p:xfrm>
              <a:off x="1524000" y="2819400"/>
              <a:ext cx="6096000" cy="21844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11" name="Diagram 10"/>
              <p:cNvGraphicFramePr/>
              <p:nvPr>
                <p:extLst>
                  <p:ext uri="{D42A27DB-BD31-4B8C-83A1-F6EECF244321}">
                    <p14:modId xmlns:p14="http://schemas.microsoft.com/office/powerpoint/2010/main" val="3522595354"/>
                  </p:ext>
                </p:extLst>
              </p:nvPr>
            </p:nvGraphicFramePr>
            <p:xfrm>
              <a:off x="1524000" y="2819400"/>
              <a:ext cx="6096000" cy="21844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  <p:sp>
        <p:nvSpPr>
          <p:cNvPr id="12" name="Oval 11"/>
          <p:cNvSpPr/>
          <p:nvPr/>
        </p:nvSpPr>
        <p:spPr>
          <a:xfrm>
            <a:off x="6686938" y="3665379"/>
            <a:ext cx="152400" cy="1524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4" name="Freeform 13"/>
          <p:cNvSpPr/>
          <p:nvPr/>
        </p:nvSpPr>
        <p:spPr>
          <a:xfrm rot="21040971">
            <a:off x="6964491" y="3834266"/>
            <a:ext cx="263589" cy="1567543"/>
          </a:xfrm>
          <a:custGeom>
            <a:avLst/>
            <a:gdLst>
              <a:gd name="connsiteX0" fmla="*/ 0 w 261257"/>
              <a:gd name="connsiteY0" fmla="*/ 1567543 h 1567543"/>
              <a:gd name="connsiteX1" fmla="*/ 261257 w 261257"/>
              <a:gd name="connsiteY1" fmla="*/ 1017037 h 1567543"/>
              <a:gd name="connsiteX2" fmla="*/ 121298 w 261257"/>
              <a:gd name="connsiteY2" fmla="*/ 345233 h 1567543"/>
              <a:gd name="connsiteX3" fmla="*/ 0 w 261257"/>
              <a:gd name="connsiteY3" fmla="*/ 0 h 1567543"/>
              <a:gd name="connsiteX0" fmla="*/ 0 w 263589"/>
              <a:gd name="connsiteY0" fmla="*/ 1567543 h 1567543"/>
              <a:gd name="connsiteX1" fmla="*/ 261257 w 263589"/>
              <a:gd name="connsiteY1" fmla="*/ 1017037 h 1567543"/>
              <a:gd name="connsiteX2" fmla="*/ 121298 w 263589"/>
              <a:gd name="connsiteY2" fmla="*/ 345233 h 1567543"/>
              <a:gd name="connsiteX3" fmla="*/ 0 w 263589"/>
              <a:gd name="connsiteY3" fmla="*/ 0 h 1567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589" h="1567543">
                <a:moveTo>
                  <a:pt x="0" y="1567543"/>
                </a:moveTo>
                <a:cubicBezTo>
                  <a:pt x="87086" y="1384041"/>
                  <a:pt x="241041" y="1220755"/>
                  <a:pt x="261257" y="1017037"/>
                </a:cubicBezTo>
                <a:cubicBezTo>
                  <a:pt x="281473" y="813319"/>
                  <a:pt x="164841" y="514739"/>
                  <a:pt x="121298" y="345233"/>
                </a:cubicBezTo>
                <a:lnTo>
                  <a:pt x="0" y="0"/>
                </a:ln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80493712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משפט: הגדרה שקולה לתכונות בטיחות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828800" y="1447800"/>
                <a:ext cx="6019800" cy="1981200"/>
              </a:xfr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/>
              <a:p>
                <a:pPr algn="ctr">
                  <a:spcBef>
                    <a:spcPts val="24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 ליניארי 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היא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תכונת בטיחות</a:t>
                </a:r>
              </a:p>
              <a:p>
                <a:pPr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אם ורק אם</a:t>
                </a:r>
              </a:p>
              <a:p>
                <a:pPr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𝑐𝑙𝑜𝑠𝑢𝑟𝑒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𝑃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) = 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𝑃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828800" y="1447800"/>
                <a:ext cx="6019800" cy="1981200"/>
              </a:xfr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4211581" y="4364638"/>
            <a:ext cx="3962401" cy="2113617"/>
            <a:chOff x="1066803" y="-86472"/>
            <a:chExt cx="4724398" cy="2184400"/>
          </a:xfrm>
          <a:solidFill>
            <a:srgbClr val="CC6600"/>
          </a:solidFill>
          <a:scene3d>
            <a:camera prst="orthographicFront"/>
            <a:lightRig rig="flat" dir="t"/>
          </a:scene3d>
        </p:grpSpPr>
        <p:sp>
          <p:nvSpPr>
            <p:cNvPr id="10" name="Oval 9"/>
            <p:cNvSpPr/>
            <p:nvPr/>
          </p:nvSpPr>
          <p:spPr>
            <a:xfrm>
              <a:off x="1066803" y="-86472"/>
              <a:ext cx="4724398" cy="2184400"/>
            </a:xfrm>
            <a:prstGeom prst="ellipse">
              <a:avLst/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4"/>
                <p:cNvSpPr/>
                <p:nvPr/>
              </p:nvSpPr>
              <p:spPr>
                <a:xfrm>
                  <a:off x="2188848" y="163830"/>
                  <a:ext cx="2480309" cy="371348"/>
                </a:xfrm>
                <a:prstGeom prst="rect">
                  <a:avLst/>
                </a:prstGeom>
                <a:grpFill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142240" tIns="142240" rIns="142240" bIns="142240" numCol="1" spcCol="1270" anchor="ctr" anchorCtr="0">
                  <a:noAutofit/>
                </a:bodyPr>
                <a:lstStyle/>
                <a:p>
                  <a:pPr lvl="0" algn="ctr" defTabSz="889000" rtl="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𝑐𝑙𝑜𝑠𝑢𝑟𝑒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oMath>
                    </m:oMathPara>
                  </a14:m>
                  <a:endParaRPr lang="he-IL" sz="110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" name="Oval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8848" y="163830"/>
                  <a:ext cx="2480309" cy="371348"/>
                </a:xfrm>
                <a:prstGeom prst="rect">
                  <a:avLst/>
                </a:prstGeom>
                <a:blipFill>
                  <a:blip r:embed="rId3"/>
                  <a:stretch>
                    <a:fillRect t="-26563" b="-10938"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/>
          <p:cNvGrpSpPr/>
          <p:nvPr/>
        </p:nvGrpSpPr>
        <p:grpSpPr>
          <a:xfrm>
            <a:off x="5883612" y="5060756"/>
            <a:ext cx="1491569" cy="1079888"/>
            <a:chOff x="2209796" y="381008"/>
            <a:chExt cx="2743202" cy="1638300"/>
          </a:xfrm>
          <a:solidFill>
            <a:schemeClr val="accent1">
              <a:lumMod val="75000"/>
            </a:schemeClr>
          </a:solidFill>
          <a:scene3d>
            <a:camera prst="orthographicFront"/>
            <a:lightRig rig="flat" dir="t"/>
          </a:scene3d>
        </p:grpSpPr>
        <p:sp>
          <p:nvSpPr>
            <p:cNvPr id="8" name="Oval 7"/>
            <p:cNvSpPr/>
            <p:nvPr/>
          </p:nvSpPr>
          <p:spPr>
            <a:xfrm>
              <a:off x="2209796" y="381008"/>
              <a:ext cx="2743202" cy="1638300"/>
            </a:xfrm>
            <a:prstGeom prst="ellipse">
              <a:avLst/>
            </a:prstGeom>
            <a:grpFill/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2">
              <a:schemeClr val="accent4">
                <a:hueOff val="20423033"/>
                <a:satOff val="-23986"/>
                <a:lumOff val="9216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Oval 6"/>
            <p:cNvSpPr/>
            <p:nvPr/>
          </p:nvSpPr>
          <p:spPr>
            <a:xfrm>
              <a:off x="2611529" y="790583"/>
              <a:ext cx="1939736" cy="819150"/>
            </a:xfrm>
            <a:prstGeom prst="rect">
              <a:avLst/>
            </a:prstGeom>
            <a:grp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2240" tIns="142240" rIns="142240" bIns="14224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he-IL" sz="1100" kern="12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7593616" y="4992469"/>
            <a:ext cx="386644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?</a:t>
            </a:r>
            <a:endParaRPr lang="he-IL" sz="3600" b="1" dirty="0">
              <a:solidFill>
                <a:srgbClr val="FFFF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 rot="381783">
                <a:off x="1237317" y="4708388"/>
                <a:ext cx="762902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∉</m:t>
                      </m:r>
                      <m:r>
                        <a:rPr lang="en-US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81783">
                <a:off x="1237317" y="4708388"/>
                <a:ext cx="76290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609600" y="4572000"/>
            <a:ext cx="1981200" cy="2057400"/>
            <a:chOff x="3657600" y="4648200"/>
            <a:chExt cx="1981200" cy="1905000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638800" y="4648200"/>
              <a:ext cx="0" cy="190500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3657600" y="4648200"/>
              <a:ext cx="0" cy="190500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 rot="21386384">
                <a:off x="1000891" y="5295299"/>
                <a:ext cx="1219200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⊏</m:t>
                      </m:r>
                      <m:r>
                        <a:rPr lang="he-IL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b="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386384">
                <a:off x="1000891" y="5295299"/>
                <a:ext cx="1219200" cy="369332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609600" y="4953000"/>
            <a:ext cx="1981200" cy="1609725"/>
            <a:chOff x="3657600" y="4800600"/>
            <a:chExt cx="1600200" cy="1609725"/>
          </a:xfrm>
        </p:grpSpPr>
        <p:cxnSp>
          <p:nvCxnSpPr>
            <p:cNvPr id="21" name="Straight Arrow Connector 20"/>
            <p:cNvCxnSpPr/>
            <p:nvPr/>
          </p:nvCxnSpPr>
          <p:spPr>
            <a:xfrm>
              <a:off x="3657600" y="4800600"/>
              <a:ext cx="1600200" cy="2286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>
              <a:off x="3657600" y="5410200"/>
              <a:ext cx="1600200" cy="15240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3657600" y="6181725"/>
              <a:ext cx="1600200" cy="2286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 rot="422628">
                <a:off x="727597" y="6098005"/>
                <a:ext cx="180472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 s.t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422628">
                <a:off x="727597" y="6098005"/>
                <a:ext cx="180472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638800" y="3598668"/>
                <a:ext cx="3326593" cy="584775"/>
              </a:xfrm>
              <a:prstGeom prst="rect">
                <a:avLst/>
              </a:prstGeom>
              <a:solidFill>
                <a:srgbClr val="FFFF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1600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מילה שכל רישא שלה אפשר להמשיך למילה ב-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he-IL" sz="1600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והיא עצמה איננה ב-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/>
                      </a:rPr>
                      <m:t>𝑃</m:t>
                    </m:r>
                  </m:oMath>
                </a14:m>
                <a:endParaRPr lang="he-IL" sz="1600">
                  <a:solidFill>
                    <a:schemeClr val="bg2">
                      <a:lumMod val="1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3598668"/>
                <a:ext cx="3326593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reeform 26"/>
          <p:cNvSpPr/>
          <p:nvPr/>
        </p:nvSpPr>
        <p:spPr>
          <a:xfrm rot="1395486">
            <a:off x="8087345" y="4102733"/>
            <a:ext cx="271830" cy="1140876"/>
          </a:xfrm>
          <a:custGeom>
            <a:avLst/>
            <a:gdLst>
              <a:gd name="connsiteX0" fmla="*/ 195943 w 271830"/>
              <a:gd name="connsiteY0" fmla="*/ 0 h 1045028"/>
              <a:gd name="connsiteX1" fmla="*/ 261257 w 271830"/>
              <a:gd name="connsiteY1" fmla="*/ 326571 h 1045028"/>
              <a:gd name="connsiteX2" fmla="*/ 0 w 271830"/>
              <a:gd name="connsiteY2" fmla="*/ 1045028 h 1045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1830" h="1045028">
                <a:moveTo>
                  <a:pt x="195943" y="0"/>
                </a:moveTo>
                <a:cubicBezTo>
                  <a:pt x="244928" y="76200"/>
                  <a:pt x="293914" y="152400"/>
                  <a:pt x="261257" y="326571"/>
                </a:cubicBezTo>
                <a:cubicBezTo>
                  <a:pt x="228600" y="500742"/>
                  <a:pt x="114300" y="772885"/>
                  <a:pt x="0" y="1045028"/>
                </a:cubicBezTo>
              </a:path>
            </a:pathLst>
          </a:custGeom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413F3C-49A4-4EB7-A6D4-94ACC9BED8B0}"/>
              </a:ext>
            </a:extLst>
          </p:cNvPr>
          <p:cNvSpPr txBox="1"/>
          <p:nvPr/>
        </p:nvSpPr>
        <p:spPr>
          <a:xfrm>
            <a:off x="228600" y="3152001"/>
            <a:ext cx="899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 לא בטיחות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79BA25-1612-4D09-9DC3-18D380ABB161}"/>
              </a:ext>
            </a:extLst>
          </p:cNvPr>
          <p:cNvSpPr txBox="1"/>
          <p:nvPr/>
        </p:nvSpPr>
        <p:spPr>
          <a:xfrm>
            <a:off x="2250872" y="4295001"/>
            <a:ext cx="6447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בטיחות</a:t>
            </a:r>
            <a:endParaRPr lang="en-US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09D74B4-AF66-40F6-AD6E-D0DBB9518C0F}"/>
                  </a:ext>
                </a:extLst>
              </p:cNvPr>
              <p:cNvSpPr txBox="1"/>
              <p:nvPr/>
            </p:nvSpPr>
            <p:spPr>
              <a:xfrm>
                <a:off x="6436608" y="5366266"/>
                <a:ext cx="38557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09D74B4-AF66-40F6-AD6E-D0DBB9518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608" y="5366266"/>
                <a:ext cx="385576" cy="461665"/>
              </a:xfrm>
              <a:prstGeom prst="rect">
                <a:avLst/>
              </a:prstGeom>
              <a:blipFill>
                <a:blip r:embed="rId8"/>
                <a:stretch>
                  <a:fillRect l="-476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BB6885C3-94A8-2615-F811-0AA4162FDD4E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1000" y="2957926"/>
            <a:ext cx="2583895" cy="198120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הוכחת כיוון ראשון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85800" y="1219200"/>
                <a:ext cx="8305800" cy="533400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 algn="ctr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נניח, בשלילה, ש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תכונת בטיחות ו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𝑐𝑙𝑜𝑠𝑢𝑟𝑒</m:t>
                    </m:r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he-IL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ניקח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𝑐𝑙𝑜𝑠𝑢𝑟𝑒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(קיימת כזאת מילה כי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𝑐𝑙𝑜𝑠𝑢𝑟𝑒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</a:p>
              <a:p>
                <a:pPr marL="0" indent="0" algn="ctr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ע"פ הגדרת הסגור, כל רישא של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רישא של מילה ב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בפרט, אין ל-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רֵישָׁא סופית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"רעה"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𝜌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כך</a:t>
                </a:r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שכל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ש-</a:t>
                </a:r>
                <a14:m>
                  <m:oMath xmlns:m="http://schemas.openxmlformats.org/officeDocument/2006/math">
                    <m:r>
                      <a:rPr lang="he-IL" i="1" dirty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רֵישָׁא</a:t>
                </a: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שלה לא מקיימת את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בגלל ש-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תכונת בטיחות,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lnSpc>
                    <a:spcPct val="150000"/>
                  </a:lnSpc>
                  <a:spcBef>
                    <a:spcPts val="2400"/>
                  </a:spcBef>
                  <a:buNone/>
                </a:pP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בסתירה להגדרת </a:t>
                </a:r>
                <a14:m>
                  <m:oMath xmlns:m="http://schemas.openxmlformats.org/officeDocument/2006/math">
                    <m:r>
                      <a:rPr lang="he-IL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85800" y="1219200"/>
                <a:ext cx="8305800" cy="5334000"/>
              </a:xfrm>
              <a:blipFill>
                <a:blip r:embed="rId2"/>
                <a:stretch>
                  <a:fillRect b="-205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F756AB41-6E36-3E52-7CAE-3024E204B9EA}"/>
              </a:ext>
            </a:extLst>
          </p:cNvPr>
          <p:cNvGrpSpPr/>
          <p:nvPr/>
        </p:nvGrpSpPr>
        <p:grpSpPr>
          <a:xfrm>
            <a:off x="152400" y="3886200"/>
            <a:ext cx="1828997" cy="2453826"/>
            <a:chOff x="228305" y="2957926"/>
            <a:chExt cx="2736590" cy="36714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C7B2FD7-50BE-1C06-3626-51041F54610B}"/>
                    </a:ext>
                  </a:extLst>
                </p:cNvPr>
                <p:cNvSpPr txBox="1"/>
                <p:nvPr/>
              </p:nvSpPr>
              <p:spPr>
                <a:xfrm rot="381783">
                  <a:off x="1237317" y="4708853"/>
                  <a:ext cx="762902" cy="36840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1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∉</m:t>
                        </m:r>
                        <m:r>
                          <a:rPr lang="en-US" sz="1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1000" b="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C7B2FD7-50BE-1C06-3626-51041F5461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81783">
                  <a:off x="1237317" y="4708853"/>
                  <a:ext cx="762902" cy="36840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137AFA9-1EFE-8526-2946-1CA7C6F85D9A}"/>
                </a:ext>
              </a:extLst>
            </p:cNvPr>
            <p:cNvGrpSpPr/>
            <p:nvPr/>
          </p:nvGrpSpPr>
          <p:grpSpPr>
            <a:xfrm>
              <a:off x="609600" y="4572000"/>
              <a:ext cx="1981200" cy="2057400"/>
              <a:chOff x="3657600" y="4648200"/>
              <a:chExt cx="1981200" cy="1905000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947C0AA-DDBE-C0D8-A335-41E477D444E1}"/>
                  </a:ext>
                </a:extLst>
              </p:cNvPr>
              <p:cNvCxnSpPr/>
              <p:nvPr/>
            </p:nvCxnSpPr>
            <p:spPr>
              <a:xfrm>
                <a:off x="5638800" y="4648200"/>
                <a:ext cx="0" cy="1905000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7D4B03C8-419C-CF3F-7A7E-71B547336216}"/>
                  </a:ext>
                </a:extLst>
              </p:cNvPr>
              <p:cNvCxnSpPr/>
              <p:nvPr/>
            </p:nvCxnSpPr>
            <p:spPr>
              <a:xfrm>
                <a:off x="3657600" y="4648200"/>
                <a:ext cx="0" cy="1905000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ABF935B-1E66-8326-72DC-BC1A5D2D96B6}"/>
                    </a:ext>
                  </a:extLst>
                </p:cNvPr>
                <p:cNvSpPr txBox="1"/>
                <p:nvPr/>
              </p:nvSpPr>
              <p:spPr>
                <a:xfrm rot="21386384">
                  <a:off x="1000891" y="5290007"/>
                  <a:ext cx="1219200" cy="379915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e-IL" sz="1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⊏</m:t>
                        </m:r>
                        <m:r>
                          <a:rPr lang="he-IL" sz="1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sz="1000" b="0">
                    <a:solidFill>
                      <a:schemeClr val="accent2">
                        <a:lumMod val="75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ABF935B-1E66-8326-72DC-BC1A5D2D9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386384">
                  <a:off x="1000891" y="5290007"/>
                  <a:ext cx="1219200" cy="37991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C08D5EB-F481-289E-C5A5-985B8E0362D4}"/>
                </a:ext>
              </a:extLst>
            </p:cNvPr>
            <p:cNvGrpSpPr/>
            <p:nvPr/>
          </p:nvGrpSpPr>
          <p:grpSpPr>
            <a:xfrm>
              <a:off x="609600" y="4953000"/>
              <a:ext cx="1981200" cy="1609725"/>
              <a:chOff x="3657600" y="4800600"/>
              <a:chExt cx="1600200" cy="160972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0525882B-8C96-0ACD-70AB-7F9AE78B9B05}"/>
                  </a:ext>
                </a:extLst>
              </p:cNvPr>
              <p:cNvCxnSpPr/>
              <p:nvPr/>
            </p:nvCxnSpPr>
            <p:spPr>
              <a:xfrm>
                <a:off x="3657600" y="4800600"/>
                <a:ext cx="1600200" cy="228600"/>
              </a:xfrm>
              <a:prstGeom prst="straightConnector1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93EFB81-2C46-1EE9-7CB5-15161F70E7A1}"/>
                  </a:ext>
                </a:extLst>
              </p:cNvPr>
              <p:cNvCxnSpPr/>
              <p:nvPr/>
            </p:nvCxnSpPr>
            <p:spPr>
              <a:xfrm flipH="1">
                <a:off x="3657600" y="5410200"/>
                <a:ext cx="1600200" cy="152400"/>
              </a:xfrm>
              <a:prstGeom prst="straightConnector1">
                <a:avLst/>
              </a:prstGeom>
              <a:ln w="28575">
                <a:solidFill>
                  <a:schemeClr val="accent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E59D85D-05E9-C7DB-2CD1-A8587AA727E7}"/>
                  </a:ext>
                </a:extLst>
              </p:cNvPr>
              <p:cNvCxnSpPr/>
              <p:nvPr/>
            </p:nvCxnSpPr>
            <p:spPr>
              <a:xfrm>
                <a:off x="3657600" y="6181725"/>
                <a:ext cx="1600200" cy="22860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44D475E-0A1D-BD6C-2902-F109B562C034}"/>
                    </a:ext>
                  </a:extLst>
                </p:cNvPr>
                <p:cNvSpPr txBox="1"/>
                <p:nvPr/>
              </p:nvSpPr>
              <p:spPr>
                <a:xfrm rot="422628">
                  <a:off x="783545" y="6092715"/>
                  <a:ext cx="1692828" cy="379915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sz="1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000">
                      <a:solidFill>
                        <a:srgbClr val="FF0000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  s.t  </a:t>
                  </a:r>
                  <a14:m>
                    <m:oMath xmlns:m="http://schemas.openxmlformats.org/officeDocument/2006/math">
                      <m:r>
                        <a:rPr lang="en-US" sz="1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p>
                          <m:r>
                            <a:rPr lang="en-US" sz="1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a14:m>
                  <a:endParaRPr lang="en-US" sz="1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44D475E-0A1D-BD6C-2902-F109B562C0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422628">
                  <a:off x="783545" y="6092715"/>
                  <a:ext cx="1692828" cy="37991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L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3FC44F7-A437-EE97-9465-01122BA17FAB}"/>
                </a:ext>
              </a:extLst>
            </p:cNvPr>
            <p:cNvSpPr txBox="1"/>
            <p:nvPr/>
          </p:nvSpPr>
          <p:spPr>
            <a:xfrm>
              <a:off x="228305" y="3152001"/>
              <a:ext cx="899900" cy="2993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e-IL" sz="700">
                  <a:latin typeface="Gisha" panose="020B0502040204020203" pitchFamily="34" charset="-79"/>
                  <a:cs typeface="Gisha" panose="020B0502040204020203" pitchFamily="34" charset="-79"/>
                </a:rPr>
                <a:t> לא בטיחות</a:t>
              </a:r>
              <a:endParaRPr lang="en-US" sz="7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2BE3B2D-A704-2A7F-3F7D-3BB68C2ECD6D}"/>
                </a:ext>
              </a:extLst>
            </p:cNvPr>
            <p:cNvSpPr txBox="1"/>
            <p:nvPr/>
          </p:nvSpPr>
          <p:spPr>
            <a:xfrm>
              <a:off x="2216358" y="4295001"/>
              <a:ext cx="679241" cy="2993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e-IL" sz="700">
                  <a:latin typeface="Gisha" panose="020B0502040204020203" pitchFamily="34" charset="-79"/>
                  <a:cs typeface="Gisha" panose="020B0502040204020203" pitchFamily="34" charset="-79"/>
                </a:rPr>
                <a:t>בטיחות</a:t>
              </a:r>
              <a:endParaRPr lang="en-US" sz="7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E5C4853-5EA9-36AF-B808-4E57CA50B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81000" y="2957926"/>
              <a:ext cx="2583895" cy="1981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955568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הוכחת כיוון שני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3340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spcBef>
                    <a:spcPts val="3000"/>
                  </a:spcBef>
                  <a:buNone/>
                </a:pP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נניח ש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𝑐𝑙𝑜𝑠𝑢𝑟𝑒</m:t>
                    </m:r>
                    <m:d>
                      <m:d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he-IL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spcBef>
                    <a:spcPts val="30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ניקח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he-IL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he-IL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spcBef>
                    <a:spcPts val="30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כיוון ש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𝑐𝑙𝑜𝑠𝑢𝑟𝑒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, קיימת רישא סופית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של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b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שאינה רישא של אף מילה ב-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spcBef>
                    <a:spcPts val="30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בפרט,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היא רישא סופית "רעה" של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spcBef>
                    <a:spcPts val="3000"/>
                  </a:spcBef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הראינו שלכל מילה שאינה ב-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יש רישא סופית "רעה" </a:t>
                </a:r>
              </a:p>
              <a:p>
                <a:pPr marL="0" indent="0" algn="ctr">
                  <a:spcBef>
                    <a:spcPts val="3000"/>
                  </a:spcBef>
                  <a:buNone/>
                </a:pP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לכן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תכונת בטיחות</a:t>
                </a:r>
              </a:p>
              <a:p>
                <a:pPr>
                  <a:spcBef>
                    <a:spcPts val="3000"/>
                  </a:spcBef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334000"/>
              </a:xfrm>
              <a:blipFill>
                <a:blip r:embed="rId2"/>
                <a:stretch>
                  <a:fillRect t="-1143" b="-434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04121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 לשאלה בנושא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09550" y="1524000"/>
                <a:ext cx="8724900" cy="48768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הוכיחו שלכל זוג תכונות זמן ליניארי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baseline="-25000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he-IL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ו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𝑃</m:t>
                    </m:r>
                    <m:r>
                      <a:rPr lang="en-US" i="1" baseline="-25000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מתקיים:</a:t>
                </a:r>
                <a:br>
                  <a:rPr lang="en-US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lnSpc>
                    <a:spcPct val="110000"/>
                  </a:lnSpc>
                  <a:spcBef>
                    <a:spcPts val="48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000FF"/>
                          </a:solidFill>
                          <a:latin typeface="Cambria Math"/>
                        </a:rPr>
                        <m:t>𝑐𝑙𝑜𝑠𝑢𝑟𝑒</m:t>
                      </m:r>
                      <m:d>
                        <m:dPr>
                          <m:ctrlPr>
                            <a:rPr lang="en-US" i="1" dirty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US" i="1" baseline="-25000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∪</m:t>
                          </m:r>
                          <m:r>
                            <a:rPr lang="en-US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US" b="0" i="1" baseline="-25000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US" b="0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𝑐𝑙𝑜𝑠𝑢𝑟𝑒</m:t>
                      </m:r>
                      <m:d>
                        <m:d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𝑃</m:t>
                          </m:r>
                          <m:r>
                            <a:rPr lang="en-US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𝑐𝑙𝑜𝑠𝑢𝑟𝑒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𝑃</m:t>
                      </m:r>
                      <m:r>
                        <a:rPr lang="en-US" i="1" baseline="-2500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10000"/>
                  </a:lnSpc>
                  <a:spcBef>
                    <a:spcPts val="2400"/>
                  </a:spcBef>
                  <a:spcAft>
                    <a:spcPts val="2400"/>
                  </a:spcAft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רעיון ההוכחה:</a:t>
                </a:r>
                <a:endParaRPr lang="he-IL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000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כיוון אחד קל: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ברור שמילה שאת כל הרישות שלה אפשר להמשיך למילים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he-IL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, למשל, היא גם מילה שאת כל הרישות שלה אפשר להמשיך למילים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he-IL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∪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2400"/>
                  </a:spcAft>
                  <a:buNone/>
                </a:pPr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בכיוון השני צריך להיזהר</a:t>
                </a: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איך אנחנו יודעים שכל מילה שאת כל הרישות שלה אפשר להמשיך למילים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he-IL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∪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 גם מילה שאת כל הרישות שלה אפשר להמשיך למילים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he-IL" sz="20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או שאת כל הרישות שלה אפשר להמשיך למילים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?</a:t>
                </a: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2400"/>
                  </a:spcBef>
                  <a:spcAft>
                    <a:spcPts val="2400"/>
                  </a:spcAft>
                  <a:buNone/>
                </a:pPr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2400"/>
                  </a:spcBef>
                  <a:spcAft>
                    <a:spcPts val="2400"/>
                  </a:spcAft>
                  <a:buNone/>
                </a:pP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lnSpc>
                    <a:spcPct val="110000"/>
                  </a:lnSpc>
                  <a:spcBef>
                    <a:spcPts val="4800"/>
                  </a:spcBef>
                  <a:spcAft>
                    <a:spcPts val="4800"/>
                  </a:spcAft>
                  <a:buNone/>
                </a:pPr>
                <a:endParaRPr lang="he-IL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09550" y="1524000"/>
                <a:ext cx="8724900" cy="4876800"/>
              </a:xfrm>
              <a:blipFill>
                <a:blip r:embed="rId2"/>
                <a:stretch>
                  <a:fillRect l="-978" t="-875" r="-1187" b="-6125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עקרון שובך היונים – ויקיפדיה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1" y="5867400"/>
            <a:ext cx="1118737" cy="90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yellow triangle with a black exclamation mark&#10;&#10;Description automatically generated">
            <a:extLst>
              <a:ext uri="{FF2B5EF4-FFF2-40B4-BE49-F238E27FC236}">
                <a16:creationId xmlns:a16="http://schemas.microsoft.com/office/drawing/2014/main" id="{E03F0863-8835-3C56-A242-31AF68D511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32" y="5334000"/>
            <a:ext cx="512041" cy="512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064345"/>
      </p:ext>
    </p:extLst>
  </p:cSld>
  <p:clrMapOvr>
    <a:masterClrMapping/>
  </p:clrMapOvr>
  <p:transition>
    <p:dissolv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על השימוש במילה "</a:t>
            </a:r>
            <a:r>
              <a:rPr lang="he-IL" b="1">
                <a:latin typeface="Gisha" panose="020B0502040204020203" pitchFamily="34" charset="-79"/>
                <a:cs typeface="Gisha" panose="020B0502040204020203" pitchFamily="34" charset="-79"/>
              </a:rPr>
              <a:t>סְגוֹ‏‏ר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3340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3000"/>
                  </a:spcBef>
                  <a:spcAft>
                    <a:spcPts val="1200"/>
                  </a:spcAft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כשיש פונקציית מרחק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(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מרחבים מֶטְרִיִּים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), מגדירים </a:t>
                </a:r>
                <a:r>
                  <a:rPr lang="he-IL" b="1" dirty="0">
                    <a:latin typeface="Gisha" panose="020B0502040204020203" pitchFamily="34" charset="-79"/>
                    <a:cs typeface="Gisha" panose="020B0502040204020203" pitchFamily="34" charset="-79"/>
                  </a:rPr>
                  <a:t>סְגוֹ‏‏ר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של קבוצה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0" indent="0" algn="ctr" rtl="0">
                  <a:lnSpc>
                    <a:spcPct val="120000"/>
                  </a:lnSpc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𝑐𝑙𝑜𝑠𝑢𝑟𝑒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:∀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nor/>
                            </m:rPr>
                            <a:rPr lang="en-US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he-IL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334000"/>
              </a:xfrm>
              <a:blipFill>
                <a:blip r:embed="rId2"/>
                <a:stretch>
                  <a:fillRect t="-229" r="-1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ECBBDC2A-1FD1-04A1-D7EE-AEBADB7DCE99}"/>
              </a:ext>
            </a:extLst>
          </p:cNvPr>
          <p:cNvSpPr/>
          <p:nvPr/>
        </p:nvSpPr>
        <p:spPr>
          <a:xfrm>
            <a:off x="3558008" y="3811508"/>
            <a:ext cx="1991762" cy="225431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 anchor="ctr" anchorCtr="0"/>
          <a:lstStyle/>
          <a:p>
            <a:pPr algn="ctr"/>
            <a:r>
              <a:rPr lang="en-US" sz="3200" dirty="0">
                <a:solidFill>
                  <a:schemeClr val="accent2">
                    <a:lumMod val="50000"/>
                  </a:schemeClr>
                </a:solidFill>
              </a:rPr>
              <a:t>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9082760-ADAC-91CC-24A6-2B6EDBB8DB5D}"/>
              </a:ext>
            </a:extLst>
          </p:cNvPr>
          <p:cNvSpPr/>
          <p:nvPr/>
        </p:nvSpPr>
        <p:spPr>
          <a:xfrm>
            <a:off x="4427141" y="4182702"/>
            <a:ext cx="126748" cy="126748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4503ED-C6D1-AEDF-B92B-8E8A2500A855}"/>
              </a:ext>
            </a:extLst>
          </p:cNvPr>
          <p:cNvSpPr/>
          <p:nvPr/>
        </p:nvSpPr>
        <p:spPr>
          <a:xfrm>
            <a:off x="5432073" y="4535787"/>
            <a:ext cx="126748" cy="126748"/>
          </a:xfrm>
          <a:prstGeom prst="ellipse">
            <a:avLst/>
          </a:prstGeom>
          <a:solidFill>
            <a:srgbClr val="00B05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B895C1-4FB7-1284-9685-DDAEB4F92015}"/>
              </a:ext>
            </a:extLst>
          </p:cNvPr>
          <p:cNvSpPr/>
          <p:nvPr/>
        </p:nvSpPr>
        <p:spPr>
          <a:xfrm>
            <a:off x="5379626" y="4467346"/>
            <a:ext cx="231642" cy="263630"/>
          </a:xfrm>
          <a:prstGeom prst="ellipse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BF62191-A503-B6E3-A90B-7B5909A0880E}"/>
              </a:ext>
            </a:extLst>
          </p:cNvPr>
          <p:cNvSpPr/>
          <p:nvPr/>
        </p:nvSpPr>
        <p:spPr>
          <a:xfrm>
            <a:off x="5946605" y="4896414"/>
            <a:ext cx="126748" cy="126748"/>
          </a:xfrm>
          <a:prstGeom prst="ellipse">
            <a:avLst/>
          </a:prstGeom>
          <a:solidFill>
            <a:srgbClr val="FF00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F5E46D8-CF27-66A2-59F5-FB91724D4AEF}"/>
              </a:ext>
            </a:extLst>
          </p:cNvPr>
          <p:cNvSpPr/>
          <p:nvPr/>
        </p:nvSpPr>
        <p:spPr>
          <a:xfrm>
            <a:off x="5894158" y="4827973"/>
            <a:ext cx="231642" cy="263630"/>
          </a:xfrm>
          <a:prstGeom prst="ellipse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5560C0-6F51-E19A-54EB-9C2CFA83FBD7}"/>
                  </a:ext>
                </a:extLst>
              </p:cNvPr>
              <p:cNvSpPr txBox="1"/>
              <p:nvPr/>
            </p:nvSpPr>
            <p:spPr>
              <a:xfrm>
                <a:off x="6473811" y="3429000"/>
                <a:ext cx="22187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מעגל ברדיוס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סביב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75560C0-6F51-E19A-54EB-9C2CFA83F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811" y="3429000"/>
                <a:ext cx="2218749" cy="369332"/>
              </a:xfrm>
              <a:prstGeom prst="rect">
                <a:avLst/>
              </a:prstGeom>
              <a:blipFill>
                <a:blip r:embed="rId3"/>
                <a:stretch>
                  <a:fillRect t="-10000" r="-219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AD53DB1-9F88-7680-473C-6B0EA0EA7818}"/>
              </a:ext>
            </a:extLst>
          </p:cNvPr>
          <p:cNvCxnSpPr>
            <a:cxnSpLocks/>
          </p:cNvCxnSpPr>
          <p:nvPr/>
        </p:nvCxnSpPr>
        <p:spPr>
          <a:xfrm flipH="1" flipV="1">
            <a:off x="7152238" y="3078178"/>
            <a:ext cx="126748" cy="369332"/>
          </a:xfrm>
          <a:prstGeom prst="straightConnector1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634681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BFDCC-1DC7-F6C9-87E3-72AA22EA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A66A1D-1199-BD93-3BE5-FA38D95DF1ED}"/>
              </a:ext>
            </a:extLst>
          </p:cNvPr>
          <p:cNvSpPr/>
          <p:nvPr/>
        </p:nvSpPr>
        <p:spPr>
          <a:xfrm>
            <a:off x="314130" y="4267200"/>
            <a:ext cx="85344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0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95BB2-9D6D-8EF9-A451-0466BA0F4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על השימוש במילה "</a:t>
            </a:r>
            <a:r>
              <a:rPr lang="he-IL" b="1">
                <a:latin typeface="Gisha" panose="020B0502040204020203" pitchFamily="34" charset="-79"/>
                <a:cs typeface="Gisha" panose="020B0502040204020203" pitchFamily="34" charset="-79"/>
              </a:rPr>
              <a:t>סְגוֹ‏‏ר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A29A7-250D-C1A4-3BC4-20456946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A3AC336-DA0A-A168-42F7-E14B65CDBCC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33400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3000"/>
                  </a:spcBef>
                  <a:spcAft>
                    <a:spcPts val="1200"/>
                  </a:spcAft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כשיש פונקציית מרחק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(</a:t>
                </a:r>
                <a:r>
                  <a:rPr lang="he-IL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מרחבים מֶטְרִיִּים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), מגדירים </a:t>
                </a:r>
                <a:r>
                  <a:rPr lang="he-IL" b="1" dirty="0">
                    <a:latin typeface="Gisha" panose="020B0502040204020203" pitchFamily="34" charset="-79"/>
                    <a:cs typeface="Gisha" panose="020B0502040204020203" pitchFamily="34" charset="-79"/>
                  </a:rPr>
                  <a:t>סְגוֹ‏‏ר</a:t>
                </a: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של קבוצה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0" indent="0" algn="ctr" rtl="0">
                  <a:lnSpc>
                    <a:spcPct val="120000"/>
                  </a:lnSpc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𝑐𝑙𝑜𝑠𝑢𝑟𝑒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:∀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m:rPr>
                              <m:nor/>
                            </m:rPr>
                            <a:rPr lang="en-US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∃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he-IL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3000"/>
                  </a:spcBef>
                  <a:spcAft>
                    <a:spcPts val="2400"/>
                  </a:spcAft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 נגדיר מרחק בין מילים ע"י:</a:t>
                </a:r>
              </a:p>
              <a:p>
                <a:pPr marL="0" indent="0" algn="ctr" rtl="0">
                  <a:lnSpc>
                    <a:spcPct val="120000"/>
                  </a:lnSpc>
                  <a:spcBef>
                    <a:spcPts val="30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..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..</m:t>
                                  </m:r>
                                  <m:r>
                                    <a:rPr lang="en-US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sup>
                      </m:sSup>
                    </m:oMath>
                  </m:oMathPara>
                </a14:m>
                <a:endParaRPr lang="he-IL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>
                  <a:lnSpc>
                    <a:spcPct val="120000"/>
                  </a:lnSpc>
                  <a:spcBef>
                    <a:spcPts val="2400"/>
                  </a:spcBef>
                  <a:spcAft>
                    <a:spcPts val="1800"/>
                  </a:spcAft>
                  <a:buNone/>
                </a:pPr>
                <a:r>
                  <a:rPr lang="he-IL" sz="36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נקבל שההגדרה למעלה שקולה להגדרה שהגדרנו קודם</a:t>
                </a:r>
              </a:p>
              <a:p>
                <a:pPr marL="0" indent="0" algn="ctr">
                  <a:lnSpc>
                    <a:spcPct val="120000"/>
                  </a:lnSpc>
                  <a:spcBef>
                    <a:spcPts val="3000"/>
                  </a:spcBef>
                  <a:buNone/>
                </a:pP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בפרט, במרחב המטרי הזה, תכונות הבטיחות הן הקבוצות הסגורות</a:t>
                </a:r>
              </a:p>
              <a:p>
                <a:pPr marL="0" indent="0" algn="ctr">
                  <a:lnSpc>
                    <a:spcPct val="120000"/>
                  </a:lnSpc>
                  <a:spcBef>
                    <a:spcPts val="600"/>
                  </a:spcBef>
                  <a:buNone/>
                </a:pPr>
                <a:r>
                  <a:rPr lang="he-IL" dirty="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(אלה שהסגור שלהן שווה לקבוצה עצמה)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A3AC336-DA0A-A168-42F7-E14B65CDBC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5334000"/>
              </a:xfrm>
              <a:blipFill>
                <a:blip r:embed="rId2"/>
                <a:stretch>
                  <a:fillRect l="-1586" t="-686" r="-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0016F18-390D-0A38-651C-E5BFE152A539}"/>
              </a:ext>
            </a:extLst>
          </p:cNvPr>
          <p:cNvSpPr/>
          <p:nvPr/>
        </p:nvSpPr>
        <p:spPr>
          <a:xfrm>
            <a:off x="143256" y="2819400"/>
            <a:ext cx="2286000" cy="609600"/>
          </a:xfrm>
          <a:prstGeom prst="wedgeRoundRectCallout">
            <a:avLst>
              <a:gd name="adj1" fmla="val 59721"/>
              <a:gd name="adj2" fmla="val 84816"/>
              <a:gd name="adj3" fmla="val 16667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>
                <a:solidFill>
                  <a:schemeClr val="accent3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מרחק קטן = יש רישא משותפת ארוכה</a:t>
            </a:r>
          </a:p>
        </p:txBody>
      </p:sp>
      <p:pic>
        <p:nvPicPr>
          <p:cNvPr id="3" name="Graphic 8" descr="Owl">
            <a:extLst>
              <a:ext uri="{FF2B5EF4-FFF2-40B4-BE49-F238E27FC236}">
                <a16:creationId xmlns:a16="http://schemas.microsoft.com/office/drawing/2014/main" id="{1E6CC011-09C6-FFA6-7E35-F6AF332101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168" y="4798368"/>
            <a:ext cx="459432" cy="459432"/>
          </a:xfrm>
          <a:prstGeom prst="rect">
            <a:avLst/>
          </a:prstGeom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2491B6-EC9F-0352-4CE5-D8351667B2C9}"/>
              </a:ext>
            </a:extLst>
          </p:cNvPr>
          <p:cNvSpPr txBox="1"/>
          <p:nvPr/>
        </p:nvSpPr>
        <p:spPr>
          <a:xfrm>
            <a:off x="76200" y="5209401"/>
            <a:ext cx="668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200">
                <a:solidFill>
                  <a:srgbClr val="370F0B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הוכחה?</a:t>
            </a:r>
            <a:endParaRPr lang="en-US" sz="1200">
              <a:solidFill>
                <a:srgbClr val="370F0B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40675812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המשך: על השימוש במילה "</a:t>
            </a:r>
            <a:r>
              <a:rPr lang="he-IL" b="1">
                <a:latin typeface="Gisha" panose="020B0502040204020203" pitchFamily="34" charset="-79"/>
                <a:cs typeface="Gisha" panose="020B0502040204020203" pitchFamily="34" charset="-79"/>
              </a:rPr>
              <a:t>סְגוֹ‏‏ר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"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2362200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3000"/>
                  </a:spcBef>
                  <a:spcAft>
                    <a:spcPts val="24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טענה: לכל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he-IL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he-IL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:∀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such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that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: 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sup>
                          </m:s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400" b="0" i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:  ∀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⊏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∃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⊐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such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that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2362200"/>
              </a:xfrm>
              <a:blipFill>
                <a:blip r:embed="rId2"/>
                <a:stretch>
                  <a:fillRect t="-2062" r="-103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904301" y="3733800"/>
                <a:ext cx="20156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הכלה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4301" y="3733800"/>
                <a:ext cx="2015681" cy="461665"/>
              </a:xfrm>
              <a:prstGeom prst="rect">
                <a:avLst/>
              </a:prstGeom>
              <a:blipFill>
                <a:blip r:embed="rId3"/>
                <a:stretch>
                  <a:fillRect l="-3939" t="-12000" r="-4848" b="-2800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5824" y="4270248"/>
                <a:ext cx="8951976" cy="239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he-IL" sz="2400" i="1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⊏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⇒∃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nor/>
                        </m:rPr>
                        <a:rPr lang="en-US" sz="2400" i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such</m:t>
                      </m:r>
                      <m:r>
                        <m:rPr>
                          <m:nor/>
                        </m:rPr>
                        <a:rPr lang="en-US" sz="2400" i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that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sSup>
                        <m:sSup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 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..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..</m:t>
                                  </m:r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sup>
                      </m:sSup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𝑙𝑒𝑛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2400" b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lnSpc>
                    <a:spcPct val="150000"/>
                  </a:lnSpc>
                </a:pP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                  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𝑙𝑒𝑛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..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𝑙𝑒𝑛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                          </m:t>
                      </m:r>
                      <m:r>
                        <a:rPr lang="he-IL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⇒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⊐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lnSpc>
                    <a:spcPct val="150000"/>
                  </a:lnSpc>
                </a:pP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	  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24" y="4270248"/>
                <a:ext cx="8951976" cy="23923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 flipV="1">
            <a:off x="7924800" y="4876800"/>
            <a:ext cx="76200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247781" y="5576233"/>
                <a:ext cx="13477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ה-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שבחרנו</a:t>
                </a:r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7781" y="5576233"/>
                <a:ext cx="1347741" cy="369332"/>
              </a:xfrm>
              <a:prstGeom prst="rect">
                <a:avLst/>
              </a:prstGeom>
              <a:blipFill>
                <a:blip r:embed="rId5"/>
                <a:stretch>
                  <a:fillRect l="-3620" t="-10000" r="-3620" b="-2666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72915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304800"/>
            <a:ext cx="7772400" cy="1143000"/>
          </a:xfrm>
        </p:spPr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המשך: על השימוש במילה "</a:t>
            </a:r>
            <a:r>
              <a:rPr lang="he-IL" b="1">
                <a:latin typeface="Gisha" panose="020B0502040204020203" pitchFamily="34" charset="-79"/>
                <a:cs typeface="Gisha" panose="020B0502040204020203" pitchFamily="34" charset="-79"/>
              </a:rPr>
              <a:t>סְגוֹ‏‏ר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"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2362200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3000"/>
                  </a:spcBef>
                  <a:spcAft>
                    <a:spcPts val="2400"/>
                  </a:spcAft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טענה: לכל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p>
                  </m:oMath>
                </a14:m>
                <a:endParaRPr lang="he-IL" sz="28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he-IL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he-IL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:∀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such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that</m:t>
                          </m:r>
                          <m:r>
                            <m:rPr>
                              <m:nor/>
                            </m:rPr>
                            <a:rPr lang="en-US" sz="2400" b="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24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: 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..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d>
                            </m:sup>
                          </m:s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</m:oMath>
                  </m:oMathPara>
                </a14:m>
                <a:endParaRPr lang="en-US" sz="2400" b="0" i="1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 algn="ctr" rtl="0">
                  <a:spcBef>
                    <a:spcPts val="3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:  ∀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⊏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∃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⊐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such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400" i="0" smtClean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that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 sz="24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371600"/>
                <a:ext cx="8839200" cy="2362200"/>
              </a:xfrm>
              <a:blipFill>
                <a:blip r:embed="rId2"/>
                <a:stretch>
                  <a:fillRect t="-2062" r="-1034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909483" y="3894637"/>
                <a:ext cx="20156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הכלה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483" y="3894637"/>
                <a:ext cx="2015681" cy="461665"/>
              </a:xfrm>
              <a:prstGeom prst="rect">
                <a:avLst/>
              </a:prstGeom>
              <a:blipFill>
                <a:blip r:embed="rId3"/>
                <a:stretch>
                  <a:fillRect l="-3625" t="-11842" r="-4834" b="-2763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76656" y="4547918"/>
                <a:ext cx="7705344" cy="183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b="0" i="0">
                    <a:latin typeface="Gisha" panose="020B0502040204020203" pitchFamily="34" charset="-79"/>
                    <a:cs typeface="Gisha" panose="020B0502040204020203" pitchFamily="34" charset="-79"/>
                  </a:rPr>
                  <a:t> 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⇒∃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en-US" sz="240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such</m:t>
                    </m:r>
                    <m:r>
                      <m:rPr>
                        <m:nor/>
                      </m:rPr>
                      <a:rPr lang="en-US" sz="240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 </m:t>
                    </m:r>
                    <m:r>
                      <m:rPr>
                        <m:nor/>
                      </m:rPr>
                      <a:rPr lang="en-US" sz="240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that</m:t>
                    </m:r>
                  </m:oMath>
                </a14:m>
                <a:r>
                  <a:rPr lang="en-US" sz="2400" b="0" i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⊐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..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</m:func>
                          </m:e>
                        </m:d>
                      </m:e>
                    </m:d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i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lnSpc>
                    <a:spcPct val="150000"/>
                  </a:lnSpc>
                </a:pPr>
                <a:r>
                  <a:rPr lang="en-US" sz="2400" b="0">
                    <a:latin typeface="Gisha" panose="020B0502040204020203" pitchFamily="34" charset="-79"/>
                    <a:cs typeface="Gisha" panose="020B0502040204020203" pitchFamily="34" charset="-79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max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: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..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..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</a:p>
              <a:p>
                <a:pPr algn="l" rtl="0">
                  <a:lnSpc>
                    <a:spcPct val="150000"/>
                  </a:lnSpc>
                </a:pP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" y="4547918"/>
                <a:ext cx="7705344" cy="18383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H="1" flipV="1">
            <a:off x="6858000" y="5257800"/>
            <a:ext cx="892902" cy="595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978127" y="5791200"/>
                <a:ext cx="1367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ה-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שבחרנו</a:t>
                </a:r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8127" y="5791200"/>
                <a:ext cx="1367297" cy="369332"/>
              </a:xfrm>
              <a:prstGeom prst="rect">
                <a:avLst/>
              </a:prstGeom>
              <a:blipFill>
                <a:blip r:embed="rId5"/>
                <a:stretch>
                  <a:fillRect l="-4018" t="-8197" r="-3571" b="-2459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11556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53398" y="5209308"/>
            <a:ext cx="6618732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47733" y="2971800"/>
            <a:ext cx="3925447" cy="53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חַיּוּת מול תכונות בטיחות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419100" y="1600200"/>
            <a:ext cx="8305800" cy="53340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תכונות בטיחות מבטאות דרישה "</a:t>
            </a:r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שמשהו רע לא יקרה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"</a:t>
            </a:r>
          </a:p>
          <a:p>
            <a:pPr>
              <a:spcBef>
                <a:spcPts val="36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אפשר לעמוד בדרישה גם אם לא עושים כלום!</a:t>
            </a:r>
          </a:p>
          <a:p>
            <a:pPr lvl="1" algn="ctr">
              <a:spcBef>
                <a:spcPts val="1200"/>
              </a:spcBef>
              <a:buNone/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כך, אף פעם לא נגיע למצב "רע"</a:t>
            </a:r>
          </a:p>
          <a:p>
            <a:pPr>
              <a:spcBef>
                <a:spcPts val="36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לכן: נוסיף גם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חַיּוּת 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כדי לדרוש שתהייה 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התקדמות</a:t>
            </a:r>
          </a:p>
          <a:p>
            <a:pPr>
              <a:spcBef>
                <a:spcPts val="3600"/>
              </a:spcBef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דרישות חַיּוּת אומרות:</a:t>
            </a:r>
          </a:p>
          <a:p>
            <a:pPr algn="ctr">
              <a:spcBef>
                <a:spcPts val="1200"/>
              </a:spcBef>
              <a:buNone/>
            </a:pP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בסופו של דבר יקרה "</a:t>
            </a:r>
            <a:r>
              <a:rPr lang="he-IL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משהו טוב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" [</a:t>
            </a:r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Lamport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1977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]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8" name="Picture 2" descr="http://www.lamport.org/lesli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410200"/>
            <a:ext cx="1137971" cy="1447800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המחשה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 אוקטובר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b="43124"/>
          <a:stretch/>
        </p:blipFill>
        <p:spPr bwMode="auto">
          <a:xfrm>
            <a:off x="783336" y="1273077"/>
            <a:ext cx="7543800" cy="2919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419600" y="4193061"/>
            <a:ext cx="434340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6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חַיּוּת</a:t>
            </a:r>
          </a:p>
          <a:p>
            <a:pPr algn="ctr"/>
            <a:endParaRPr lang="he-IL" sz="2400" dirty="0">
              <a:solidFill>
                <a:srgbClr val="0040C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"משהו טוב יקרה בסופו של דבר"</a:t>
            </a:r>
          </a:p>
          <a:p>
            <a:pPr algn="ctr"/>
            <a:endParaRPr lang="he-IL" sz="24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he-IL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תמיד יכול </a:t>
            </a:r>
            <a:r>
              <a:rPr lang="he-IL" sz="2400" b="1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להיות </a:t>
            </a:r>
          </a:p>
          <a:p>
            <a:pPr algn="ctr"/>
            <a:r>
              <a:rPr lang="he-IL" sz="2400" b="1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"שהדבר הטוב</a:t>
            </a:r>
            <a:r>
              <a:rPr lang="he-IL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" יקרה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5931" y="4193061"/>
            <a:ext cx="2911075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600" dirty="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בטיחות</a:t>
            </a:r>
          </a:p>
          <a:p>
            <a:pPr algn="ctr"/>
            <a:endParaRPr lang="he-IL" sz="2400" dirty="0">
              <a:solidFill>
                <a:srgbClr val="0040C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"משהו רע לא יקרה"</a:t>
            </a:r>
          </a:p>
          <a:p>
            <a:pPr algn="ctr"/>
            <a:endParaRPr lang="he-IL" sz="2400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algn="ctr"/>
            <a:r>
              <a:rPr lang="he-IL" sz="24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 ניתן לתקן את הדבר הרע</a:t>
            </a:r>
          </a:p>
        </p:txBody>
      </p:sp>
    </p:spTree>
  </p:cSld>
  <p:clrMapOvr>
    <a:masterClrMapping/>
  </p:clrMapOvr>
  <p:transition>
    <p:dissolv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DEFAULTDISPLAYSOURCE" val="\documentclass{article}\pagestyle{empty}&#10;&#10;\begin{document}&#10;&#10;\end{document}&#10;"/>
  <p:tag name="EMBEDFONTS" val="1"/>
  <p:tag name="FIRSTUSER@YFBVXUQFUVWYY57I" val="3590"/>
  <p:tag name="FIRSTGERAW@BMGANINFUVWYY57I" val="393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E1AAFD6D87EF124ABDE3DE81066420D6" ma:contentTypeVersion="34" ma:contentTypeDescription="צור מסמך חדש." ma:contentTypeScope="" ma:versionID="910f777636650e77185445cffd238060">
  <xsd:schema xmlns:xsd="http://www.w3.org/2001/XMLSchema" xmlns:xs="http://www.w3.org/2001/XMLSchema" xmlns:p="http://schemas.microsoft.com/office/2006/metadata/properties" xmlns:ns3="530aed44-bba2-4740-9d53-81a4ff59885a" xmlns:ns4="13339362-a64d-4447-adeb-f6f56907af71" targetNamespace="http://schemas.microsoft.com/office/2006/metadata/properties" ma:root="true" ma:fieldsID="039c38a9d4502e36a5308a0d077837bc" ns3:_="" ns4:_="">
    <xsd:import namespace="530aed44-bba2-4740-9d53-81a4ff59885a"/>
    <xsd:import namespace="13339362-a64d-4447-adeb-f6f56907af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Math_Settings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Distribution_Groups" minOccurs="0"/>
                <xsd:element ref="ns3:LMS_Mapping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3:Teams_Channel_Section_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0aed44-bba2-4740-9d53-81a4ff5988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NotebookType" ma:index="17" nillable="true" ma:displayName="Notebook Type" ma:internalName="NotebookType">
      <xsd:simpleType>
        <xsd:restriction base="dms:Text"/>
      </xsd:simpleType>
    </xsd:element>
    <xsd:element name="FolderType" ma:index="18" nillable="true" ma:displayName="Folder Type" ma:internalName="FolderType">
      <xsd:simpleType>
        <xsd:restriction base="dms:Text"/>
      </xsd:simpleType>
    </xsd:element>
    <xsd:element name="CultureName" ma:index="19" nillable="true" ma:displayName="Culture Name" ma:internalName="CultureName">
      <xsd:simpleType>
        <xsd:restriction base="dms:Text"/>
      </xsd:simpleType>
    </xsd:element>
    <xsd:element name="AppVersion" ma:index="20" nillable="true" ma:displayName="App Version" ma:internalName="AppVersion">
      <xsd:simpleType>
        <xsd:restriction base="dms:Text"/>
      </xsd:simpleType>
    </xsd:element>
    <xsd:element name="TeamsChannelId" ma:index="21" nillable="true" ma:displayName="Teams Channel Id" ma:internalName="TeamsChannelId">
      <xsd:simpleType>
        <xsd:restriction base="dms:Text"/>
      </xsd:simpleType>
    </xsd:element>
    <xsd:element name="Owner" ma:index="22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3" nillable="true" ma:displayName="Math Settings" ma:internalName="Math_Settings">
      <xsd:simpleType>
        <xsd:restriction base="dms:Text"/>
      </xsd:simpleType>
    </xsd:element>
    <xsd:element name="DefaultSectionNames" ma:index="24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5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6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7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8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9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0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1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2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3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4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5" nillable="true" ma:displayName="Is Collaboration Space Locked" ma:internalName="Is_Collaboration_Space_Locked">
      <xsd:simpleType>
        <xsd:restriction base="dms:Boolean"/>
      </xsd:simpleType>
    </xsd:element>
    <xsd:element name="IsNotebookLocked" ma:index="36" nillable="true" ma:displayName="Is Notebook Locked" ma:internalName="IsNotebookLocked">
      <xsd:simpleType>
        <xsd:restriction base="dms:Boolean"/>
      </xsd:simpleType>
    </xsd:element>
    <xsd:element name="Teams_Channel_Section_Location" ma:index="37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339362-a64d-4447-adeb-f6f56907af71" elementFormDefault="qualified">
    <xsd:import namespace="http://schemas.microsoft.com/office/2006/documentManagement/types"/>
    <xsd:import namespace="http://schemas.microsoft.com/office/infopath/2007/PartnerControls"/>
    <xsd:element name="SharedWithUsers" ma:index="38" nillable="true" ma:displayName="משותף עם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9" nillable="true" ma:displayName="משותף עם פרטים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40" nillable="true" ma:displayName="Hash של רמז לשיתוף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530aed44-bba2-4740-9d53-81a4ff59885a" xsi:nil="true"/>
    <Invited_Teachers xmlns="530aed44-bba2-4740-9d53-81a4ff59885a" xsi:nil="true"/>
    <Invited_Students xmlns="530aed44-bba2-4740-9d53-81a4ff59885a" xsi:nil="true"/>
    <IsNotebookLocked xmlns="530aed44-bba2-4740-9d53-81a4ff59885a" xsi:nil="true"/>
    <CultureName xmlns="530aed44-bba2-4740-9d53-81a4ff59885a" xsi:nil="true"/>
    <Templates xmlns="530aed44-bba2-4740-9d53-81a4ff59885a" xsi:nil="true"/>
    <TeamsChannelId xmlns="530aed44-bba2-4740-9d53-81a4ff59885a" xsi:nil="true"/>
    <Students xmlns="530aed44-bba2-4740-9d53-81a4ff59885a">
      <UserInfo>
        <DisplayName/>
        <AccountId xsi:nil="true"/>
        <AccountType/>
      </UserInfo>
    </Students>
    <Student_Groups xmlns="530aed44-bba2-4740-9d53-81a4ff59885a">
      <UserInfo>
        <DisplayName/>
        <AccountId xsi:nil="true"/>
        <AccountType/>
      </UserInfo>
    </Student_Groups>
    <Math_Settings xmlns="530aed44-bba2-4740-9d53-81a4ff59885a" xsi:nil="true"/>
    <Self_Registration_Enabled xmlns="530aed44-bba2-4740-9d53-81a4ff59885a" xsi:nil="true"/>
    <Teams_Channel_Section_Location xmlns="530aed44-bba2-4740-9d53-81a4ff59885a" xsi:nil="true"/>
    <LMS_Mappings xmlns="530aed44-bba2-4740-9d53-81a4ff59885a" xsi:nil="true"/>
    <NotebookType xmlns="530aed44-bba2-4740-9d53-81a4ff59885a" xsi:nil="true"/>
    <Has_Teacher_Only_SectionGroup xmlns="530aed44-bba2-4740-9d53-81a4ff59885a" xsi:nil="true"/>
    <DefaultSectionNames xmlns="530aed44-bba2-4740-9d53-81a4ff59885a" xsi:nil="true"/>
    <FolderType xmlns="530aed44-bba2-4740-9d53-81a4ff59885a" xsi:nil="true"/>
    <Owner xmlns="530aed44-bba2-4740-9d53-81a4ff59885a">
      <UserInfo>
        <DisplayName/>
        <AccountId xsi:nil="true"/>
        <AccountType/>
      </UserInfo>
    </Owner>
    <Teachers xmlns="530aed44-bba2-4740-9d53-81a4ff59885a">
      <UserInfo>
        <DisplayName/>
        <AccountId xsi:nil="true"/>
        <AccountType/>
      </UserInfo>
    </Teachers>
    <Is_Collaboration_Space_Locked xmlns="530aed44-bba2-4740-9d53-81a4ff59885a" xsi:nil="true"/>
    <Distribution_Groups xmlns="530aed44-bba2-4740-9d53-81a4ff59885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4C8814-204E-47C0-92D8-435CD5082C65}">
  <ds:schemaRefs>
    <ds:schemaRef ds:uri="13339362-a64d-4447-adeb-f6f56907af71"/>
    <ds:schemaRef ds:uri="530aed44-bba2-4740-9d53-81a4ff5988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24A089B-86E6-4751-8DDF-03D437C41E55}">
  <ds:schemaRefs>
    <ds:schemaRef ds:uri="13339362-a64d-4447-adeb-f6f56907af71"/>
    <ds:schemaRef ds:uri="530aed44-bba2-4740-9d53-81a4ff5988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D70F439-5547-4992-A48A-78B0C812FE3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3032</TotalTime>
  <Words>3220</Words>
  <Application>Microsoft Office PowerPoint</Application>
  <PresentationFormat>On-screen Show (4:3)</PresentationFormat>
  <Paragraphs>786</Paragraphs>
  <Slides>42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Aharoni</vt:lpstr>
      <vt:lpstr>Arial</vt:lpstr>
      <vt:lpstr>Arial Narrow</vt:lpstr>
      <vt:lpstr>Calibri</vt:lpstr>
      <vt:lpstr>Cambria Math</vt:lpstr>
      <vt:lpstr>Franklin Gothic Book</vt:lpstr>
      <vt:lpstr>Gisha</vt:lpstr>
      <vt:lpstr>Perpetua</vt:lpstr>
      <vt:lpstr>Wingdings 2</vt:lpstr>
      <vt:lpstr>Equity</vt:lpstr>
      <vt:lpstr>סְגוֹר של תכונה Property Closure</vt:lpstr>
      <vt:lpstr>תזכורת: תכונות זמן לינארי</vt:lpstr>
      <vt:lpstr>דוגמה</vt:lpstr>
      <vt:lpstr>תזכורת: תכונות בטיחות</vt:lpstr>
      <vt:lpstr>תזכורת: תכונות בטיחות</vt:lpstr>
      <vt:lpstr>תכונת בטיחות רגולרית</vt:lpstr>
      <vt:lpstr>כתיבה מקוצרת של האותיות (קבוצות)</vt:lpstr>
      <vt:lpstr>הגדרה: תכונות בטיחות רֵגוּלָרִיּוֹת</vt:lpstr>
      <vt:lpstr>תכונת בטיחות למכונת מכירת המשקאות</vt:lpstr>
      <vt:lpstr>תכונות בטיחות ורצפי עקבות סופיים</vt:lpstr>
      <vt:lpstr>הוכחת כיוון ראשון</vt:lpstr>
      <vt:lpstr>הוכחת הכיוון שני</vt:lpstr>
      <vt:lpstr>תזכורת: שקילות עקבות ותכונות זמן ליניארי</vt:lpstr>
      <vt:lpstr>הכלת עקבות סופיים ותכונות בטיחות</vt:lpstr>
      <vt:lpstr>דוגמה: הכלת עקבות  הכלת עקבות סופיים</vt:lpstr>
      <vt:lpstr>עקבות סופיים / עקבות אינסופיים</vt:lpstr>
      <vt:lpstr>הוכחה</vt:lpstr>
      <vt:lpstr>המחשה גרפית של כיוון ההוכחה השני בשקף הקודם</vt:lpstr>
      <vt:lpstr>המחשה גרפית של כיוון ההוכחה השני בשקף הקודם</vt:lpstr>
      <vt:lpstr>המחשה גרפית של כיוון ההוכחה השני בשקף הקודם</vt:lpstr>
      <vt:lpstr>המחשה גרפית של כיוון ההוכחה השני בשקף הקודם</vt:lpstr>
      <vt:lpstr>המחשה גרפית של כיוון ההוכחה השני בשקף הקודם</vt:lpstr>
      <vt:lpstr>המחשה גרפית של כיוון ההוכחה השני בשקף הקודם</vt:lpstr>
      <vt:lpstr>המחשה גרפית של כיוון ההוכחה השני בשקף הקודם</vt:lpstr>
      <vt:lpstr>המחשה גרפית של כיוון ההוכחה השני בשקף הקודם</vt:lpstr>
      <vt:lpstr>קשר מעניין בין תכונות זמן לינארי ומספרים</vt:lpstr>
      <vt:lpstr>דוגמה</vt:lpstr>
      <vt:lpstr>סְגוֹר (closure) של תכונה</vt:lpstr>
      <vt:lpstr>סְגוֹר של תכונה</vt:lpstr>
      <vt:lpstr>דוגמה</vt:lpstr>
      <vt:lpstr>המחשה גרפית של הדוגמה מהשקף הקודם</vt:lpstr>
      <vt:lpstr>קל להוכיח</vt:lpstr>
      <vt:lpstr>משפט: הגדרה שקולה לתכונות בטיחות</vt:lpstr>
      <vt:lpstr>הוכחת כיוון ראשון</vt:lpstr>
      <vt:lpstr>הוכחת כיוון שני</vt:lpstr>
      <vt:lpstr>דוגמה לשאלה בנושא</vt:lpstr>
      <vt:lpstr>על השימוש במילה "סְגוֹ‏‏ר"</vt:lpstr>
      <vt:lpstr>על השימוש במילה "סְגוֹ‏‏ר"</vt:lpstr>
      <vt:lpstr>המשך: על השימוש במילה "סְגוֹ‏‏ר"</vt:lpstr>
      <vt:lpstr>המשך: על השימוש במילה "סְגוֹ‏‏ר"</vt:lpstr>
      <vt:lpstr>תכונות חַיּוּת מול תכונות בטיחות</vt:lpstr>
      <vt:lpstr>המחשה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3</cp:revision>
  <dcterms:created xsi:type="dcterms:W3CDTF">2009-09-27T20:49:26Z</dcterms:created>
  <dcterms:modified xsi:type="dcterms:W3CDTF">2025-10-16T15:36:39Z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0x010100E1AAFD6D87EF124ABDE3DE81066420D6</vt:lpwstr>
  </property>
</Properties>
</file>