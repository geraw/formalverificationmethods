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45"/>
  </p:notesMasterIdLst>
  <p:handoutMasterIdLst>
    <p:handoutMasterId r:id="rId46"/>
  </p:handoutMasterIdLst>
  <p:sldIdLst>
    <p:sldId id="256" r:id="rId2"/>
    <p:sldId id="299" r:id="rId3"/>
    <p:sldId id="324" r:id="rId4"/>
    <p:sldId id="348" r:id="rId5"/>
    <p:sldId id="346" r:id="rId6"/>
    <p:sldId id="349" r:id="rId7"/>
    <p:sldId id="350" r:id="rId8"/>
    <p:sldId id="351" r:id="rId9"/>
    <p:sldId id="352" r:id="rId10"/>
    <p:sldId id="310" r:id="rId11"/>
    <p:sldId id="311" r:id="rId12"/>
    <p:sldId id="333" r:id="rId13"/>
    <p:sldId id="334" r:id="rId14"/>
    <p:sldId id="325" r:id="rId15"/>
    <p:sldId id="327" r:id="rId16"/>
    <p:sldId id="312" r:id="rId17"/>
    <p:sldId id="322" r:id="rId18"/>
    <p:sldId id="315" r:id="rId19"/>
    <p:sldId id="297" r:id="rId20"/>
    <p:sldId id="284" r:id="rId21"/>
    <p:sldId id="328" r:id="rId22"/>
    <p:sldId id="298" r:id="rId23"/>
    <p:sldId id="323" r:id="rId24"/>
    <p:sldId id="332" r:id="rId25"/>
    <p:sldId id="286" r:id="rId26"/>
    <p:sldId id="287" r:id="rId27"/>
    <p:sldId id="288" r:id="rId28"/>
    <p:sldId id="331" r:id="rId29"/>
    <p:sldId id="289" r:id="rId30"/>
    <p:sldId id="329" r:id="rId31"/>
    <p:sldId id="343" r:id="rId32"/>
    <p:sldId id="344" r:id="rId33"/>
    <p:sldId id="290" r:id="rId34"/>
    <p:sldId id="291" r:id="rId35"/>
    <p:sldId id="345" r:id="rId36"/>
    <p:sldId id="293" r:id="rId37"/>
    <p:sldId id="335" r:id="rId38"/>
    <p:sldId id="336" r:id="rId39"/>
    <p:sldId id="321" r:id="rId40"/>
    <p:sldId id="320" r:id="rId41"/>
    <p:sldId id="316" r:id="rId42"/>
    <p:sldId id="326" r:id="rId43"/>
    <p:sldId id="304" r:id="rId44"/>
  </p:sldIdLst>
  <p:sldSz cx="9144000" cy="6858000" type="screen4x3"/>
  <p:notesSz cx="6797675" cy="9874250"/>
  <p:custDataLst>
    <p:tags r:id="rId47"/>
  </p:custDataLst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1BE4"/>
    <a:srgbClr val="1F1F1F"/>
    <a:srgbClr val="FFFFFF"/>
    <a:srgbClr val="CC0000"/>
    <a:srgbClr val="FFFFCC"/>
    <a:srgbClr val="2B851F"/>
    <a:srgbClr val="2E41FA"/>
    <a:srgbClr val="CCFFFF"/>
    <a:srgbClr val="1072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9A4890-3885-4D3D-99D6-032805D76CE2}" v="1" dt="2025-04-09T11:17:32.9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6573" autoAdjust="0"/>
    <p:restoredTop sz="94686" autoAdjust="0"/>
  </p:normalViewPr>
  <p:slideViewPr>
    <p:cSldViewPr>
      <p:cViewPr varScale="1">
        <p:scale>
          <a:sx n="156" d="100"/>
          <a:sy n="156" d="100"/>
        </p:scale>
        <p:origin x="2034" y="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280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gs" Target="tags/tag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גרא וייס" userId="f0aa0173-552d-4808-9782-d425e6aaf8d9" providerId="ADAL" clId="{60AF9097-652A-415B-B981-A49189F464D7}"/>
    <pc:docChg chg="undo custSel modSld sldOrd">
      <pc:chgData name="גרא וייס" userId="f0aa0173-552d-4808-9782-d425e6aaf8d9" providerId="ADAL" clId="{60AF9097-652A-415B-B981-A49189F464D7}" dt="2022-10-30T20:34:57.097" v="492" actId="114"/>
      <pc:docMkLst>
        <pc:docMk/>
      </pc:docMkLst>
      <pc:sldChg chg="modSp">
        <pc:chgData name="גרא וייס" userId="f0aa0173-552d-4808-9782-d425e6aaf8d9" providerId="ADAL" clId="{60AF9097-652A-415B-B981-A49189F464D7}" dt="2022-10-25T19:45:03.596" v="373" actId="114"/>
        <pc:sldMkLst>
          <pc:docMk/>
          <pc:sldMk cId="0" sldId="286"/>
        </pc:sldMkLst>
      </pc:sldChg>
      <pc:sldChg chg="modSp">
        <pc:chgData name="גרא וייס" userId="f0aa0173-552d-4808-9782-d425e6aaf8d9" providerId="ADAL" clId="{60AF9097-652A-415B-B981-A49189F464D7}" dt="2022-10-30T20:28:34.218" v="457"/>
        <pc:sldMkLst>
          <pc:docMk/>
          <pc:sldMk cId="0" sldId="287"/>
        </pc:sldMkLst>
      </pc:sldChg>
      <pc:sldChg chg="modSp">
        <pc:chgData name="גרא וייס" userId="f0aa0173-552d-4808-9782-d425e6aaf8d9" providerId="ADAL" clId="{60AF9097-652A-415B-B981-A49189F464D7}" dt="2022-10-25T19:54:54.719" v="399" actId="20577"/>
        <pc:sldMkLst>
          <pc:docMk/>
          <pc:sldMk cId="0" sldId="288"/>
        </pc:sldMkLst>
      </pc:sldChg>
      <pc:sldChg chg="modTransition">
        <pc:chgData name="גרא וייס" userId="f0aa0173-552d-4808-9782-d425e6aaf8d9" providerId="ADAL" clId="{60AF9097-652A-415B-B981-A49189F464D7}" dt="2022-10-25T19:57:25.576" v="401"/>
        <pc:sldMkLst>
          <pc:docMk/>
          <pc:sldMk cId="0" sldId="289"/>
        </pc:sldMkLst>
      </pc:sldChg>
      <pc:sldChg chg="modTransition">
        <pc:chgData name="גרא וייס" userId="f0aa0173-552d-4808-9782-d425e6aaf8d9" providerId="ADAL" clId="{60AF9097-652A-415B-B981-A49189F464D7}" dt="2022-10-30T20:29:21.329" v="458"/>
        <pc:sldMkLst>
          <pc:docMk/>
          <pc:sldMk cId="0" sldId="290"/>
        </pc:sldMkLst>
      </pc:sldChg>
      <pc:sldChg chg="modSp">
        <pc:chgData name="גרא וייס" userId="f0aa0173-552d-4808-9782-d425e6aaf8d9" providerId="ADAL" clId="{60AF9097-652A-415B-B981-A49189F464D7}" dt="2022-10-30T20:32:30.751" v="488" actId="114"/>
        <pc:sldMkLst>
          <pc:docMk/>
          <pc:sldMk cId="0" sldId="291"/>
        </pc:sldMkLst>
      </pc:sldChg>
      <pc:sldChg chg="modSp">
        <pc:chgData name="גרא וייס" userId="f0aa0173-552d-4808-9782-d425e6aaf8d9" providerId="ADAL" clId="{60AF9097-652A-415B-B981-A49189F464D7}" dt="2022-10-30T20:34:36.710" v="489" actId="114"/>
        <pc:sldMkLst>
          <pc:docMk/>
          <pc:sldMk cId="0" sldId="293"/>
        </pc:sldMkLst>
      </pc:sldChg>
      <pc:sldChg chg="modSp ord">
        <pc:chgData name="גרא וייס" userId="f0aa0173-552d-4808-9782-d425e6aaf8d9" providerId="ADAL" clId="{60AF9097-652A-415B-B981-A49189F464D7}" dt="2022-10-25T19:43:21.408" v="371"/>
        <pc:sldMkLst>
          <pc:docMk/>
          <pc:sldMk cId="0" sldId="297"/>
        </pc:sldMkLst>
      </pc:sldChg>
      <pc:sldChg chg="modSp ord">
        <pc:chgData name="גרא וייס" userId="f0aa0173-552d-4808-9782-d425e6aaf8d9" providerId="ADAL" clId="{60AF9097-652A-415B-B981-A49189F464D7}" dt="2022-10-30T20:09:48.567" v="434" actId="20577"/>
        <pc:sldMkLst>
          <pc:docMk/>
          <pc:sldMk cId="363078984" sldId="304"/>
        </pc:sldMkLst>
      </pc:sldChg>
      <pc:sldChg chg="modTransition">
        <pc:chgData name="גרא וייס" userId="f0aa0173-552d-4808-9782-d425e6aaf8d9" providerId="ADAL" clId="{60AF9097-652A-415B-B981-A49189F464D7}" dt="2022-10-25T16:51:01.190" v="302"/>
        <pc:sldMkLst>
          <pc:docMk/>
          <pc:sldMk cId="2173619586" sldId="310"/>
        </pc:sldMkLst>
      </pc:sldChg>
      <pc:sldChg chg="modTransition">
        <pc:chgData name="גרא וייס" userId="f0aa0173-552d-4808-9782-d425e6aaf8d9" providerId="ADAL" clId="{60AF9097-652A-415B-B981-A49189F464D7}" dt="2022-10-25T09:51:01.622" v="0"/>
        <pc:sldMkLst>
          <pc:docMk/>
          <pc:sldMk cId="3868120083" sldId="311"/>
        </pc:sldMkLst>
      </pc:sldChg>
      <pc:sldChg chg="modTransition">
        <pc:chgData name="גרא וייס" userId="f0aa0173-552d-4808-9782-d425e6aaf8d9" providerId="ADAL" clId="{60AF9097-652A-415B-B981-A49189F464D7}" dt="2022-10-25T16:51:15.938" v="305"/>
        <pc:sldMkLst>
          <pc:docMk/>
          <pc:sldMk cId="4150713784" sldId="312"/>
        </pc:sldMkLst>
      </pc:sldChg>
      <pc:sldChg chg="modSp">
        <pc:chgData name="גרא וייס" userId="f0aa0173-552d-4808-9782-d425e6aaf8d9" providerId="ADAL" clId="{60AF9097-652A-415B-B981-A49189F464D7}" dt="2022-10-25T19:41:03.854" v="363" actId="20577"/>
        <pc:sldMkLst>
          <pc:docMk/>
          <pc:sldMk cId="1659415984" sldId="315"/>
        </pc:sldMkLst>
      </pc:sldChg>
      <pc:sldChg chg="addSp delSp modSp ord">
        <pc:chgData name="גרא וייס" userId="f0aa0173-552d-4808-9782-d425e6aaf8d9" providerId="ADAL" clId="{60AF9097-652A-415B-B981-A49189F464D7}" dt="2022-10-25T19:40:38.030" v="360" actId="1076"/>
        <pc:sldMkLst>
          <pc:docMk/>
          <pc:sldMk cId="958342866" sldId="322"/>
        </pc:sldMkLst>
      </pc:sldChg>
      <pc:sldChg chg="modTransition">
        <pc:chgData name="גרא וייס" userId="f0aa0173-552d-4808-9782-d425e6aaf8d9" providerId="ADAL" clId="{60AF9097-652A-415B-B981-A49189F464D7}" dt="2022-10-25T16:51:06.594" v="303"/>
        <pc:sldMkLst>
          <pc:docMk/>
          <pc:sldMk cId="3947801030" sldId="325"/>
        </pc:sldMkLst>
      </pc:sldChg>
      <pc:sldChg chg="modTransition">
        <pc:chgData name="גרא וייס" userId="f0aa0173-552d-4808-9782-d425e6aaf8d9" providerId="ADAL" clId="{60AF9097-652A-415B-B981-A49189F464D7}" dt="2022-10-30T20:07:55.875" v="402"/>
        <pc:sldMkLst>
          <pc:docMk/>
          <pc:sldMk cId="380643956" sldId="326"/>
        </pc:sldMkLst>
      </pc:sldChg>
      <pc:sldChg chg="modTransition">
        <pc:chgData name="גרא וייס" userId="f0aa0173-552d-4808-9782-d425e6aaf8d9" providerId="ADAL" clId="{60AF9097-652A-415B-B981-A49189F464D7}" dt="2022-10-25T16:51:09.374" v="304"/>
        <pc:sldMkLst>
          <pc:docMk/>
          <pc:sldMk cId="3830833976" sldId="327"/>
        </pc:sldMkLst>
      </pc:sldChg>
      <pc:sldChg chg="modSp modTransition">
        <pc:chgData name="גרא וייס" userId="f0aa0173-552d-4808-9782-d425e6aaf8d9" providerId="ADAL" clId="{60AF9097-652A-415B-B981-A49189F464D7}" dt="2022-10-30T20:31:27.003" v="484" actId="20577"/>
        <pc:sldMkLst>
          <pc:docMk/>
          <pc:sldMk cId="3430711228" sldId="331"/>
        </pc:sldMkLst>
      </pc:sldChg>
      <pc:sldChg chg="modSp">
        <pc:chgData name="גרא וייס" userId="f0aa0173-552d-4808-9782-d425e6aaf8d9" providerId="ADAL" clId="{60AF9097-652A-415B-B981-A49189F464D7}" dt="2022-10-30T20:34:57.097" v="492" actId="114"/>
        <pc:sldMkLst>
          <pc:docMk/>
          <pc:sldMk cId="3023008990" sldId="335"/>
        </pc:sldMkLst>
      </pc:sldChg>
      <pc:sldChg chg="modSp">
        <pc:chgData name="גרא וייס" userId="f0aa0173-552d-4808-9782-d425e6aaf8d9" providerId="ADAL" clId="{60AF9097-652A-415B-B981-A49189F464D7}" dt="2022-10-30T20:34:48.471" v="491" actId="114"/>
        <pc:sldMkLst>
          <pc:docMk/>
          <pc:sldMk cId="1430095317" sldId="336"/>
        </pc:sldMkLst>
      </pc:sldChg>
    </pc:docChg>
  </pc:docChgLst>
  <pc:docChgLst>
    <pc:chgData name="Gera Weiss" userId="f0aa0173-552d-4808-9782-d425e6aaf8d9" providerId="ADAL" clId="{93F4DBAE-2B74-422B-9060-8B1553992FE1}"/>
    <pc:docChg chg="undo custSel addSld delSld modSld sldOrd">
      <pc:chgData name="Gera Weiss" userId="f0aa0173-552d-4808-9782-d425e6aaf8d9" providerId="ADAL" clId="{93F4DBAE-2B74-422B-9060-8B1553992FE1}" dt="2025-03-31T08:50:02.937" v="326" actId="1076"/>
      <pc:docMkLst>
        <pc:docMk/>
      </pc:docMkLst>
      <pc:sldChg chg="delSp mod">
        <pc:chgData name="Gera Weiss" userId="f0aa0173-552d-4808-9782-d425e6aaf8d9" providerId="ADAL" clId="{93F4DBAE-2B74-422B-9060-8B1553992FE1}" dt="2025-03-31T08:11:23.632" v="134" actId="478"/>
        <pc:sldMkLst>
          <pc:docMk/>
          <pc:sldMk cId="0" sldId="256"/>
        </pc:sldMkLst>
      </pc:sldChg>
      <pc:sldChg chg="modSp mod">
        <pc:chgData name="Gera Weiss" userId="f0aa0173-552d-4808-9782-d425e6aaf8d9" providerId="ADAL" clId="{93F4DBAE-2B74-422B-9060-8B1553992FE1}" dt="2025-03-26T09:46:45.224" v="112" actId="6549"/>
        <pc:sldMkLst>
          <pc:docMk/>
          <pc:sldMk cId="0" sldId="284"/>
        </pc:sldMkLst>
        <pc:spChg chg="mod">
          <ac:chgData name="Gera Weiss" userId="f0aa0173-552d-4808-9782-d425e6aaf8d9" providerId="ADAL" clId="{93F4DBAE-2B74-422B-9060-8B1553992FE1}" dt="2025-03-26T09:46:45.224" v="112" actId="6549"/>
          <ac:spMkLst>
            <pc:docMk/>
            <pc:sldMk cId="0" sldId="284"/>
            <ac:spMk id="3" creationId="{00000000-0000-0000-0000-000000000000}"/>
          </ac:spMkLst>
        </pc:spChg>
      </pc:sldChg>
      <pc:sldChg chg="mod modShow">
        <pc:chgData name="Gera Weiss" userId="f0aa0173-552d-4808-9782-d425e6aaf8d9" providerId="ADAL" clId="{93F4DBAE-2B74-422B-9060-8B1553992FE1}" dt="2025-03-31T08:17:28.284" v="136" actId="729"/>
        <pc:sldMkLst>
          <pc:docMk/>
          <pc:sldMk cId="0" sldId="288"/>
        </pc:sldMkLst>
      </pc:sldChg>
      <pc:sldChg chg="mod modShow">
        <pc:chgData name="Gera Weiss" userId="f0aa0173-552d-4808-9782-d425e6aaf8d9" providerId="ADAL" clId="{93F4DBAE-2B74-422B-9060-8B1553992FE1}" dt="2025-03-31T08:17:28.284" v="136" actId="729"/>
        <pc:sldMkLst>
          <pc:docMk/>
          <pc:sldMk cId="0" sldId="289"/>
        </pc:sldMkLst>
      </pc:sldChg>
      <pc:sldChg chg="modSp mod">
        <pc:chgData name="Gera Weiss" userId="f0aa0173-552d-4808-9782-d425e6aaf8d9" providerId="ADAL" clId="{93F4DBAE-2B74-422B-9060-8B1553992FE1}" dt="2025-03-31T08:20:50.889" v="162"/>
        <pc:sldMkLst>
          <pc:docMk/>
          <pc:sldMk cId="0" sldId="290"/>
        </pc:sldMkLst>
        <pc:spChg chg="mod">
          <ac:chgData name="Gera Weiss" userId="f0aa0173-552d-4808-9782-d425e6aaf8d9" providerId="ADAL" clId="{93F4DBAE-2B74-422B-9060-8B1553992FE1}" dt="2025-03-31T08:20:50.889" v="162"/>
          <ac:spMkLst>
            <pc:docMk/>
            <pc:sldMk cId="0" sldId="290"/>
            <ac:spMk id="3" creationId="{00000000-0000-0000-0000-000000000000}"/>
          </ac:spMkLst>
        </pc:spChg>
      </pc:sldChg>
      <pc:sldChg chg="modSp">
        <pc:chgData name="Gera Weiss" userId="f0aa0173-552d-4808-9782-d425e6aaf8d9" providerId="ADAL" clId="{93F4DBAE-2B74-422B-9060-8B1553992FE1}" dt="2025-03-31T08:32:41.750" v="176" actId="6549"/>
        <pc:sldMkLst>
          <pc:docMk/>
          <pc:sldMk cId="0" sldId="293"/>
        </pc:sldMkLst>
        <pc:spChg chg="mod">
          <ac:chgData name="Gera Weiss" userId="f0aa0173-552d-4808-9782-d425e6aaf8d9" providerId="ADAL" clId="{93F4DBAE-2B74-422B-9060-8B1553992FE1}" dt="2025-03-31T08:32:37.630" v="175" actId="6549"/>
          <ac:spMkLst>
            <pc:docMk/>
            <pc:sldMk cId="0" sldId="293"/>
            <ac:spMk id="116" creationId="{4F61B3D6-B991-4108-AAC4-3F200353DE68}"/>
          </ac:spMkLst>
        </pc:spChg>
        <pc:spChg chg="mod">
          <ac:chgData name="Gera Weiss" userId="f0aa0173-552d-4808-9782-d425e6aaf8d9" providerId="ADAL" clId="{93F4DBAE-2B74-422B-9060-8B1553992FE1}" dt="2025-03-31T08:32:41.750" v="176" actId="6549"/>
          <ac:spMkLst>
            <pc:docMk/>
            <pc:sldMk cId="0" sldId="293"/>
            <ac:spMk id="118" creationId="{39C30ED5-AFC8-4355-B17B-1E66D37F4BA8}"/>
          </ac:spMkLst>
        </pc:spChg>
      </pc:sldChg>
      <pc:sldChg chg="modSp mod">
        <pc:chgData name="Gera Weiss" userId="f0aa0173-552d-4808-9782-d425e6aaf8d9" providerId="ADAL" clId="{93F4DBAE-2B74-422B-9060-8B1553992FE1}" dt="2025-03-26T09:35:41.900" v="106" actId="20577"/>
        <pc:sldMkLst>
          <pc:docMk/>
          <pc:sldMk cId="0" sldId="297"/>
        </pc:sldMkLst>
        <pc:spChg chg="mod">
          <ac:chgData name="Gera Weiss" userId="f0aa0173-552d-4808-9782-d425e6aaf8d9" providerId="ADAL" clId="{93F4DBAE-2B74-422B-9060-8B1553992FE1}" dt="2025-03-26T09:35:41.900" v="106" actId="20577"/>
          <ac:spMkLst>
            <pc:docMk/>
            <pc:sldMk cId="0" sldId="297"/>
            <ac:spMk id="4" creationId="{00000000-0000-0000-0000-000000000000}"/>
          </ac:spMkLst>
        </pc:spChg>
        <pc:picChg chg="mod">
          <ac:chgData name="Gera Weiss" userId="f0aa0173-552d-4808-9782-d425e6aaf8d9" providerId="ADAL" clId="{93F4DBAE-2B74-422B-9060-8B1553992FE1}" dt="2025-03-26T09:35:10.438" v="103" actId="1440"/>
          <ac:picMkLst>
            <pc:docMk/>
            <pc:sldMk cId="0" sldId="297"/>
            <ac:picMk id="1026" creationId="{00000000-0000-0000-0000-000000000000}"/>
          </ac:picMkLst>
        </pc:picChg>
      </pc:sldChg>
      <pc:sldChg chg="mod modShow">
        <pc:chgData name="Gera Weiss" userId="f0aa0173-552d-4808-9782-d425e6aaf8d9" providerId="ADAL" clId="{93F4DBAE-2B74-422B-9060-8B1553992FE1}" dt="2025-03-26T08:58:04.642" v="9" actId="729"/>
        <pc:sldMkLst>
          <pc:docMk/>
          <pc:sldMk cId="3160805463" sldId="299"/>
        </pc:sldMkLst>
      </pc:sldChg>
      <pc:sldChg chg="del">
        <pc:chgData name="Gera Weiss" userId="f0aa0173-552d-4808-9782-d425e6aaf8d9" providerId="ADAL" clId="{93F4DBAE-2B74-422B-9060-8B1553992FE1}" dt="2025-03-26T09:52:05.653" v="131" actId="47"/>
        <pc:sldMkLst>
          <pc:docMk/>
          <pc:sldMk cId="423160941" sldId="300"/>
        </pc:sldMkLst>
      </pc:sldChg>
      <pc:sldChg chg="ord modTransition">
        <pc:chgData name="Gera Weiss" userId="f0aa0173-552d-4808-9782-d425e6aaf8d9" providerId="ADAL" clId="{93F4DBAE-2B74-422B-9060-8B1553992FE1}" dt="2025-03-26T09:51:13.524" v="130"/>
        <pc:sldMkLst>
          <pc:docMk/>
          <pc:sldMk cId="2173619586" sldId="310"/>
        </pc:sldMkLst>
      </pc:sldChg>
      <pc:sldChg chg="del mod modShow">
        <pc:chgData name="Gera Weiss" userId="f0aa0173-552d-4808-9782-d425e6aaf8d9" providerId="ADAL" clId="{93F4DBAE-2B74-422B-9060-8B1553992FE1}" dt="2025-03-31T08:17:56.194" v="139" actId="47"/>
        <pc:sldMkLst>
          <pc:docMk/>
          <pc:sldMk cId="1616914668" sldId="317"/>
        </pc:sldMkLst>
      </pc:sldChg>
      <pc:sldChg chg="del mod modShow">
        <pc:chgData name="Gera Weiss" userId="f0aa0173-552d-4808-9782-d425e6aaf8d9" providerId="ADAL" clId="{93F4DBAE-2B74-422B-9060-8B1553992FE1}" dt="2025-03-26T09:29:35.528" v="101" actId="47"/>
        <pc:sldMkLst>
          <pc:docMk/>
          <pc:sldMk cId="2060091683" sldId="319"/>
        </pc:sldMkLst>
      </pc:sldChg>
      <pc:sldChg chg="modSp">
        <pc:chgData name="Gera Weiss" userId="f0aa0173-552d-4808-9782-d425e6aaf8d9" providerId="ADAL" clId="{93F4DBAE-2B74-422B-9060-8B1553992FE1}" dt="2025-03-31T08:50:02.937" v="326" actId="1076"/>
        <pc:sldMkLst>
          <pc:docMk/>
          <pc:sldMk cId="818947050" sldId="320"/>
        </pc:sldMkLst>
        <pc:picChg chg="mod">
          <ac:chgData name="Gera Weiss" userId="f0aa0173-552d-4808-9782-d425e6aaf8d9" providerId="ADAL" clId="{93F4DBAE-2B74-422B-9060-8B1553992FE1}" dt="2025-03-31T08:50:02.937" v="326" actId="1076"/>
          <ac:picMkLst>
            <pc:docMk/>
            <pc:sldMk cId="818947050" sldId="320"/>
            <ac:picMk id="1026" creationId="{00000000-0000-0000-0000-000000000000}"/>
          </ac:picMkLst>
        </pc:picChg>
      </pc:sldChg>
      <pc:sldChg chg="addSp delSp modSp mod">
        <pc:chgData name="Gera Weiss" userId="f0aa0173-552d-4808-9782-d425e6aaf8d9" providerId="ADAL" clId="{93F4DBAE-2B74-422B-9060-8B1553992FE1}" dt="2025-03-31T08:48:58.372" v="323" actId="1035"/>
        <pc:sldMkLst>
          <pc:docMk/>
          <pc:sldMk cId="3211724042" sldId="321"/>
        </pc:sldMkLst>
        <pc:spChg chg="mod">
          <ac:chgData name="Gera Weiss" userId="f0aa0173-552d-4808-9782-d425e6aaf8d9" providerId="ADAL" clId="{93F4DBAE-2B74-422B-9060-8B1553992FE1}" dt="2025-03-31T08:39:40.601" v="201" actId="6549"/>
          <ac:spMkLst>
            <pc:docMk/>
            <pc:sldMk cId="3211724042" sldId="321"/>
            <ac:spMk id="2" creationId="{00000000-0000-0000-0000-000000000000}"/>
          </ac:spMkLst>
        </pc:spChg>
        <pc:spChg chg="add mod">
          <ac:chgData name="Gera Weiss" userId="f0aa0173-552d-4808-9782-d425e6aaf8d9" providerId="ADAL" clId="{93F4DBAE-2B74-422B-9060-8B1553992FE1}" dt="2025-03-31T08:48:08.933" v="317" actId="1076"/>
          <ac:spMkLst>
            <pc:docMk/>
            <pc:sldMk cId="3211724042" sldId="321"/>
            <ac:spMk id="13" creationId="{61E6A4BA-6507-F0F4-6353-6E1D48062739}"/>
          </ac:spMkLst>
        </pc:spChg>
        <pc:spChg chg="add mod">
          <ac:chgData name="Gera Weiss" userId="f0aa0173-552d-4808-9782-d425e6aaf8d9" providerId="ADAL" clId="{93F4DBAE-2B74-422B-9060-8B1553992FE1}" dt="2025-03-31T08:48:14.003" v="319" actId="1076"/>
          <ac:spMkLst>
            <pc:docMk/>
            <pc:sldMk cId="3211724042" sldId="321"/>
            <ac:spMk id="14" creationId="{6B8C4B3F-4E96-3C09-8BBB-A4CA99912532}"/>
          </ac:spMkLst>
        </pc:spChg>
        <pc:spChg chg="add mod">
          <ac:chgData name="Gera Weiss" userId="f0aa0173-552d-4808-9782-d425e6aaf8d9" providerId="ADAL" clId="{93F4DBAE-2B74-422B-9060-8B1553992FE1}" dt="2025-03-31T08:48:18.982" v="321" actId="1076"/>
          <ac:spMkLst>
            <pc:docMk/>
            <pc:sldMk cId="3211724042" sldId="321"/>
            <ac:spMk id="15" creationId="{090B91FE-EA5B-76A3-456C-EB31B3BF655D}"/>
          </ac:spMkLst>
        </pc:spChg>
        <pc:spChg chg="add mod">
          <ac:chgData name="Gera Weiss" userId="f0aa0173-552d-4808-9782-d425e6aaf8d9" providerId="ADAL" clId="{93F4DBAE-2B74-422B-9060-8B1553992FE1}" dt="2025-03-31T08:48:58.372" v="323" actId="1035"/>
          <ac:spMkLst>
            <pc:docMk/>
            <pc:sldMk cId="3211724042" sldId="321"/>
            <ac:spMk id="18" creationId="{3B893264-A80B-C85D-62A8-0F109EF9E0F9}"/>
          </ac:spMkLst>
        </pc:spChg>
        <pc:spChg chg="add mod">
          <ac:chgData name="Gera Weiss" userId="f0aa0173-552d-4808-9782-d425e6aaf8d9" providerId="ADAL" clId="{93F4DBAE-2B74-422B-9060-8B1553992FE1}" dt="2025-03-31T08:48:15.732" v="320" actId="1076"/>
          <ac:spMkLst>
            <pc:docMk/>
            <pc:sldMk cId="3211724042" sldId="321"/>
            <ac:spMk id="19" creationId="{5CB3FD92-33DA-58B0-3777-D02C40E3D5EC}"/>
          </ac:spMkLst>
        </pc:spChg>
        <pc:spChg chg="add mod">
          <ac:chgData name="Gera Weiss" userId="f0aa0173-552d-4808-9782-d425e6aaf8d9" providerId="ADAL" clId="{93F4DBAE-2B74-422B-9060-8B1553992FE1}" dt="2025-03-31T08:48:24.382" v="322" actId="1076"/>
          <ac:spMkLst>
            <pc:docMk/>
            <pc:sldMk cId="3211724042" sldId="321"/>
            <ac:spMk id="20" creationId="{3906434B-744E-0257-168E-60FD28B3BC72}"/>
          </ac:spMkLst>
        </pc:spChg>
      </pc:sldChg>
      <pc:sldChg chg="modSp mod">
        <pc:chgData name="Gera Weiss" userId="f0aa0173-552d-4808-9782-d425e6aaf8d9" providerId="ADAL" clId="{93F4DBAE-2B74-422B-9060-8B1553992FE1}" dt="2025-03-26T09:48:11.122" v="128" actId="20577"/>
        <pc:sldMkLst>
          <pc:docMk/>
          <pc:sldMk cId="4233233649" sldId="323"/>
        </pc:sldMkLst>
        <pc:spChg chg="mod">
          <ac:chgData name="Gera Weiss" userId="f0aa0173-552d-4808-9782-d425e6aaf8d9" providerId="ADAL" clId="{93F4DBAE-2B74-422B-9060-8B1553992FE1}" dt="2025-03-26T09:48:11.122" v="128" actId="20577"/>
          <ac:spMkLst>
            <pc:docMk/>
            <pc:sldMk cId="4233233649" sldId="323"/>
            <ac:spMk id="2" creationId="{00000000-0000-0000-0000-000000000000}"/>
          </ac:spMkLst>
        </pc:spChg>
      </pc:sldChg>
      <pc:sldChg chg="modSp mod">
        <pc:chgData name="Gera Weiss" userId="f0aa0173-552d-4808-9782-d425e6aaf8d9" providerId="ADAL" clId="{93F4DBAE-2B74-422B-9060-8B1553992FE1}" dt="2025-03-24T09:55:46.970" v="8" actId="20577"/>
        <pc:sldMkLst>
          <pc:docMk/>
          <pc:sldMk cId="1559222725" sldId="324"/>
        </pc:sldMkLst>
        <pc:spChg chg="mod">
          <ac:chgData name="Gera Weiss" userId="f0aa0173-552d-4808-9782-d425e6aaf8d9" providerId="ADAL" clId="{93F4DBAE-2B74-422B-9060-8B1553992FE1}" dt="2025-03-24T09:55:46.970" v="8" actId="20577"/>
          <ac:spMkLst>
            <pc:docMk/>
            <pc:sldMk cId="1559222725" sldId="324"/>
            <ac:spMk id="6" creationId="{00000000-0000-0000-0000-000000000000}"/>
          </ac:spMkLst>
        </pc:spChg>
      </pc:sldChg>
      <pc:sldChg chg="modSp mod">
        <pc:chgData name="Gera Weiss" userId="f0aa0173-552d-4808-9782-d425e6aaf8d9" providerId="ADAL" clId="{93F4DBAE-2B74-422B-9060-8B1553992FE1}" dt="2025-03-26T09:46:59.280" v="115" actId="20577"/>
        <pc:sldMkLst>
          <pc:docMk/>
          <pc:sldMk cId="2595762890" sldId="328"/>
        </pc:sldMkLst>
        <pc:spChg chg="mod">
          <ac:chgData name="Gera Weiss" userId="f0aa0173-552d-4808-9782-d425e6aaf8d9" providerId="ADAL" clId="{93F4DBAE-2B74-422B-9060-8B1553992FE1}" dt="2025-03-26T09:46:59.280" v="115" actId="20577"/>
          <ac:spMkLst>
            <pc:docMk/>
            <pc:sldMk cId="2595762890" sldId="328"/>
            <ac:spMk id="3" creationId="{00000000-0000-0000-0000-000000000000}"/>
          </ac:spMkLst>
        </pc:spChg>
      </pc:sldChg>
      <pc:sldChg chg="del mod modShow">
        <pc:chgData name="Gera Weiss" userId="f0aa0173-552d-4808-9782-d425e6aaf8d9" providerId="ADAL" clId="{93F4DBAE-2B74-422B-9060-8B1553992FE1}" dt="2025-03-31T08:12:09.501" v="135" actId="47"/>
        <pc:sldMkLst>
          <pc:docMk/>
          <pc:sldMk cId="846953751" sldId="330"/>
        </pc:sldMkLst>
      </pc:sldChg>
      <pc:sldChg chg="add del mod modShow">
        <pc:chgData name="Gera Weiss" userId="f0aa0173-552d-4808-9782-d425e6aaf8d9" providerId="ADAL" clId="{93F4DBAE-2B74-422B-9060-8B1553992FE1}" dt="2025-03-31T08:17:51.044" v="138" actId="47"/>
        <pc:sldMkLst>
          <pc:docMk/>
          <pc:sldMk cId="3430711228" sldId="331"/>
        </pc:sldMkLst>
      </pc:sldChg>
      <pc:sldChg chg="mod modShow">
        <pc:chgData name="Gera Weiss" userId="f0aa0173-552d-4808-9782-d425e6aaf8d9" providerId="ADAL" clId="{93F4DBAE-2B74-422B-9060-8B1553992FE1}" dt="2025-03-26T08:59:00.208" v="10" actId="729"/>
        <pc:sldMkLst>
          <pc:docMk/>
          <pc:sldMk cId="3426821416" sldId="333"/>
        </pc:sldMkLst>
      </pc:sldChg>
      <pc:sldChg chg="mod modShow">
        <pc:chgData name="Gera Weiss" userId="f0aa0173-552d-4808-9782-d425e6aaf8d9" providerId="ADAL" clId="{93F4DBAE-2B74-422B-9060-8B1553992FE1}" dt="2025-03-26T08:59:22.961" v="11" actId="729"/>
        <pc:sldMkLst>
          <pc:docMk/>
          <pc:sldMk cId="1546366658" sldId="334"/>
        </pc:sldMkLst>
      </pc:sldChg>
      <pc:sldChg chg="addSp modSp mod">
        <pc:chgData name="Gera Weiss" userId="f0aa0173-552d-4808-9782-d425e6aaf8d9" providerId="ADAL" clId="{93F4DBAE-2B74-422B-9060-8B1553992FE1}" dt="2025-03-31T08:37:04.660" v="195" actId="20577"/>
        <pc:sldMkLst>
          <pc:docMk/>
          <pc:sldMk cId="3023008990" sldId="335"/>
        </pc:sldMkLst>
        <pc:spChg chg="mod">
          <ac:chgData name="Gera Weiss" userId="f0aa0173-552d-4808-9782-d425e6aaf8d9" providerId="ADAL" clId="{93F4DBAE-2B74-422B-9060-8B1553992FE1}" dt="2025-03-31T08:37:01.290" v="193" actId="20577"/>
          <ac:spMkLst>
            <pc:docMk/>
            <pc:sldMk cId="3023008990" sldId="335"/>
            <ac:spMk id="86" creationId="{02F8FF9D-DAF3-45F6-A40A-9B78A64E8E93}"/>
          </ac:spMkLst>
        </pc:spChg>
        <pc:spChg chg="mod">
          <ac:chgData name="Gera Weiss" userId="f0aa0173-552d-4808-9782-d425e6aaf8d9" providerId="ADAL" clId="{93F4DBAE-2B74-422B-9060-8B1553992FE1}" dt="2025-03-31T08:37:04.660" v="195" actId="20577"/>
          <ac:spMkLst>
            <pc:docMk/>
            <pc:sldMk cId="3023008990" sldId="335"/>
            <ac:spMk id="139" creationId="{96200AE2-1A44-4A13-AEE3-16B8CF211E96}"/>
          </ac:spMkLst>
        </pc:spChg>
        <pc:picChg chg="add mod">
          <ac:chgData name="Gera Weiss" userId="f0aa0173-552d-4808-9782-d425e6aaf8d9" providerId="ADAL" clId="{93F4DBAE-2B74-422B-9060-8B1553992FE1}" dt="2025-03-31T08:35:46.725" v="188" actId="207"/>
          <ac:picMkLst>
            <pc:docMk/>
            <pc:sldMk cId="3023008990" sldId="335"/>
            <ac:picMk id="30" creationId="{AAEC3B6A-21CE-0CE4-2493-953B6A4DAE87}"/>
          </ac:picMkLst>
        </pc:picChg>
        <pc:picChg chg="add mod">
          <ac:chgData name="Gera Weiss" userId="f0aa0173-552d-4808-9782-d425e6aaf8d9" providerId="ADAL" clId="{93F4DBAE-2B74-422B-9060-8B1553992FE1}" dt="2025-03-31T08:36:13.472" v="189" actId="571"/>
          <ac:picMkLst>
            <pc:docMk/>
            <pc:sldMk cId="3023008990" sldId="335"/>
            <ac:picMk id="35" creationId="{968F1F64-FE3D-841E-DB9E-539A14FD1F5D}"/>
          </ac:picMkLst>
        </pc:picChg>
        <pc:picChg chg="add mod">
          <ac:chgData name="Gera Weiss" userId="f0aa0173-552d-4808-9782-d425e6aaf8d9" providerId="ADAL" clId="{93F4DBAE-2B74-422B-9060-8B1553992FE1}" dt="2025-03-31T08:36:18.072" v="191" actId="1076"/>
          <ac:picMkLst>
            <pc:docMk/>
            <pc:sldMk cId="3023008990" sldId="335"/>
            <ac:picMk id="36" creationId="{3D1AED09-DD57-0C14-EB79-61757AB44EA1}"/>
          </ac:picMkLst>
        </pc:picChg>
      </pc:sldChg>
      <pc:sldChg chg="del mod modShow">
        <pc:chgData name="Gera Weiss" userId="f0aa0173-552d-4808-9782-d425e6aaf8d9" providerId="ADAL" clId="{93F4DBAE-2B74-422B-9060-8B1553992FE1}" dt="2025-03-26T09:52:05.653" v="131" actId="47"/>
        <pc:sldMkLst>
          <pc:docMk/>
          <pc:sldMk cId="1904944542" sldId="337"/>
        </pc:sldMkLst>
      </pc:sldChg>
      <pc:sldChg chg="del mod modShow">
        <pc:chgData name="Gera Weiss" userId="f0aa0173-552d-4808-9782-d425e6aaf8d9" providerId="ADAL" clId="{93F4DBAE-2B74-422B-9060-8B1553992FE1}" dt="2025-03-26T09:52:05.653" v="131" actId="47"/>
        <pc:sldMkLst>
          <pc:docMk/>
          <pc:sldMk cId="1111044798" sldId="338"/>
        </pc:sldMkLst>
      </pc:sldChg>
      <pc:sldChg chg="del mod modShow">
        <pc:chgData name="Gera Weiss" userId="f0aa0173-552d-4808-9782-d425e6aaf8d9" providerId="ADAL" clId="{93F4DBAE-2B74-422B-9060-8B1553992FE1}" dt="2025-03-26T09:52:05.653" v="131" actId="47"/>
        <pc:sldMkLst>
          <pc:docMk/>
          <pc:sldMk cId="481457715" sldId="339"/>
        </pc:sldMkLst>
      </pc:sldChg>
      <pc:sldChg chg="del mod modShow">
        <pc:chgData name="Gera Weiss" userId="f0aa0173-552d-4808-9782-d425e6aaf8d9" providerId="ADAL" clId="{93F4DBAE-2B74-422B-9060-8B1553992FE1}" dt="2025-03-26T09:52:05.653" v="131" actId="47"/>
        <pc:sldMkLst>
          <pc:docMk/>
          <pc:sldMk cId="1656890153" sldId="340"/>
        </pc:sldMkLst>
      </pc:sldChg>
      <pc:sldChg chg="add del">
        <pc:chgData name="Gera Weiss" userId="f0aa0173-552d-4808-9782-d425e6aaf8d9" providerId="ADAL" clId="{93F4DBAE-2B74-422B-9060-8B1553992FE1}" dt="2025-03-24T09:52:28.719" v="6" actId="2696"/>
        <pc:sldMkLst>
          <pc:docMk/>
          <pc:sldMk cId="1101615587" sldId="341"/>
        </pc:sldMkLst>
      </pc:sldChg>
      <pc:sldChg chg="add del">
        <pc:chgData name="Gera Weiss" userId="f0aa0173-552d-4808-9782-d425e6aaf8d9" providerId="ADAL" clId="{93F4DBAE-2B74-422B-9060-8B1553992FE1}" dt="2025-03-24T09:52:28.719" v="6" actId="2696"/>
        <pc:sldMkLst>
          <pc:docMk/>
          <pc:sldMk cId="1847288032" sldId="342"/>
        </pc:sldMkLst>
      </pc:sldChg>
      <pc:sldChg chg="modSp mod">
        <pc:chgData name="Gera Weiss" userId="f0aa0173-552d-4808-9782-d425e6aaf8d9" providerId="ADAL" clId="{93F4DBAE-2B74-422B-9060-8B1553992FE1}" dt="2025-03-31T08:20:11.456" v="149" actId="33986"/>
        <pc:sldMkLst>
          <pc:docMk/>
          <pc:sldMk cId="2300009738" sldId="344"/>
        </pc:sldMkLst>
        <pc:spChg chg="mod">
          <ac:chgData name="Gera Weiss" userId="f0aa0173-552d-4808-9782-d425e6aaf8d9" providerId="ADAL" clId="{93F4DBAE-2B74-422B-9060-8B1553992FE1}" dt="2025-03-31T08:20:09.900" v="145" actId="1076"/>
          <ac:spMkLst>
            <pc:docMk/>
            <pc:sldMk cId="2300009738" sldId="344"/>
            <ac:spMk id="58" creationId="{00000000-0000-0000-0000-000000000000}"/>
          </ac:spMkLst>
        </pc:spChg>
        <pc:cxnChg chg="mod">
          <ac:chgData name="Gera Weiss" userId="f0aa0173-552d-4808-9782-d425e6aaf8d9" providerId="ADAL" clId="{93F4DBAE-2B74-422B-9060-8B1553992FE1}" dt="2025-03-31T08:20:11.456" v="149" actId="33986"/>
          <ac:cxnSpMkLst>
            <pc:docMk/>
            <pc:sldMk cId="2300009738" sldId="344"/>
            <ac:cxnSpMk id="55" creationId="{00000000-0000-0000-0000-000000000000}"/>
          </ac:cxnSpMkLst>
        </pc:cxnChg>
      </pc:sldChg>
      <pc:sldChg chg="delSp modSp mod">
        <pc:chgData name="Gera Weiss" userId="f0aa0173-552d-4808-9782-d425e6aaf8d9" providerId="ADAL" clId="{93F4DBAE-2B74-422B-9060-8B1553992FE1}" dt="2025-03-31T08:31:50.327" v="174" actId="478"/>
        <pc:sldMkLst>
          <pc:docMk/>
          <pc:sldMk cId="2069675544" sldId="345"/>
        </pc:sldMkLst>
      </pc:sldChg>
      <pc:sldChg chg="addSp delSp modSp add mod ord modTransition">
        <pc:chgData name="Gera Weiss" userId="f0aa0173-552d-4808-9782-d425e6aaf8d9" providerId="ADAL" clId="{93F4DBAE-2B74-422B-9060-8B1553992FE1}" dt="2025-03-26T09:51:13.524" v="130"/>
        <pc:sldMkLst>
          <pc:docMk/>
          <pc:sldMk cId="4075349759" sldId="346"/>
        </pc:sldMkLst>
        <pc:spChg chg="mod">
          <ac:chgData name="Gera Weiss" userId="f0aa0173-552d-4808-9782-d425e6aaf8d9" providerId="ADAL" clId="{93F4DBAE-2B74-422B-9060-8B1553992FE1}" dt="2025-03-26T09:07:38.563" v="18" actId="1076"/>
          <ac:spMkLst>
            <pc:docMk/>
            <pc:sldMk cId="4075349759" sldId="346"/>
            <ac:spMk id="2" creationId="{BEC9018F-6B13-3DE5-533F-2A1AF2EB06D5}"/>
          </ac:spMkLst>
        </pc:spChg>
        <pc:spChg chg="add mod">
          <ac:chgData name="Gera Weiss" userId="f0aa0173-552d-4808-9782-d425e6aaf8d9" providerId="ADAL" clId="{93F4DBAE-2B74-422B-9060-8B1553992FE1}" dt="2025-03-26T09:11:34.604" v="77" actId="20577"/>
          <ac:spMkLst>
            <pc:docMk/>
            <pc:sldMk cId="4075349759" sldId="346"/>
            <ac:spMk id="7" creationId="{1ABD0508-7794-EA70-40DA-6FF418101339}"/>
          </ac:spMkLst>
        </pc:spChg>
        <pc:spChg chg="add mod">
          <ac:chgData name="Gera Weiss" userId="f0aa0173-552d-4808-9782-d425e6aaf8d9" providerId="ADAL" clId="{93F4DBAE-2B74-422B-9060-8B1553992FE1}" dt="2025-03-26T09:09:11.874" v="61" actId="20577"/>
          <ac:spMkLst>
            <pc:docMk/>
            <pc:sldMk cId="4075349759" sldId="346"/>
            <ac:spMk id="8" creationId="{29C7B8E2-7B1D-2AE4-76B5-BDDDA0A9C4A7}"/>
          </ac:spMkLst>
        </pc:spChg>
        <pc:spChg chg="add mod">
          <ac:chgData name="Gera Weiss" userId="f0aa0173-552d-4808-9782-d425e6aaf8d9" providerId="ADAL" clId="{93F4DBAE-2B74-422B-9060-8B1553992FE1}" dt="2025-03-26T09:11:24.344" v="76"/>
          <ac:spMkLst>
            <pc:docMk/>
            <pc:sldMk cId="4075349759" sldId="346"/>
            <ac:spMk id="14" creationId="{73FF7940-F865-9620-DAF7-D06D67462670}"/>
          </ac:spMkLst>
        </pc:spChg>
        <pc:spChg chg="add mod">
          <ac:chgData name="Gera Weiss" userId="f0aa0173-552d-4808-9782-d425e6aaf8d9" providerId="ADAL" clId="{93F4DBAE-2B74-422B-9060-8B1553992FE1}" dt="2025-03-26T09:11:24.344" v="76"/>
          <ac:spMkLst>
            <pc:docMk/>
            <pc:sldMk cId="4075349759" sldId="346"/>
            <ac:spMk id="16" creationId="{6E6126DC-0052-4413-FDB7-C9952A7F12BD}"/>
          </ac:spMkLst>
        </pc:spChg>
        <pc:spChg chg="add mod">
          <ac:chgData name="Gera Weiss" userId="f0aa0173-552d-4808-9782-d425e6aaf8d9" providerId="ADAL" clId="{93F4DBAE-2B74-422B-9060-8B1553992FE1}" dt="2025-03-26T09:23:38.204" v="95"/>
          <ac:spMkLst>
            <pc:docMk/>
            <pc:sldMk cId="4075349759" sldId="346"/>
            <ac:spMk id="17" creationId="{021ED811-FD73-2CF0-79C2-01DB1935D200}"/>
          </ac:spMkLst>
        </pc:spChg>
        <pc:cxnChg chg="add mod">
          <ac:chgData name="Gera Weiss" userId="f0aa0173-552d-4808-9782-d425e6aaf8d9" providerId="ADAL" clId="{93F4DBAE-2B74-422B-9060-8B1553992FE1}" dt="2025-03-26T09:11:24.344" v="76"/>
          <ac:cxnSpMkLst>
            <pc:docMk/>
            <pc:sldMk cId="4075349759" sldId="346"/>
            <ac:cxnSpMk id="15" creationId="{5C7988C8-DFA3-259D-44E1-BF2CB08D90BC}"/>
          </ac:cxnSpMkLst>
        </pc:cxnChg>
      </pc:sldChg>
      <pc:sldChg chg="addSp modSp add del">
        <pc:chgData name="Gera Weiss" userId="f0aa0173-552d-4808-9782-d425e6aaf8d9" providerId="ADAL" clId="{93F4DBAE-2B74-422B-9060-8B1553992FE1}" dt="2025-03-26T09:12:34.212" v="81" actId="47"/>
        <pc:sldMkLst>
          <pc:docMk/>
          <pc:sldMk cId="2786107645" sldId="347"/>
        </pc:sldMkLst>
      </pc:sldChg>
      <pc:sldChg chg="addSp delSp modSp add mod ord modTransition">
        <pc:chgData name="Gera Weiss" userId="f0aa0173-552d-4808-9782-d425e6aaf8d9" providerId="ADAL" clId="{93F4DBAE-2B74-422B-9060-8B1553992FE1}" dt="2025-03-26T09:51:13.524" v="130"/>
        <pc:sldMkLst>
          <pc:docMk/>
          <pc:sldMk cId="1693462057" sldId="348"/>
        </pc:sldMkLst>
      </pc:sldChg>
      <pc:sldChg chg="addSp modSp add mod modTransition">
        <pc:chgData name="Gera Weiss" userId="f0aa0173-552d-4808-9782-d425e6aaf8d9" providerId="ADAL" clId="{93F4DBAE-2B74-422B-9060-8B1553992FE1}" dt="2025-03-26T09:51:13.524" v="130"/>
        <pc:sldMkLst>
          <pc:docMk/>
          <pc:sldMk cId="3059077684" sldId="349"/>
        </pc:sldMkLst>
        <pc:spChg chg="add mod">
          <ac:chgData name="Gera Weiss" userId="f0aa0173-552d-4808-9782-d425e6aaf8d9" providerId="ADAL" clId="{93F4DBAE-2B74-422B-9060-8B1553992FE1}" dt="2025-03-26T09:12:38.982" v="83"/>
          <ac:spMkLst>
            <pc:docMk/>
            <pc:sldMk cId="3059077684" sldId="349"/>
            <ac:spMk id="4" creationId="{2E464618-53A8-1BD0-E696-B14F888D2E82}"/>
          </ac:spMkLst>
        </pc:spChg>
        <pc:spChg chg="mod">
          <ac:chgData name="Gera Weiss" userId="f0aa0173-552d-4808-9782-d425e6aaf8d9" providerId="ADAL" clId="{93F4DBAE-2B74-422B-9060-8B1553992FE1}" dt="2025-03-26T09:12:44.792" v="84" actId="20577"/>
          <ac:spMkLst>
            <pc:docMk/>
            <pc:sldMk cId="3059077684" sldId="349"/>
            <ac:spMk id="7" creationId="{A6A37851-3CA6-D767-1C9F-6530596AB8D0}"/>
          </ac:spMkLst>
        </pc:spChg>
        <pc:spChg chg="mod">
          <ac:chgData name="Gera Weiss" userId="f0aa0173-552d-4808-9782-d425e6aaf8d9" providerId="ADAL" clId="{93F4DBAE-2B74-422B-9060-8B1553992FE1}" dt="2025-03-26T09:12:47.812" v="85" actId="20577"/>
          <ac:spMkLst>
            <pc:docMk/>
            <pc:sldMk cId="3059077684" sldId="349"/>
            <ac:spMk id="8" creationId="{D466491A-4171-C975-8DED-22BFEB73AC5B}"/>
          </ac:spMkLst>
        </pc:spChg>
        <pc:spChg chg="add mod">
          <ac:chgData name="Gera Weiss" userId="f0aa0173-552d-4808-9782-d425e6aaf8d9" providerId="ADAL" clId="{93F4DBAE-2B74-422B-9060-8B1553992FE1}" dt="2025-03-26T09:12:38.982" v="83"/>
          <ac:spMkLst>
            <pc:docMk/>
            <pc:sldMk cId="3059077684" sldId="349"/>
            <ac:spMk id="10" creationId="{23FC2EF1-B3CC-50AA-8C99-87E51988264B}"/>
          </ac:spMkLst>
        </pc:spChg>
        <pc:cxnChg chg="add mod">
          <ac:chgData name="Gera Weiss" userId="f0aa0173-552d-4808-9782-d425e6aaf8d9" providerId="ADAL" clId="{93F4DBAE-2B74-422B-9060-8B1553992FE1}" dt="2025-03-26T09:12:38.982" v="83"/>
          <ac:cxnSpMkLst>
            <pc:docMk/>
            <pc:sldMk cId="3059077684" sldId="349"/>
            <ac:cxnSpMk id="9" creationId="{A3240899-157D-6061-3E77-9DBFC6398CF9}"/>
          </ac:cxnSpMkLst>
        </pc:cxnChg>
      </pc:sldChg>
      <pc:sldChg chg="addSp modSp add modTransition">
        <pc:chgData name="Gera Weiss" userId="f0aa0173-552d-4808-9782-d425e6aaf8d9" providerId="ADAL" clId="{93F4DBAE-2B74-422B-9060-8B1553992FE1}" dt="2025-03-26T09:51:13.524" v="130"/>
        <pc:sldMkLst>
          <pc:docMk/>
          <pc:sldMk cId="3267663684" sldId="350"/>
        </pc:sldMkLst>
        <pc:spChg chg="add mod">
          <ac:chgData name="Gera Weiss" userId="f0aa0173-552d-4808-9782-d425e6aaf8d9" providerId="ADAL" clId="{93F4DBAE-2B74-422B-9060-8B1553992FE1}" dt="2025-03-26T09:14:30.524" v="87"/>
          <ac:spMkLst>
            <pc:docMk/>
            <pc:sldMk cId="3267663684" sldId="350"/>
            <ac:spMk id="12" creationId="{F789B793-87AE-DB51-DC58-52FD359F909D}"/>
          </ac:spMkLst>
        </pc:spChg>
        <pc:cxnChg chg="add mod">
          <ac:chgData name="Gera Weiss" userId="f0aa0173-552d-4808-9782-d425e6aaf8d9" providerId="ADAL" clId="{93F4DBAE-2B74-422B-9060-8B1553992FE1}" dt="2025-03-26T09:14:30.524" v="87"/>
          <ac:cxnSpMkLst>
            <pc:docMk/>
            <pc:sldMk cId="3267663684" sldId="350"/>
            <ac:cxnSpMk id="11" creationId="{86F0C390-7B27-60E2-1A75-0C3BF0DE3376}"/>
          </ac:cxnSpMkLst>
        </pc:cxnChg>
      </pc:sldChg>
      <pc:sldChg chg="addSp modSp add modTransition">
        <pc:chgData name="Gera Weiss" userId="f0aa0173-552d-4808-9782-d425e6aaf8d9" providerId="ADAL" clId="{93F4DBAE-2B74-422B-9060-8B1553992FE1}" dt="2025-03-26T09:51:13.524" v="130"/>
        <pc:sldMkLst>
          <pc:docMk/>
          <pc:sldMk cId="2506292998" sldId="351"/>
        </pc:sldMkLst>
      </pc:sldChg>
      <pc:sldChg chg="addSp modSp add mod modTransition">
        <pc:chgData name="Gera Weiss" userId="f0aa0173-552d-4808-9782-d425e6aaf8d9" providerId="ADAL" clId="{93F4DBAE-2B74-422B-9060-8B1553992FE1}" dt="2025-03-26T09:51:13.524" v="130"/>
        <pc:sldMkLst>
          <pc:docMk/>
          <pc:sldMk cId="3798066675" sldId="352"/>
        </pc:sldMkLst>
        <pc:spChg chg="mod">
          <ac:chgData name="Gera Weiss" userId="f0aa0173-552d-4808-9782-d425e6aaf8d9" providerId="ADAL" clId="{93F4DBAE-2B74-422B-9060-8B1553992FE1}" dt="2025-03-26T09:15:27.016" v="91" actId="20577"/>
          <ac:spMkLst>
            <pc:docMk/>
            <pc:sldMk cId="3798066675" sldId="352"/>
            <ac:spMk id="7" creationId="{E3E8F631-53A2-C356-E57D-C09A8B5B0D5D}"/>
          </ac:spMkLst>
        </pc:spChg>
        <pc:spChg chg="add mod">
          <ac:chgData name="Gera Weiss" userId="f0aa0173-552d-4808-9782-d425e6aaf8d9" providerId="ADAL" clId="{93F4DBAE-2B74-422B-9060-8B1553992FE1}" dt="2025-03-26T09:15:11.746" v="90"/>
          <ac:spMkLst>
            <pc:docMk/>
            <pc:sldMk cId="3798066675" sldId="352"/>
            <ac:spMk id="13" creationId="{1903308D-777E-B76F-76DE-A36498C0221F}"/>
          </ac:spMkLst>
        </pc:spChg>
        <pc:spChg chg="add mod">
          <ac:chgData name="Gera Weiss" userId="f0aa0173-552d-4808-9782-d425e6aaf8d9" providerId="ADAL" clId="{93F4DBAE-2B74-422B-9060-8B1553992FE1}" dt="2025-03-26T09:15:11.746" v="90"/>
          <ac:spMkLst>
            <pc:docMk/>
            <pc:sldMk cId="3798066675" sldId="352"/>
            <ac:spMk id="18" creationId="{9E7D4137-4145-98CC-682C-C73FABFB68FA}"/>
          </ac:spMkLst>
        </pc:spChg>
        <pc:cxnChg chg="add mod">
          <ac:chgData name="Gera Weiss" userId="f0aa0173-552d-4808-9782-d425e6aaf8d9" providerId="ADAL" clId="{93F4DBAE-2B74-422B-9060-8B1553992FE1}" dt="2025-03-26T09:15:11.746" v="90"/>
          <ac:cxnSpMkLst>
            <pc:docMk/>
            <pc:sldMk cId="3798066675" sldId="352"/>
            <ac:cxnSpMk id="17" creationId="{9EC9CE9B-7894-304D-D034-A84C63FCB9AE}"/>
          </ac:cxnSpMkLst>
        </pc:cxnChg>
      </pc:sldChg>
    </pc:docChg>
  </pc:docChgLst>
  <pc:docChgLst>
    <pc:chgData name="Gera Weiss" userId="f0aa0173-552d-4808-9782-d425e6aaf8d9" providerId="ADAL" clId="{429A4890-3885-4D3D-99D6-032805D76CE2}"/>
    <pc:docChg chg="modSld">
      <pc:chgData name="Gera Weiss" userId="f0aa0173-552d-4808-9782-d425e6aaf8d9" providerId="ADAL" clId="{429A4890-3885-4D3D-99D6-032805D76CE2}" dt="2025-04-09T11:17:32.978" v="6" actId="20577"/>
      <pc:docMkLst>
        <pc:docMk/>
      </pc:docMkLst>
      <pc:sldChg chg="modSp mod">
        <pc:chgData name="Gera Weiss" userId="f0aa0173-552d-4808-9782-d425e6aaf8d9" providerId="ADAL" clId="{429A4890-3885-4D3D-99D6-032805D76CE2}" dt="2025-03-25T06:45:38.899" v="3" actId="20577"/>
        <pc:sldMkLst>
          <pc:docMk/>
          <pc:sldMk cId="0" sldId="256"/>
        </pc:sldMkLst>
        <pc:spChg chg="mod">
          <ac:chgData name="Gera Weiss" userId="f0aa0173-552d-4808-9782-d425e6aaf8d9" providerId="ADAL" clId="{429A4890-3885-4D3D-99D6-032805D76CE2}" dt="2025-03-25T06:45:38.899" v="3" actId="20577"/>
          <ac:spMkLst>
            <pc:docMk/>
            <pc:sldMk cId="0" sldId="256"/>
            <ac:spMk id="6" creationId="{A3658420-2CB9-BB59-0A13-C194375C1911}"/>
          </ac:spMkLst>
        </pc:spChg>
      </pc:sldChg>
      <pc:sldChg chg="mod modShow">
        <pc:chgData name="Gera Weiss" userId="f0aa0173-552d-4808-9782-d425e6aaf8d9" providerId="ADAL" clId="{429A4890-3885-4D3D-99D6-032805D76CE2}" dt="2025-03-23T20:18:04.549" v="1" actId="729"/>
        <pc:sldMkLst>
          <pc:docMk/>
          <pc:sldMk cId="3160805463" sldId="299"/>
        </pc:sldMkLst>
      </pc:sldChg>
      <pc:sldChg chg="mod modShow">
        <pc:chgData name="Gera Weiss" userId="f0aa0173-552d-4808-9782-d425e6aaf8d9" providerId="ADAL" clId="{429A4890-3885-4D3D-99D6-032805D76CE2}" dt="2025-03-23T20:18:08.141" v="2" actId="729"/>
        <pc:sldMkLst>
          <pc:docMk/>
          <pc:sldMk cId="423160941" sldId="300"/>
        </pc:sldMkLst>
      </pc:sldChg>
      <pc:sldChg chg="modSp mod">
        <pc:chgData name="Gera Weiss" userId="f0aa0173-552d-4808-9782-d425e6aaf8d9" providerId="ADAL" clId="{429A4890-3885-4D3D-99D6-032805D76CE2}" dt="2025-04-02T16:47:40.486" v="5" actId="6549"/>
        <pc:sldMkLst>
          <pc:docMk/>
          <pc:sldMk cId="3211724042" sldId="321"/>
        </pc:sldMkLst>
        <pc:spChg chg="mod">
          <ac:chgData name="Gera Weiss" userId="f0aa0173-552d-4808-9782-d425e6aaf8d9" providerId="ADAL" clId="{429A4890-3885-4D3D-99D6-032805D76CE2}" dt="2025-04-02T16:47:40.486" v="5" actId="6549"/>
          <ac:spMkLst>
            <pc:docMk/>
            <pc:sldMk cId="3211724042" sldId="321"/>
            <ac:spMk id="14" creationId="{6B8C4B3F-4E96-3C09-8BBB-A4CA99912532}"/>
          </ac:spMkLst>
        </pc:spChg>
      </pc:sldChg>
      <pc:sldChg chg="modSp">
        <pc:chgData name="Gera Weiss" userId="f0aa0173-552d-4808-9782-d425e6aaf8d9" providerId="ADAL" clId="{429A4890-3885-4D3D-99D6-032805D76CE2}" dt="2025-04-09T11:17:32.978" v="6" actId="20577"/>
        <pc:sldMkLst>
          <pc:docMk/>
          <pc:sldMk cId="958342866" sldId="322"/>
        </pc:sldMkLst>
        <pc:spChg chg="mod">
          <ac:chgData name="Gera Weiss" userId="f0aa0173-552d-4808-9782-d425e6aaf8d9" providerId="ADAL" clId="{429A4890-3885-4D3D-99D6-032805D76CE2}" dt="2025-04-09T11:17:32.978" v="6" actId="20577"/>
          <ac:spMkLst>
            <pc:docMk/>
            <pc:sldMk cId="958342866" sldId="322"/>
            <ac:spMk id="7" creationId="{00000000-0000-0000-0000-000000000000}"/>
          </ac:spMkLst>
        </pc:spChg>
      </pc:sldChg>
    </pc:docChg>
  </pc:docChgLst>
  <pc:docChgLst>
    <pc:chgData name="Gera Weiss" userId="f0aa0173-552d-4808-9782-d425e6aaf8d9" providerId="ADAL" clId="{250B00F9-6568-4D94-8552-938C4280D562}"/>
    <pc:docChg chg="undo custSel addSld modSld sldOrd modMainMaster">
      <pc:chgData name="Gera Weiss" userId="f0aa0173-552d-4808-9782-d425e6aaf8d9" providerId="ADAL" clId="{250B00F9-6568-4D94-8552-938C4280D562}" dt="2024-05-11T20:10:02.948" v="391" actId="729"/>
      <pc:docMkLst>
        <pc:docMk/>
      </pc:docMkLst>
      <pc:sldChg chg="addSp modSp 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0" sldId="256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0" sldId="284"/>
        </pc:sldMkLst>
      </pc:sldChg>
      <pc:sldChg chg="modSp 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0" sldId="286"/>
        </pc:sldMkLst>
      </pc:sldChg>
      <pc:sldChg chg="modSp 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0" sldId="287"/>
        </pc:sldMkLst>
      </pc:sldChg>
      <pc:sldChg chg="modSp 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0" sldId="288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0" sldId="289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0" sldId="290"/>
        </pc:sldMkLst>
      </pc:sldChg>
      <pc:sldChg chg="modSp 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0" sldId="291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0" sldId="293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0" sldId="297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0" sldId="298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3160805463" sldId="299"/>
        </pc:sldMkLst>
      </pc:sldChg>
      <pc:sldChg chg="modSp 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423160941" sldId="300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363078984" sldId="304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2173619586" sldId="310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3868120083" sldId="311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4150713784" sldId="312"/>
        </pc:sldMkLst>
      </pc:sldChg>
      <pc:sldChg chg="modSp 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1659415984" sldId="315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2652054286" sldId="316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1616914668" sldId="317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2060091683" sldId="319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818947050" sldId="320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3211724042" sldId="321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958342866" sldId="322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4233233649" sldId="323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1559222725" sldId="324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3947801030" sldId="325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380643956" sldId="326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3830833976" sldId="327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2595762890" sldId="328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1980547970" sldId="329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846953751" sldId="330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3430711228" sldId="331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1408296200" sldId="332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3426821416" sldId="333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1546366658" sldId="334"/>
        </pc:sldMkLst>
      </pc:sldChg>
      <pc:sldChg chg="mod or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3023008990" sldId="335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1430095317" sldId="336"/>
        </pc:sldMkLst>
      </pc:sldChg>
      <pc:sldChg chg="modSp 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1904944542" sldId="337"/>
        </pc:sldMkLst>
      </pc:sldChg>
      <pc:sldChg chg="modSp 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1111044798" sldId="338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481457715" sldId="339"/>
        </pc:sldMkLst>
      </pc:sldChg>
      <pc:sldChg chg="mod or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1656890153" sldId="340"/>
        </pc:sldMkLst>
      </pc:sldChg>
      <pc:sldChg chg="addSp delSp modSp add mod ord delAnim modShow">
        <pc:chgData name="Gera Weiss" userId="f0aa0173-552d-4808-9782-d425e6aaf8d9" providerId="ADAL" clId="{250B00F9-6568-4D94-8552-938C4280D562}" dt="2024-05-11T20:10:02.948" v="391" actId="729"/>
        <pc:sldMkLst>
          <pc:docMk/>
          <pc:sldMk cId="1101615587" sldId="341"/>
        </pc:sldMkLst>
      </pc:sldChg>
      <pc:sldChg chg="modSp add mod or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1847288032" sldId="342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2756107580" sldId="343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2300009738" sldId="344"/>
        </pc:sldMkLst>
      </pc:sldChg>
      <pc:sldChg chg="mod modShow">
        <pc:chgData name="Gera Weiss" userId="f0aa0173-552d-4808-9782-d425e6aaf8d9" providerId="ADAL" clId="{250B00F9-6568-4D94-8552-938C4280D562}" dt="2024-05-11T20:10:02.948" v="391" actId="729"/>
        <pc:sldMkLst>
          <pc:docMk/>
          <pc:sldMk cId="2069675544" sldId="345"/>
        </pc:sldMkLst>
      </pc:sldChg>
      <pc:sldMasterChg chg="modSldLayout">
        <pc:chgData name="Gera Weiss" userId="f0aa0173-552d-4808-9782-d425e6aaf8d9" providerId="ADAL" clId="{250B00F9-6568-4D94-8552-938C4280D562}" dt="2024-05-03T15:54:48.438" v="6" actId="1076"/>
        <pc:sldMasterMkLst>
          <pc:docMk/>
          <pc:sldMasterMk cId="0" sldId="2147483660"/>
        </pc:sldMasterMkLst>
        <pc:sldLayoutChg chg="addSp delSp modSp mod">
          <pc:chgData name="Gera Weiss" userId="f0aa0173-552d-4808-9782-d425e6aaf8d9" providerId="ADAL" clId="{250B00F9-6568-4D94-8552-938C4280D562}" dt="2024-05-03T15:54:48.438" v="6" actId="1076"/>
          <pc:sldLayoutMkLst>
            <pc:docMk/>
            <pc:sldMasterMk cId="0" sldId="2147483660"/>
            <pc:sldLayoutMk cId="0" sldId="2147483662"/>
          </pc:sldLayoutMkLst>
        </pc:sldLayoutChg>
      </pc:sldMasterChg>
    </pc:docChg>
  </pc:docChgLst>
  <pc:docChgLst>
    <pc:chgData name="Gera Weiss" userId="f0aa0173-552d-4808-9782-d425e6aaf8d9" providerId="ADAL" clId="{99B6B145-CDF8-42BF-9420-477214FF3078}"/>
    <pc:docChg chg="modSld">
      <pc:chgData name="Gera Weiss" userId="f0aa0173-552d-4808-9782-d425e6aaf8d9" providerId="ADAL" clId="{99B6B145-CDF8-42BF-9420-477214FF3078}" dt="2024-05-05T06:41:04.739" v="3" actId="20577"/>
      <pc:docMkLst>
        <pc:docMk/>
      </pc:docMkLst>
      <pc:sldChg chg="modTransition">
        <pc:chgData name="Gera Weiss" userId="f0aa0173-552d-4808-9782-d425e6aaf8d9" providerId="ADAL" clId="{99B6B145-CDF8-42BF-9420-477214FF3078}" dt="2024-05-05T06:39:39.653" v="1"/>
        <pc:sldMkLst>
          <pc:docMk/>
          <pc:sldMk cId="0" sldId="256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0" sldId="284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0" sldId="286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0" sldId="287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0" sldId="288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0" sldId="289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0" sldId="290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0" sldId="291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0" sldId="293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0" sldId="297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0" sldId="298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3160805463" sldId="299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423160941" sldId="300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363078984" sldId="304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2173619586" sldId="310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3868120083" sldId="311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4150713784" sldId="312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1659415984" sldId="315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2652054286" sldId="316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1616914668" sldId="317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2060091683" sldId="319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818947050" sldId="320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3211724042" sldId="321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958342866" sldId="322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4233233649" sldId="323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1559222725" sldId="324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3947801030" sldId="325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380643956" sldId="326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3830833976" sldId="327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2595762890" sldId="328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1980547970" sldId="329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846953751" sldId="330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3430711228" sldId="331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1408296200" sldId="332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3426821416" sldId="333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1546366658" sldId="334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3023008990" sldId="335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1430095317" sldId="336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1904944542" sldId="337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1111044798" sldId="338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481457715" sldId="339"/>
        </pc:sldMkLst>
      </pc:sldChg>
      <pc:sldChg chg="modTransition">
        <pc:chgData name="Gera Weiss" userId="f0aa0173-552d-4808-9782-d425e6aaf8d9" providerId="ADAL" clId="{99B6B145-CDF8-42BF-9420-477214FF3078}" dt="2024-05-05T06:39:18.756" v="0"/>
        <pc:sldMkLst>
          <pc:docMk/>
          <pc:sldMk cId="1656890153" sldId="340"/>
        </pc:sldMkLst>
      </pc:sldChg>
      <pc:sldChg chg="modSp modTransition">
        <pc:chgData name="Gera Weiss" userId="f0aa0173-552d-4808-9782-d425e6aaf8d9" providerId="ADAL" clId="{99B6B145-CDF8-42BF-9420-477214FF3078}" dt="2024-05-05T06:40:59.425" v="2" actId="20577"/>
        <pc:sldMkLst>
          <pc:docMk/>
          <pc:sldMk cId="1101615587" sldId="341"/>
        </pc:sldMkLst>
      </pc:sldChg>
      <pc:sldChg chg="modSp modTransition">
        <pc:chgData name="Gera Weiss" userId="f0aa0173-552d-4808-9782-d425e6aaf8d9" providerId="ADAL" clId="{99B6B145-CDF8-42BF-9420-477214FF3078}" dt="2024-05-05T06:41:04.739" v="3" actId="20577"/>
        <pc:sldMkLst>
          <pc:docMk/>
          <pc:sldMk cId="1847288032" sldId="34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52875-8585-4B7F-A1CF-DBB5BE4E8D66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1FA2941-15FA-47A3-9648-ABF97B82237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04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0DDF0-F0C2-4778-8E9A-5F1ED9205177}" type="datetimeFigureOut">
              <a:rPr lang="en-US" smtClean="0"/>
              <a:pPr/>
              <a:t>4/9/2025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31863" y="741363"/>
            <a:ext cx="4933950" cy="37020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690269"/>
            <a:ext cx="5438140" cy="44434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37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757A4-4E90-4B42-9996-A4B779999EB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99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השערת </a:t>
            </a:r>
            <a:r>
              <a:rPr lang="he-IL" dirty="0" err="1"/>
              <a:t>קולץ</a:t>
            </a:r>
            <a:r>
              <a:rPr lang="he-IL" dirty="0"/>
              <a:t>: לא משנה מאיזה טבעי מתחילים, האלגוריתם הבא יוביל אותנו ל-1: אם המספר זוגי מחלקים ב-2, אם הוא אי זוגי מכפילים ב-3 ומוסיפים 1.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F757A4-4E90-4B42-9996-A4B779999EB2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6345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  <a:endParaRPr kumimoji="0" lang="en-US" dirty="0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989392" y="-499216"/>
            <a:ext cx="2476500" cy="476250"/>
          </a:xfrm>
        </p:spPr>
        <p:txBody>
          <a:bodyPr/>
          <a:lstStyle>
            <a:lvl1pPr algn="ctr">
              <a:defRPr sz="1100"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fld id="{39CC19FB-E0B0-4340-A266-4354DE927783}" type="datetime8">
              <a:rPr lang="he-IL" smtClean="0"/>
              <a:pPr/>
              <a:t>09 אפריל 25</a:t>
            </a:fld>
            <a:endParaRPr lang="he-IL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743200" y="5791200"/>
            <a:ext cx="3962400" cy="457200"/>
          </a:xfrm>
        </p:spPr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-76200"/>
            <a:ext cx="7772400" cy="1143000"/>
          </a:xfrm>
        </p:spPr>
        <p:txBody>
          <a:bodyPr/>
          <a:lstStyle>
            <a:lvl1pPr algn="ct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fld id="{C34EE804-370A-4573-BCF0-BCB89BAB68AF}" type="datetime8">
              <a:rPr lang="he-IL" smtClean="0"/>
              <a:pPr/>
              <a:t>09 אפריל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52400" y="152400"/>
            <a:ext cx="457200" cy="4572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>
            <a:lvl1pPr algn="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algn="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algn="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algn="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algn="r" rtl="1">
              <a:defRPr>
                <a:latin typeface="Gisha" panose="020B0502040204020203" pitchFamily="34" charset="-79"/>
                <a:cs typeface="Gisha" panose="020B0502040204020203" pitchFamily="34" charset="-79"/>
              </a:defRPr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7" name="Picture 2" descr="סרט מודעות צהוב – ויקיפדיה">
            <a:extLst>
              <a:ext uri="{FF2B5EF4-FFF2-40B4-BE49-F238E27FC236}">
                <a16:creationId xmlns:a16="http://schemas.microsoft.com/office/drawing/2014/main" id="{26837696-3506-65FC-FE14-2BA23E87B8B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34400" y="131885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39FFC3-A1F9-43F7-BAC2-18A7DA1311CC}" type="datetime8">
              <a:rPr lang="he-IL" smtClean="0"/>
              <a:pPr/>
              <a:t>09 אפריל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3CFB3-86D3-4E99-9351-D23D9955CDF5}" type="datetime8">
              <a:rPr lang="he-IL" smtClean="0"/>
              <a:pPr/>
              <a:t>09 אפריל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pic>
        <p:nvPicPr>
          <p:cNvPr id="9218" name="Picture 2" descr="http://bgu.ac.il/NR/rdonlyres/4E908188-6AC7-4C07-9237-368D40E2EEFB/41075/BGUsig1H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965950" y="-136525"/>
            <a:ext cx="2406650" cy="1203325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C195C-D401-42A6-8514-54AFA4363815}" type="datetime8">
              <a:rPr lang="he-IL" smtClean="0"/>
              <a:pPr/>
              <a:t>09 אפריל 25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C8C25B-9231-4272-AA73-1A85CFBC631F}" type="datetime8">
              <a:rPr lang="he-IL" smtClean="0"/>
              <a:pPr/>
              <a:t>09 אפריל 25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E0DC-21C4-4284-9619-2435B741C73C}" type="datetime8">
              <a:rPr lang="he-IL" smtClean="0"/>
              <a:pPr/>
              <a:t>09 אפריל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750A9D-1DA0-40C1-B987-2DF8E92284F7}" type="datetime8">
              <a:rPr lang="he-IL" smtClean="0"/>
              <a:pPr/>
              <a:t>09 אפריל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EDC6D-3B6C-4A07-9025-C537BF568B21}" type="datetime8">
              <a:rPr lang="he-IL" smtClean="0"/>
              <a:pPr/>
              <a:t>09 אפריל 25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43B3F-87C9-467A-A682-DC655797F248}" type="datetime8">
              <a:rPr lang="he-IL" smtClean="0"/>
              <a:pPr/>
              <a:t>09 אפריל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284FC2-120A-4ED8-A9DC-A676BAD3DB03}" type="datetime8">
              <a:rPr lang="he-IL" smtClean="0"/>
              <a:pPr/>
              <a:t>09 אפריל 25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fld id="{F101A4FF-BCFD-4676-834C-A776EDDED246}" type="datetime8">
              <a:rPr lang="he-IL" smtClean="0"/>
              <a:pPr/>
              <a:t>09 אפריל 25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</a:lstStyle>
          <a:p>
            <a:endParaRPr lang="he-IL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Gisha" panose="020B0502040204020203" pitchFamily="34" charset="-79"/>
                <a:ea typeface="+mj-ea"/>
                <a:cs typeface="Gisha" panose="020B0502040204020203" pitchFamily="34" charset="-79"/>
              </a:defRPr>
            </a:lvl1pPr>
          </a:lstStyle>
          <a:p>
            <a:fld id="{E3DAB9DA-84F9-45EC-A1D4-01A166BFD3A6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1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Gisha" panose="020B0502040204020203" pitchFamily="34" charset="-79"/>
          <a:ea typeface="+mj-ea"/>
          <a:cs typeface="Gisha" panose="020B0502040204020203" pitchFamily="34" charset="-79"/>
        </a:defRPr>
      </a:lvl1pPr>
    </p:titleStyle>
    <p:bodyStyle>
      <a:lvl1pPr marL="274320" indent="-274320" algn="r" rtl="1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Gisha" panose="020B0502040204020203" pitchFamily="34" charset="-79"/>
          <a:ea typeface="+mn-ea"/>
          <a:cs typeface="Gisha" panose="020B0502040204020203" pitchFamily="34" charset="-79"/>
        </a:defRPr>
      </a:lvl1pPr>
      <a:lvl2pPr marL="548640" indent="-228600" algn="r" rtl="1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Gisha" panose="020B0502040204020203" pitchFamily="34" charset="-79"/>
          <a:ea typeface="+mn-ea"/>
          <a:cs typeface="Gisha" panose="020B0502040204020203" pitchFamily="34" charset="-79"/>
        </a:defRPr>
      </a:lvl2pPr>
      <a:lvl3pPr marL="822960" indent="-228600" algn="r" rtl="1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Gisha" panose="020B0502040204020203" pitchFamily="34" charset="-79"/>
          <a:ea typeface="+mn-ea"/>
          <a:cs typeface="Gisha" panose="020B0502040204020203" pitchFamily="34" charset="-79"/>
        </a:defRPr>
      </a:lvl3pPr>
      <a:lvl4pPr marL="1097280" indent="-228600" algn="r" rtl="1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Gisha" panose="020B0502040204020203" pitchFamily="34" charset="-79"/>
          <a:ea typeface="+mn-ea"/>
          <a:cs typeface="Gisha" panose="020B0502040204020203" pitchFamily="34" charset="-79"/>
        </a:defRPr>
      </a:lvl4pPr>
      <a:lvl5pPr marL="1371600" indent="-228600" algn="r" rtl="1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Gisha" panose="020B0502040204020203" pitchFamily="34" charset="-79"/>
          <a:ea typeface="+mn-ea"/>
          <a:cs typeface="Gisha" panose="020B0502040204020203" pitchFamily="34" charset="-79"/>
        </a:defRPr>
      </a:lvl5pPr>
      <a:lvl6pPr marL="1645920" indent="-228600" algn="r" rtl="1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r" rtl="1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r" rtl="1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r" rtl="1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rtl="1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Relationship Id="rId9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eg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5.png"/><Relationship Id="rId4" Type="http://schemas.openxmlformats.org/officeDocument/2006/relationships/image" Target="../media/image8.jpeg"/><Relationship Id="rId9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0.png"/><Relationship Id="rId3" Type="http://schemas.openxmlformats.org/officeDocument/2006/relationships/image" Target="../media/image12.png"/><Relationship Id="rId7" Type="http://schemas.openxmlformats.org/officeDocument/2006/relationships/image" Target="../media/image17.png"/><Relationship Id="rId12" Type="http://schemas.openxmlformats.org/officeDocument/2006/relationships/image" Target="../media/image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8.jpeg"/><Relationship Id="rId5" Type="http://schemas.openxmlformats.org/officeDocument/2006/relationships/image" Target="../media/image15.png"/><Relationship Id="rId10" Type="http://schemas.openxmlformats.org/officeDocument/2006/relationships/image" Target="../media/image7.png"/><Relationship Id="rId4" Type="http://schemas.openxmlformats.org/officeDocument/2006/relationships/image" Target="../media/image14.png"/><Relationship Id="rId9" Type="http://schemas.openxmlformats.org/officeDocument/2006/relationships/image" Target="../media/image18.png"/><Relationship Id="rId1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7.png"/><Relationship Id="rId3" Type="http://schemas.openxmlformats.org/officeDocument/2006/relationships/image" Target="../media/image30.png"/><Relationship Id="rId7" Type="http://schemas.openxmlformats.org/officeDocument/2006/relationships/image" Target="../media/image26.png"/><Relationship Id="rId12" Type="http://schemas.openxmlformats.org/officeDocument/2006/relationships/image" Target="../media/image36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13" Type="http://schemas.openxmlformats.org/officeDocument/2006/relationships/image" Target="../media/image26.png"/><Relationship Id="rId18" Type="http://schemas.openxmlformats.org/officeDocument/2006/relationships/image" Target="../media/image53.png"/><Relationship Id="rId26" Type="http://schemas.openxmlformats.org/officeDocument/2006/relationships/image" Target="../media/image61.png"/><Relationship Id="rId3" Type="http://schemas.openxmlformats.org/officeDocument/2006/relationships/image" Target="../media/image40.png"/><Relationship Id="rId21" Type="http://schemas.openxmlformats.org/officeDocument/2006/relationships/image" Target="../media/image56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2.png"/><Relationship Id="rId25" Type="http://schemas.openxmlformats.org/officeDocument/2006/relationships/image" Target="../media/image60.png"/><Relationship Id="rId2" Type="http://schemas.openxmlformats.org/officeDocument/2006/relationships/image" Target="../media/image39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59.png"/><Relationship Id="rId5" Type="http://schemas.openxmlformats.org/officeDocument/2006/relationships/image" Target="../media/image42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28" Type="http://schemas.openxmlformats.org/officeDocument/2006/relationships/image" Target="../media/image63.png"/><Relationship Id="rId10" Type="http://schemas.openxmlformats.org/officeDocument/2006/relationships/image" Target="../media/image47.png"/><Relationship Id="rId19" Type="http://schemas.openxmlformats.org/officeDocument/2006/relationships/image" Target="../media/image54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27.png"/><Relationship Id="rId22" Type="http://schemas.openxmlformats.org/officeDocument/2006/relationships/image" Target="../media/image57.png"/><Relationship Id="rId27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image" Target="../media/image53.png"/><Relationship Id="rId26" Type="http://schemas.openxmlformats.org/officeDocument/2006/relationships/image" Target="../media/image61.png"/><Relationship Id="rId3" Type="http://schemas.openxmlformats.org/officeDocument/2006/relationships/image" Target="../media/image40.png"/><Relationship Id="rId21" Type="http://schemas.openxmlformats.org/officeDocument/2006/relationships/image" Target="../media/image56.png"/><Relationship Id="rId34" Type="http://schemas.openxmlformats.org/officeDocument/2006/relationships/image" Target="../media/image69.png"/><Relationship Id="rId7" Type="http://schemas.openxmlformats.org/officeDocument/2006/relationships/image" Target="../media/image44.png"/><Relationship Id="rId12" Type="http://schemas.openxmlformats.org/officeDocument/2006/relationships/image" Target="../media/image49.png"/><Relationship Id="rId17" Type="http://schemas.openxmlformats.org/officeDocument/2006/relationships/image" Target="../media/image52.png"/><Relationship Id="rId25" Type="http://schemas.openxmlformats.org/officeDocument/2006/relationships/image" Target="../media/image60.png"/><Relationship Id="rId33" Type="http://schemas.openxmlformats.org/officeDocument/2006/relationships/image" Target="../media/image68.png"/><Relationship Id="rId2" Type="http://schemas.openxmlformats.org/officeDocument/2006/relationships/image" Target="../media/image39.png"/><Relationship Id="rId16" Type="http://schemas.openxmlformats.org/officeDocument/2006/relationships/image" Target="../media/image51.png"/><Relationship Id="rId20" Type="http://schemas.openxmlformats.org/officeDocument/2006/relationships/image" Target="../media/image55.png"/><Relationship Id="rId29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11" Type="http://schemas.openxmlformats.org/officeDocument/2006/relationships/image" Target="../media/image48.png"/><Relationship Id="rId24" Type="http://schemas.openxmlformats.org/officeDocument/2006/relationships/image" Target="../media/image59.png"/><Relationship Id="rId32" Type="http://schemas.openxmlformats.org/officeDocument/2006/relationships/image" Target="../media/image67.png"/><Relationship Id="rId5" Type="http://schemas.openxmlformats.org/officeDocument/2006/relationships/image" Target="../media/image42.png"/><Relationship Id="rId15" Type="http://schemas.openxmlformats.org/officeDocument/2006/relationships/image" Target="../media/image50.png"/><Relationship Id="rId23" Type="http://schemas.openxmlformats.org/officeDocument/2006/relationships/image" Target="../media/image58.png"/><Relationship Id="rId28" Type="http://schemas.openxmlformats.org/officeDocument/2006/relationships/image" Target="../media/image63.png"/><Relationship Id="rId36" Type="http://schemas.openxmlformats.org/officeDocument/2006/relationships/image" Target="../media/image71.png"/><Relationship Id="rId10" Type="http://schemas.openxmlformats.org/officeDocument/2006/relationships/image" Target="../media/image47.png"/><Relationship Id="rId19" Type="http://schemas.openxmlformats.org/officeDocument/2006/relationships/image" Target="../media/image54.png"/><Relationship Id="rId31" Type="http://schemas.openxmlformats.org/officeDocument/2006/relationships/image" Target="../media/image66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Relationship Id="rId14" Type="http://schemas.openxmlformats.org/officeDocument/2006/relationships/image" Target="../media/image27.png"/><Relationship Id="rId22" Type="http://schemas.openxmlformats.org/officeDocument/2006/relationships/image" Target="../media/image57.png"/><Relationship Id="rId27" Type="http://schemas.openxmlformats.org/officeDocument/2006/relationships/image" Target="../media/image20.png"/><Relationship Id="rId30" Type="http://schemas.openxmlformats.org/officeDocument/2006/relationships/image" Target="../media/image65.png"/><Relationship Id="rId35" Type="http://schemas.openxmlformats.org/officeDocument/2006/relationships/image" Target="../media/image70.png"/><Relationship Id="rId8" Type="http://schemas.openxmlformats.org/officeDocument/2006/relationships/image" Target="../media/image45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png"/><Relationship Id="rId3" Type="http://schemas.openxmlformats.org/officeDocument/2006/relationships/image" Target="../media/image74.png"/><Relationship Id="rId7" Type="http://schemas.openxmlformats.org/officeDocument/2006/relationships/image" Target="../media/image78.png"/><Relationship Id="rId12" Type="http://schemas.openxmlformats.org/officeDocument/2006/relationships/image" Target="../media/image79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7.png"/><Relationship Id="rId11" Type="http://schemas.openxmlformats.org/officeDocument/2006/relationships/image" Target="../media/image82.png"/><Relationship Id="rId5" Type="http://schemas.openxmlformats.org/officeDocument/2006/relationships/image" Target="../media/image76.png"/><Relationship Id="rId10" Type="http://schemas.openxmlformats.org/officeDocument/2006/relationships/image" Target="../media/image81.png"/><Relationship Id="rId4" Type="http://schemas.openxmlformats.org/officeDocument/2006/relationships/image" Target="../media/image75.png"/><Relationship Id="rId9" Type="http://schemas.openxmlformats.org/officeDocument/2006/relationships/image" Target="../media/image8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png"/><Relationship Id="rId3" Type="http://schemas.openxmlformats.org/officeDocument/2006/relationships/image" Target="../media/image84.png"/><Relationship Id="rId7" Type="http://schemas.openxmlformats.org/officeDocument/2006/relationships/hyperlink" Target="https://he.wikipedia.org/wiki/%D7%94%D7%A9%D7%A2%D7%A8%D7%AA_%D7%A7%D7%95%D7%9C%D7%A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2510.png"/><Relationship Id="rId9" Type="http://schemas.openxmlformats.org/officeDocument/2006/relationships/image" Target="../media/image10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.png"/><Relationship Id="rId5" Type="http://schemas.openxmlformats.org/officeDocument/2006/relationships/image" Target="../media/image106.png"/><Relationship Id="rId4" Type="http://schemas.openxmlformats.org/officeDocument/2006/relationships/image" Target="../media/image105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png"/><Relationship Id="rId3" Type="http://schemas.openxmlformats.org/officeDocument/2006/relationships/image" Target="../media/image85.jpeg"/><Relationship Id="rId7" Type="http://schemas.openxmlformats.org/officeDocument/2006/relationships/image" Target="../media/image113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2.png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13" Type="http://schemas.openxmlformats.org/officeDocument/2006/relationships/image" Target="../media/image128.png"/><Relationship Id="rId3" Type="http://schemas.openxmlformats.org/officeDocument/2006/relationships/image" Target="../media/image118.png"/><Relationship Id="rId7" Type="http://schemas.openxmlformats.org/officeDocument/2006/relationships/image" Target="../media/image122.png"/><Relationship Id="rId12" Type="http://schemas.openxmlformats.org/officeDocument/2006/relationships/image" Target="../media/image86.jpe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image" Target="../media/image126.png"/><Relationship Id="rId5" Type="http://schemas.openxmlformats.org/officeDocument/2006/relationships/image" Target="../media/image120.png"/><Relationship Id="rId10" Type="http://schemas.openxmlformats.org/officeDocument/2006/relationships/image" Target="../media/image125.png"/><Relationship Id="rId4" Type="http://schemas.openxmlformats.org/officeDocument/2006/relationships/image" Target="../media/image119.png"/><Relationship Id="rId9" Type="http://schemas.openxmlformats.org/officeDocument/2006/relationships/image" Target="../media/image1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87.em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5.png"/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89.png"/><Relationship Id="rId3" Type="http://schemas.openxmlformats.org/officeDocument/2006/relationships/image" Target="../media/image137.png"/><Relationship Id="rId7" Type="http://schemas.openxmlformats.org/officeDocument/2006/relationships/image" Target="../media/image141.png"/><Relationship Id="rId12" Type="http://schemas.openxmlformats.org/officeDocument/2006/relationships/image" Target="../media/image146.png"/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image" Target="../media/image145.png"/><Relationship Id="rId5" Type="http://schemas.openxmlformats.org/officeDocument/2006/relationships/image" Target="../media/image139.png"/><Relationship Id="rId10" Type="http://schemas.openxmlformats.org/officeDocument/2006/relationships/image" Target="../media/image144.png"/><Relationship Id="rId4" Type="http://schemas.openxmlformats.org/officeDocument/2006/relationships/image" Target="../media/image138.png"/><Relationship Id="rId9" Type="http://schemas.openxmlformats.org/officeDocument/2006/relationships/image" Target="../media/image143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jpeg"/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2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12" Type="http://schemas.openxmlformats.org/officeDocument/2006/relationships/image" Target="../media/image161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11" Type="http://schemas.openxmlformats.org/officeDocument/2006/relationships/image" Target="../media/image160.png"/><Relationship Id="rId5" Type="http://schemas.openxmlformats.org/officeDocument/2006/relationships/image" Target="../media/image154.png"/><Relationship Id="rId10" Type="http://schemas.openxmlformats.org/officeDocument/2006/relationships/image" Target="../media/image159.png"/><Relationship Id="rId4" Type="http://schemas.openxmlformats.org/officeDocument/2006/relationships/image" Target="../media/image153.png"/><Relationship Id="rId9" Type="http://schemas.openxmlformats.org/officeDocument/2006/relationships/image" Target="../media/image158.png"/><Relationship Id="rId14" Type="http://schemas.openxmlformats.org/officeDocument/2006/relationships/image" Target="../media/image163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2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12" Type="http://schemas.openxmlformats.org/officeDocument/2006/relationships/image" Target="../media/image161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11" Type="http://schemas.openxmlformats.org/officeDocument/2006/relationships/image" Target="../media/image160.png"/><Relationship Id="rId5" Type="http://schemas.openxmlformats.org/officeDocument/2006/relationships/image" Target="../media/image154.png"/><Relationship Id="rId10" Type="http://schemas.openxmlformats.org/officeDocument/2006/relationships/image" Target="../media/image159.png"/><Relationship Id="rId4" Type="http://schemas.openxmlformats.org/officeDocument/2006/relationships/image" Target="../media/image153.png"/><Relationship Id="rId9" Type="http://schemas.openxmlformats.org/officeDocument/2006/relationships/image" Target="../media/image158.png"/><Relationship Id="rId14" Type="http://schemas.openxmlformats.org/officeDocument/2006/relationships/image" Target="../media/image163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13" Type="http://schemas.openxmlformats.org/officeDocument/2006/relationships/image" Target="../media/image162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12" Type="http://schemas.openxmlformats.org/officeDocument/2006/relationships/image" Target="../media/image161.png"/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11" Type="http://schemas.openxmlformats.org/officeDocument/2006/relationships/image" Target="../media/image160.png"/><Relationship Id="rId5" Type="http://schemas.openxmlformats.org/officeDocument/2006/relationships/image" Target="../media/image154.png"/><Relationship Id="rId10" Type="http://schemas.openxmlformats.org/officeDocument/2006/relationships/image" Target="../media/image159.png"/><Relationship Id="rId4" Type="http://schemas.openxmlformats.org/officeDocument/2006/relationships/image" Target="../media/image153.png"/><Relationship Id="rId9" Type="http://schemas.openxmlformats.org/officeDocument/2006/relationships/image" Target="../media/image158.png"/><Relationship Id="rId14" Type="http://schemas.openxmlformats.org/officeDocument/2006/relationships/image" Target="../media/image16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1.png"/><Relationship Id="rId13" Type="http://schemas.openxmlformats.org/officeDocument/2006/relationships/image" Target="../media/image176.png"/><Relationship Id="rId18" Type="http://schemas.openxmlformats.org/officeDocument/2006/relationships/image" Target="../media/image181.png"/><Relationship Id="rId26" Type="http://schemas.openxmlformats.org/officeDocument/2006/relationships/image" Target="../media/image189.png"/><Relationship Id="rId3" Type="http://schemas.openxmlformats.org/officeDocument/2006/relationships/image" Target="../media/image166.png"/><Relationship Id="rId7" Type="http://schemas.openxmlformats.org/officeDocument/2006/relationships/image" Target="../media/image170.png"/><Relationship Id="rId12" Type="http://schemas.openxmlformats.org/officeDocument/2006/relationships/image" Target="../media/image175.png"/><Relationship Id="rId17" Type="http://schemas.openxmlformats.org/officeDocument/2006/relationships/image" Target="../media/image180.png"/><Relationship Id="rId25" Type="http://schemas.openxmlformats.org/officeDocument/2006/relationships/image" Target="../media/image188.png"/><Relationship Id="rId2" Type="http://schemas.openxmlformats.org/officeDocument/2006/relationships/image" Target="../media/image165.png"/><Relationship Id="rId16" Type="http://schemas.openxmlformats.org/officeDocument/2006/relationships/image" Target="../media/image179.png"/><Relationship Id="rId29" Type="http://schemas.openxmlformats.org/officeDocument/2006/relationships/image" Target="../media/image19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24" Type="http://schemas.openxmlformats.org/officeDocument/2006/relationships/image" Target="../media/image187.png"/><Relationship Id="rId5" Type="http://schemas.openxmlformats.org/officeDocument/2006/relationships/image" Target="../media/image168.png"/><Relationship Id="rId15" Type="http://schemas.openxmlformats.org/officeDocument/2006/relationships/image" Target="../media/image178.png"/><Relationship Id="rId23" Type="http://schemas.openxmlformats.org/officeDocument/2006/relationships/image" Target="../media/image186.png"/><Relationship Id="rId28" Type="http://schemas.openxmlformats.org/officeDocument/2006/relationships/image" Target="../media/image191.png"/><Relationship Id="rId10" Type="http://schemas.openxmlformats.org/officeDocument/2006/relationships/image" Target="../media/image173.png"/><Relationship Id="rId19" Type="http://schemas.openxmlformats.org/officeDocument/2006/relationships/image" Target="../media/image182.png"/><Relationship Id="rId31" Type="http://schemas.openxmlformats.org/officeDocument/2006/relationships/image" Target="../media/image194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Relationship Id="rId14" Type="http://schemas.openxmlformats.org/officeDocument/2006/relationships/image" Target="../media/image177.png"/><Relationship Id="rId27" Type="http://schemas.openxmlformats.org/officeDocument/2006/relationships/image" Target="../media/image190.png"/><Relationship Id="rId30" Type="http://schemas.openxmlformats.org/officeDocument/2006/relationships/image" Target="../media/image193.png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6.png"/><Relationship Id="rId18" Type="http://schemas.openxmlformats.org/officeDocument/2006/relationships/image" Target="../media/image181.png"/><Relationship Id="rId26" Type="http://schemas.openxmlformats.org/officeDocument/2006/relationships/image" Target="../media/image187.png"/><Relationship Id="rId3" Type="http://schemas.openxmlformats.org/officeDocument/2006/relationships/image" Target="../media/image166.png"/><Relationship Id="rId21" Type="http://schemas.openxmlformats.org/officeDocument/2006/relationships/image" Target="../media/image195.png"/><Relationship Id="rId34" Type="http://schemas.openxmlformats.org/officeDocument/2006/relationships/image" Target="../media/image194.png"/><Relationship Id="rId7" Type="http://schemas.openxmlformats.org/officeDocument/2006/relationships/image" Target="../media/image170.png"/><Relationship Id="rId12" Type="http://schemas.openxmlformats.org/officeDocument/2006/relationships/image" Target="../media/image175.png"/><Relationship Id="rId17" Type="http://schemas.openxmlformats.org/officeDocument/2006/relationships/image" Target="../media/image180.png"/><Relationship Id="rId25" Type="http://schemas.openxmlformats.org/officeDocument/2006/relationships/image" Target="../media/image186.png"/><Relationship Id="rId33" Type="http://schemas.openxmlformats.org/officeDocument/2006/relationships/image" Target="../media/image193.png"/><Relationship Id="rId2" Type="http://schemas.openxmlformats.org/officeDocument/2006/relationships/image" Target="../media/image165.png"/><Relationship Id="rId16" Type="http://schemas.openxmlformats.org/officeDocument/2006/relationships/image" Target="../media/image179.png"/><Relationship Id="rId20" Type="http://schemas.openxmlformats.org/officeDocument/2006/relationships/image" Target="../media/image183.png"/><Relationship Id="rId29" Type="http://schemas.openxmlformats.org/officeDocument/2006/relationships/image" Target="../media/image1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24" Type="http://schemas.openxmlformats.org/officeDocument/2006/relationships/image" Target="../media/image185.png"/><Relationship Id="rId32" Type="http://schemas.openxmlformats.org/officeDocument/2006/relationships/image" Target="../media/image192.png"/><Relationship Id="rId5" Type="http://schemas.openxmlformats.org/officeDocument/2006/relationships/image" Target="../media/image168.png"/><Relationship Id="rId15" Type="http://schemas.openxmlformats.org/officeDocument/2006/relationships/image" Target="../media/image178.png"/><Relationship Id="rId23" Type="http://schemas.openxmlformats.org/officeDocument/2006/relationships/image" Target="../media/image184.png"/><Relationship Id="rId28" Type="http://schemas.openxmlformats.org/officeDocument/2006/relationships/image" Target="../media/image197.png"/><Relationship Id="rId36" Type="http://schemas.openxmlformats.org/officeDocument/2006/relationships/image" Target="../media/image440.png"/><Relationship Id="rId10" Type="http://schemas.openxmlformats.org/officeDocument/2006/relationships/image" Target="../media/image173.png"/><Relationship Id="rId19" Type="http://schemas.openxmlformats.org/officeDocument/2006/relationships/image" Target="../media/image182.png"/><Relationship Id="rId31" Type="http://schemas.openxmlformats.org/officeDocument/2006/relationships/image" Target="../media/image191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Relationship Id="rId14" Type="http://schemas.openxmlformats.org/officeDocument/2006/relationships/image" Target="../media/image177.png"/><Relationship Id="rId22" Type="http://schemas.openxmlformats.org/officeDocument/2006/relationships/image" Target="../media/image196.png"/><Relationship Id="rId27" Type="http://schemas.openxmlformats.org/officeDocument/2006/relationships/image" Target="../media/image188.png"/><Relationship Id="rId30" Type="http://schemas.openxmlformats.org/officeDocument/2006/relationships/image" Target="../media/image190.png"/><Relationship Id="rId35" Type="http://schemas.openxmlformats.org/officeDocument/2006/relationships/image" Target="../media/image390.png"/><Relationship Id="rId8" Type="http://schemas.openxmlformats.org/officeDocument/2006/relationships/image" Target="../media/image171.png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76.png"/><Relationship Id="rId18" Type="http://schemas.openxmlformats.org/officeDocument/2006/relationships/image" Target="../media/image181.png"/><Relationship Id="rId26" Type="http://schemas.openxmlformats.org/officeDocument/2006/relationships/image" Target="../media/image201.png"/><Relationship Id="rId39" Type="http://schemas.openxmlformats.org/officeDocument/2006/relationships/image" Target="../media/image820.png"/><Relationship Id="rId21" Type="http://schemas.openxmlformats.org/officeDocument/2006/relationships/image" Target="../media/image195.png"/><Relationship Id="rId34" Type="http://schemas.openxmlformats.org/officeDocument/2006/relationships/image" Target="../media/image188.png"/><Relationship Id="rId7" Type="http://schemas.openxmlformats.org/officeDocument/2006/relationships/image" Target="../media/image170.png"/><Relationship Id="rId2" Type="http://schemas.openxmlformats.org/officeDocument/2006/relationships/image" Target="../media/image165.png"/><Relationship Id="rId16" Type="http://schemas.openxmlformats.org/officeDocument/2006/relationships/image" Target="../media/image179.png"/><Relationship Id="rId20" Type="http://schemas.openxmlformats.org/officeDocument/2006/relationships/image" Target="../media/image183.png"/><Relationship Id="rId29" Type="http://schemas.openxmlformats.org/officeDocument/2006/relationships/image" Target="../media/image191.png"/><Relationship Id="rId41" Type="http://schemas.openxmlformats.org/officeDocument/2006/relationships/image" Target="../media/image92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9.png"/><Relationship Id="rId11" Type="http://schemas.openxmlformats.org/officeDocument/2006/relationships/image" Target="../media/image174.png"/><Relationship Id="rId24" Type="http://schemas.openxmlformats.org/officeDocument/2006/relationships/image" Target="../media/image185.png"/><Relationship Id="rId32" Type="http://schemas.openxmlformats.org/officeDocument/2006/relationships/image" Target="../media/image194.png"/><Relationship Id="rId37" Type="http://schemas.openxmlformats.org/officeDocument/2006/relationships/image" Target="../media/image204.png"/><Relationship Id="rId40" Type="http://schemas.openxmlformats.org/officeDocument/2006/relationships/image" Target="../media/image91.png"/><Relationship Id="rId5" Type="http://schemas.openxmlformats.org/officeDocument/2006/relationships/image" Target="../media/image168.png"/><Relationship Id="rId15" Type="http://schemas.openxmlformats.org/officeDocument/2006/relationships/image" Target="../media/image178.png"/><Relationship Id="rId23" Type="http://schemas.openxmlformats.org/officeDocument/2006/relationships/image" Target="../media/image184.png"/><Relationship Id="rId28" Type="http://schemas.openxmlformats.org/officeDocument/2006/relationships/image" Target="../media/image190.png"/><Relationship Id="rId36" Type="http://schemas.openxmlformats.org/officeDocument/2006/relationships/image" Target="../media/image730.png"/><Relationship Id="rId10" Type="http://schemas.openxmlformats.org/officeDocument/2006/relationships/image" Target="../media/image173.png"/><Relationship Id="rId19" Type="http://schemas.openxmlformats.org/officeDocument/2006/relationships/image" Target="../media/image182.png"/><Relationship Id="rId31" Type="http://schemas.openxmlformats.org/officeDocument/2006/relationships/image" Target="../media/image193.png"/><Relationship Id="rId4" Type="http://schemas.openxmlformats.org/officeDocument/2006/relationships/image" Target="../media/image167.png"/><Relationship Id="rId9" Type="http://schemas.openxmlformats.org/officeDocument/2006/relationships/image" Target="../media/image172.png"/><Relationship Id="rId14" Type="http://schemas.openxmlformats.org/officeDocument/2006/relationships/image" Target="../media/image177.png"/><Relationship Id="rId22" Type="http://schemas.openxmlformats.org/officeDocument/2006/relationships/image" Target="../media/image196.png"/><Relationship Id="rId27" Type="http://schemas.openxmlformats.org/officeDocument/2006/relationships/image" Target="../media/image189.png"/><Relationship Id="rId30" Type="http://schemas.openxmlformats.org/officeDocument/2006/relationships/image" Target="../media/image192.png"/><Relationship Id="rId35" Type="http://schemas.openxmlformats.org/officeDocument/2006/relationships/image" Target="../media/image202.png"/><Relationship Id="rId8" Type="http://schemas.openxmlformats.org/officeDocument/2006/relationships/image" Target="../media/image171.png"/><Relationship Id="rId3" Type="http://schemas.openxmlformats.org/officeDocument/2006/relationships/image" Target="../media/image166.png"/><Relationship Id="rId12" Type="http://schemas.openxmlformats.org/officeDocument/2006/relationships/image" Target="../media/image175.png"/><Relationship Id="rId17" Type="http://schemas.openxmlformats.org/officeDocument/2006/relationships/image" Target="../media/image180.png"/><Relationship Id="rId25" Type="http://schemas.openxmlformats.org/officeDocument/2006/relationships/image" Target="../media/image200.png"/><Relationship Id="rId33" Type="http://schemas.openxmlformats.org/officeDocument/2006/relationships/image" Target="../media/image187.png"/><Relationship Id="rId38" Type="http://schemas.openxmlformats.org/officeDocument/2006/relationships/image" Target="../media/image205.png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7.png"/><Relationship Id="rId18" Type="http://schemas.openxmlformats.org/officeDocument/2006/relationships/image" Target="../media/image172.png"/><Relationship Id="rId26" Type="http://schemas.openxmlformats.org/officeDocument/2006/relationships/image" Target="../media/image180.png"/><Relationship Id="rId39" Type="http://schemas.openxmlformats.org/officeDocument/2006/relationships/image" Target="../media/image211.png"/><Relationship Id="rId21" Type="http://schemas.openxmlformats.org/officeDocument/2006/relationships/image" Target="../media/image175.png"/><Relationship Id="rId34" Type="http://schemas.openxmlformats.org/officeDocument/2006/relationships/image" Target="../media/image196.png"/><Relationship Id="rId7" Type="http://schemas.openxmlformats.org/officeDocument/2006/relationships/image" Target="../media/image193.png"/><Relationship Id="rId2" Type="http://schemas.openxmlformats.org/officeDocument/2006/relationships/image" Target="../media/image201.png"/><Relationship Id="rId16" Type="http://schemas.openxmlformats.org/officeDocument/2006/relationships/image" Target="../media/image170.png"/><Relationship Id="rId20" Type="http://schemas.openxmlformats.org/officeDocument/2006/relationships/image" Target="../media/image174.png"/><Relationship Id="rId29" Type="http://schemas.openxmlformats.org/officeDocument/2006/relationships/image" Target="../media/image207.png"/><Relationship Id="rId41" Type="http://schemas.openxmlformats.org/officeDocument/2006/relationships/image" Target="../media/image2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2.png"/><Relationship Id="rId11" Type="http://schemas.openxmlformats.org/officeDocument/2006/relationships/image" Target="../media/image165.png"/><Relationship Id="rId24" Type="http://schemas.openxmlformats.org/officeDocument/2006/relationships/image" Target="../media/image178.png"/><Relationship Id="rId32" Type="http://schemas.openxmlformats.org/officeDocument/2006/relationships/image" Target="../media/image183.png"/><Relationship Id="rId37" Type="http://schemas.openxmlformats.org/officeDocument/2006/relationships/image" Target="../media/image209.png"/><Relationship Id="rId40" Type="http://schemas.openxmlformats.org/officeDocument/2006/relationships/image" Target="../media/image205.png"/><Relationship Id="rId5" Type="http://schemas.openxmlformats.org/officeDocument/2006/relationships/image" Target="../media/image191.png"/><Relationship Id="rId15" Type="http://schemas.openxmlformats.org/officeDocument/2006/relationships/image" Target="../media/image169.png"/><Relationship Id="rId23" Type="http://schemas.openxmlformats.org/officeDocument/2006/relationships/image" Target="../media/image177.png"/><Relationship Id="rId28" Type="http://schemas.openxmlformats.org/officeDocument/2006/relationships/image" Target="../media/image182.png"/><Relationship Id="rId36" Type="http://schemas.openxmlformats.org/officeDocument/2006/relationships/image" Target="../media/image185.png"/><Relationship Id="rId10" Type="http://schemas.openxmlformats.org/officeDocument/2006/relationships/image" Target="../media/image188.png"/><Relationship Id="rId19" Type="http://schemas.openxmlformats.org/officeDocument/2006/relationships/image" Target="../media/image173.png"/><Relationship Id="rId31" Type="http://schemas.openxmlformats.org/officeDocument/2006/relationships/image" Target="../media/image208.png"/><Relationship Id="rId4" Type="http://schemas.openxmlformats.org/officeDocument/2006/relationships/image" Target="../media/image190.png"/><Relationship Id="rId9" Type="http://schemas.openxmlformats.org/officeDocument/2006/relationships/image" Target="../media/image187.png"/><Relationship Id="rId14" Type="http://schemas.openxmlformats.org/officeDocument/2006/relationships/image" Target="../media/image168.png"/><Relationship Id="rId22" Type="http://schemas.openxmlformats.org/officeDocument/2006/relationships/image" Target="../media/image176.png"/><Relationship Id="rId27" Type="http://schemas.openxmlformats.org/officeDocument/2006/relationships/image" Target="../media/image181.png"/><Relationship Id="rId30" Type="http://schemas.openxmlformats.org/officeDocument/2006/relationships/image" Target="../media/image200.png"/><Relationship Id="rId35" Type="http://schemas.openxmlformats.org/officeDocument/2006/relationships/image" Target="../media/image184.png"/><Relationship Id="rId8" Type="http://schemas.openxmlformats.org/officeDocument/2006/relationships/image" Target="../media/image194.png"/><Relationship Id="rId3" Type="http://schemas.openxmlformats.org/officeDocument/2006/relationships/image" Target="../media/image189.png"/><Relationship Id="rId12" Type="http://schemas.openxmlformats.org/officeDocument/2006/relationships/image" Target="../media/image166.png"/><Relationship Id="rId17" Type="http://schemas.openxmlformats.org/officeDocument/2006/relationships/image" Target="../media/image171.png"/><Relationship Id="rId25" Type="http://schemas.openxmlformats.org/officeDocument/2006/relationships/image" Target="../media/image179.png"/><Relationship Id="rId33" Type="http://schemas.openxmlformats.org/officeDocument/2006/relationships/image" Target="../media/image195.png"/><Relationship Id="rId38" Type="http://schemas.openxmlformats.org/officeDocument/2006/relationships/image" Target="../media/image21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3.png"/><Relationship Id="rId13" Type="http://schemas.openxmlformats.org/officeDocument/2006/relationships/image" Target="../media/image228.png"/><Relationship Id="rId18" Type="http://schemas.openxmlformats.org/officeDocument/2006/relationships/image" Target="../media/image233.png"/><Relationship Id="rId3" Type="http://schemas.openxmlformats.org/officeDocument/2006/relationships/image" Target="../media/image218.png"/><Relationship Id="rId7" Type="http://schemas.openxmlformats.org/officeDocument/2006/relationships/image" Target="../media/image222.png"/><Relationship Id="rId12" Type="http://schemas.openxmlformats.org/officeDocument/2006/relationships/image" Target="../media/image227.png"/><Relationship Id="rId17" Type="http://schemas.openxmlformats.org/officeDocument/2006/relationships/image" Target="../media/image232.png"/><Relationship Id="rId2" Type="http://schemas.openxmlformats.org/officeDocument/2006/relationships/image" Target="../media/image217.png"/><Relationship Id="rId16" Type="http://schemas.openxmlformats.org/officeDocument/2006/relationships/image" Target="../media/image231.png"/><Relationship Id="rId20" Type="http://schemas.openxmlformats.org/officeDocument/2006/relationships/image" Target="../media/image9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1.png"/><Relationship Id="rId11" Type="http://schemas.openxmlformats.org/officeDocument/2006/relationships/image" Target="../media/image226.png"/><Relationship Id="rId5" Type="http://schemas.openxmlformats.org/officeDocument/2006/relationships/image" Target="../media/image220.png"/><Relationship Id="rId15" Type="http://schemas.openxmlformats.org/officeDocument/2006/relationships/image" Target="../media/image230.png"/><Relationship Id="rId10" Type="http://schemas.openxmlformats.org/officeDocument/2006/relationships/image" Target="../media/image225.png"/><Relationship Id="rId19" Type="http://schemas.openxmlformats.org/officeDocument/2006/relationships/image" Target="../media/image234.png"/><Relationship Id="rId4" Type="http://schemas.openxmlformats.org/officeDocument/2006/relationships/image" Target="../media/image219.png"/><Relationship Id="rId9" Type="http://schemas.openxmlformats.org/officeDocument/2006/relationships/image" Target="../media/image224.png"/><Relationship Id="rId14" Type="http://schemas.openxmlformats.org/officeDocument/2006/relationships/image" Target="../media/image22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13" Type="http://schemas.openxmlformats.org/officeDocument/2006/relationships/image" Target="../media/image246.png"/><Relationship Id="rId3" Type="http://schemas.openxmlformats.org/officeDocument/2006/relationships/image" Target="../media/image237.png"/><Relationship Id="rId7" Type="http://schemas.openxmlformats.org/officeDocument/2006/relationships/image" Target="../media/image241.png"/><Relationship Id="rId12" Type="http://schemas.openxmlformats.org/officeDocument/2006/relationships/image" Target="../media/image233.png"/><Relationship Id="rId2" Type="http://schemas.openxmlformats.org/officeDocument/2006/relationships/image" Target="../media/image2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0.png"/><Relationship Id="rId11" Type="http://schemas.openxmlformats.org/officeDocument/2006/relationships/image" Target="../media/image245.png"/><Relationship Id="rId5" Type="http://schemas.openxmlformats.org/officeDocument/2006/relationships/image" Target="../media/image239.png"/><Relationship Id="rId10" Type="http://schemas.openxmlformats.org/officeDocument/2006/relationships/image" Target="../media/image244.png"/><Relationship Id="rId4" Type="http://schemas.openxmlformats.org/officeDocument/2006/relationships/image" Target="../media/image238.png"/><Relationship Id="rId9" Type="http://schemas.openxmlformats.org/officeDocument/2006/relationships/image" Target="../media/image243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2.png"/><Relationship Id="rId13" Type="http://schemas.openxmlformats.org/officeDocument/2006/relationships/image" Target="../media/image257.png"/><Relationship Id="rId18" Type="http://schemas.microsoft.com/office/2007/relationships/hdphoto" Target="../media/hdphoto1.wdp"/><Relationship Id="rId26" Type="http://schemas.openxmlformats.org/officeDocument/2006/relationships/image" Target="../media/image269.png"/><Relationship Id="rId3" Type="http://schemas.openxmlformats.org/officeDocument/2006/relationships/image" Target="../media/image94.png"/><Relationship Id="rId21" Type="http://schemas.openxmlformats.org/officeDocument/2006/relationships/image" Target="../media/image264.png"/><Relationship Id="rId7" Type="http://schemas.openxmlformats.org/officeDocument/2006/relationships/image" Target="../media/image251.png"/><Relationship Id="rId12" Type="http://schemas.openxmlformats.org/officeDocument/2006/relationships/image" Target="../media/image256.png"/><Relationship Id="rId17" Type="http://schemas.openxmlformats.org/officeDocument/2006/relationships/image" Target="../media/image95.png"/><Relationship Id="rId25" Type="http://schemas.openxmlformats.org/officeDocument/2006/relationships/image" Target="../media/image268.png"/><Relationship Id="rId2" Type="http://schemas.openxmlformats.org/officeDocument/2006/relationships/image" Target="../media/image247.png"/><Relationship Id="rId16" Type="http://schemas.openxmlformats.org/officeDocument/2006/relationships/image" Target="../media/image260.png"/><Relationship Id="rId20" Type="http://schemas.openxmlformats.org/officeDocument/2006/relationships/image" Target="../media/image26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11" Type="http://schemas.openxmlformats.org/officeDocument/2006/relationships/image" Target="../media/image255.png"/><Relationship Id="rId24" Type="http://schemas.openxmlformats.org/officeDocument/2006/relationships/image" Target="../media/image267.png"/><Relationship Id="rId5" Type="http://schemas.openxmlformats.org/officeDocument/2006/relationships/image" Target="../media/image246.png"/><Relationship Id="rId15" Type="http://schemas.openxmlformats.org/officeDocument/2006/relationships/image" Target="../media/image259.png"/><Relationship Id="rId23" Type="http://schemas.openxmlformats.org/officeDocument/2006/relationships/image" Target="../media/image266.png"/><Relationship Id="rId28" Type="http://schemas.openxmlformats.org/officeDocument/2006/relationships/image" Target="../media/image271.png"/><Relationship Id="rId10" Type="http://schemas.openxmlformats.org/officeDocument/2006/relationships/image" Target="../media/image254.png"/><Relationship Id="rId19" Type="http://schemas.openxmlformats.org/officeDocument/2006/relationships/image" Target="../media/image262.png"/><Relationship Id="rId4" Type="http://schemas.openxmlformats.org/officeDocument/2006/relationships/image" Target="../media/image249.png"/><Relationship Id="rId9" Type="http://schemas.openxmlformats.org/officeDocument/2006/relationships/image" Target="../media/image253.png"/><Relationship Id="rId14" Type="http://schemas.openxmlformats.org/officeDocument/2006/relationships/image" Target="../media/image258.png"/><Relationship Id="rId22" Type="http://schemas.openxmlformats.org/officeDocument/2006/relationships/image" Target="../media/image265.png"/><Relationship Id="rId27" Type="http://schemas.openxmlformats.org/officeDocument/2006/relationships/image" Target="../media/image270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76600"/>
            <a:ext cx="6400800" cy="1600200"/>
          </a:xfrm>
        </p:spPr>
        <p:txBody>
          <a:bodyPr>
            <a:normAutofit/>
          </a:bodyPr>
          <a:lstStyle/>
          <a:p>
            <a:r>
              <a:rPr lang="he-IL" dirty="0"/>
              <a:t>גרא וייס</a:t>
            </a:r>
          </a:p>
          <a:p>
            <a:r>
              <a:rPr lang="he-IL" dirty="0"/>
              <a:t>המחלקה למדעי המחשב</a:t>
            </a:r>
          </a:p>
          <a:p>
            <a:r>
              <a:rPr lang="he-IL" dirty="0"/>
              <a:t>אוניברסיטת בן-</a:t>
            </a:r>
            <a:r>
              <a:rPr lang="he-IL" dirty="0" err="1"/>
              <a:t>גוריון</a:t>
            </a:r>
            <a:r>
              <a:rPr lang="he-IL" dirty="0"/>
              <a:t> 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1524000"/>
            <a:ext cx="8077200" cy="1470025"/>
          </a:xfrm>
        </p:spPr>
        <p:txBody>
          <a:bodyPr/>
          <a:lstStyle/>
          <a:p>
            <a:r>
              <a:rPr lang="he-IL" dirty="0">
                <a:latin typeface="Arial Rounded MT Bold" panose="020F0704030504030204" pitchFamily="34" charset="0"/>
              </a:rPr>
              <a:t>גרף </a:t>
            </a:r>
            <a:r>
              <a:rPr lang="he-IL" dirty="0" err="1">
                <a:latin typeface="Arial Rounded MT Bold" panose="020F0704030504030204" pitchFamily="34" charset="0"/>
              </a:rPr>
              <a:t>תוכנית</a:t>
            </a:r>
            <a:r>
              <a:rPr lang="he-IL" dirty="0">
                <a:latin typeface="Arial Rounded MT Bold" panose="020F0704030504030204" pitchFamily="34" charset="0"/>
              </a:rPr>
              <a:t> (</a:t>
            </a:r>
            <a:r>
              <a:rPr lang="en-US" dirty="0"/>
              <a:t>Program Graph</a:t>
            </a:r>
            <a:r>
              <a:rPr lang="he-IL" dirty="0">
                <a:latin typeface="Arial Rounded MT Bold" panose="020F0704030504030204" pitchFamily="34" charset="0"/>
              </a:rPr>
              <a:t>)</a:t>
            </a:r>
          </a:p>
        </p:txBody>
      </p:sp>
      <p:pic>
        <p:nvPicPr>
          <p:cNvPr id="5" name="Picture 4" descr="http://bgu.ac.il/NR/rdonlyres/4E908188-6AC7-4C07-9237-368D40E2EEFB/41072/BGUlogo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629025" y="4581525"/>
            <a:ext cx="1885950" cy="2428875"/>
          </a:xfrm>
          <a:prstGeom prst="rect">
            <a:avLst/>
          </a:prstGeom>
          <a:noFill/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3658420-2CB9-BB59-0A13-C194375C1911}"/>
              </a:ext>
            </a:extLst>
          </p:cNvPr>
          <p:cNvSpPr/>
          <p:nvPr/>
        </p:nvSpPr>
        <p:spPr>
          <a:xfrm>
            <a:off x="7989770" y="-55265"/>
            <a:ext cx="104547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5400" b="1" cap="none" spc="0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</a:rPr>
              <a:t>536</a:t>
            </a:r>
            <a:endParaRPr lang="en-US" sz="5400" b="1" cap="none" spc="0" dirty="0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</a:endParaRPr>
          </a:p>
        </p:txBody>
      </p:sp>
      <p:pic>
        <p:nvPicPr>
          <p:cNvPr id="7" name="Picture 2" descr="סרט מודעות צהוב – ויקיפדיה">
            <a:extLst>
              <a:ext uri="{FF2B5EF4-FFF2-40B4-BE49-F238E27FC236}">
                <a16:creationId xmlns:a16="http://schemas.microsoft.com/office/drawing/2014/main" id="{2FF25A47-DA97-6284-9A21-933049290D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7171" y="368917"/>
            <a:ext cx="493766" cy="800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Elbow Connector 7"/>
          <p:cNvCxnSpPr>
            <a:stCxn id="20" idx="2"/>
            <a:endCxn id="16" idx="2"/>
          </p:cNvCxnSpPr>
          <p:nvPr/>
        </p:nvCxnSpPr>
        <p:spPr>
          <a:xfrm rot="5400000" flipH="1">
            <a:off x="2015490" y="994410"/>
            <a:ext cx="4236720" cy="6362700"/>
          </a:xfrm>
          <a:prstGeom prst="bentConnector4">
            <a:avLst>
              <a:gd name="adj1" fmla="val -5396"/>
              <a:gd name="adj2" fmla="val 107536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3600" dirty="0"/>
              <a:t>תזכורת: בדיקות מודל (</a:t>
            </a:r>
            <a:r>
              <a:rPr lang="en-US" sz="3600" dirty="0"/>
              <a:t>Model Checking</a:t>
            </a:r>
            <a:r>
              <a:rPr lang="he-IL" sz="3600" dirty="0"/>
              <a:t>)</a:t>
            </a:r>
          </a:p>
        </p:txBody>
      </p:sp>
      <p:sp>
        <p:nvSpPr>
          <p:cNvPr id="4" name="Oval 3"/>
          <p:cNvSpPr/>
          <p:nvPr/>
        </p:nvSpPr>
        <p:spPr>
          <a:xfrm>
            <a:off x="5410200" y="1676400"/>
            <a:ext cx="1219200" cy="762000"/>
          </a:xfrm>
          <a:prstGeom prst="ellipse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מערכת</a:t>
            </a:r>
          </a:p>
        </p:txBody>
      </p:sp>
      <p:sp>
        <p:nvSpPr>
          <p:cNvPr id="5" name="Rectangle 4"/>
          <p:cNvSpPr/>
          <p:nvPr/>
        </p:nvSpPr>
        <p:spPr>
          <a:xfrm>
            <a:off x="5334000" y="2933700"/>
            <a:ext cx="1371600" cy="548640"/>
          </a:xfrm>
          <a:prstGeom prst="rect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מידול</a:t>
            </a:r>
          </a:p>
        </p:txBody>
      </p:sp>
      <p:sp>
        <p:nvSpPr>
          <p:cNvPr id="6" name="Oval 5"/>
          <p:cNvSpPr/>
          <p:nvPr/>
        </p:nvSpPr>
        <p:spPr>
          <a:xfrm>
            <a:off x="4480560" y="5638800"/>
            <a:ext cx="1463040" cy="762000"/>
          </a:xfrm>
          <a:prstGeom prst="ellipse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דוגמה נגדית</a:t>
            </a:r>
          </a:p>
        </p:txBody>
      </p:sp>
      <p:sp>
        <p:nvSpPr>
          <p:cNvPr id="7" name="Rectangle 6"/>
          <p:cNvSpPr/>
          <p:nvPr/>
        </p:nvSpPr>
        <p:spPr>
          <a:xfrm>
            <a:off x="2887980" y="3962400"/>
            <a:ext cx="1905000" cy="914400"/>
          </a:xfrm>
          <a:prstGeom prst="rect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בדיקות מודל</a:t>
            </a:r>
          </a:p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(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Model Checking</a:t>
            </a: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)</a:t>
            </a:r>
          </a:p>
        </p:txBody>
      </p:sp>
      <p:sp>
        <p:nvSpPr>
          <p:cNvPr id="16" name="Oval 15"/>
          <p:cNvSpPr/>
          <p:nvPr/>
        </p:nvSpPr>
        <p:spPr>
          <a:xfrm>
            <a:off x="952500" y="1676400"/>
            <a:ext cx="1219200" cy="762000"/>
          </a:xfrm>
          <a:prstGeom prst="ellipse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דרישות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6300" y="2933700"/>
            <a:ext cx="1371600" cy="548640"/>
          </a:xfrm>
          <a:prstGeom prst="rect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פירמול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038600"/>
            <a:ext cx="1752600" cy="762000"/>
          </a:xfrm>
          <a:prstGeom prst="ellipse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תכונות פורמליות</a:t>
            </a:r>
          </a:p>
        </p:txBody>
      </p:sp>
      <p:sp>
        <p:nvSpPr>
          <p:cNvPr id="19" name="Oval 18"/>
          <p:cNvSpPr/>
          <p:nvPr/>
        </p:nvSpPr>
        <p:spPr>
          <a:xfrm>
            <a:off x="5257800" y="4038600"/>
            <a:ext cx="1524000" cy="762000"/>
          </a:xfrm>
          <a:prstGeom prst="ellipse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מודל של המערכת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29400" y="5745480"/>
            <a:ext cx="1371600" cy="548640"/>
          </a:xfrm>
          <a:prstGeom prst="rect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סימולציה</a:t>
            </a:r>
          </a:p>
        </p:txBody>
      </p:sp>
      <p:sp>
        <p:nvSpPr>
          <p:cNvPr id="23" name="Oval 22"/>
          <p:cNvSpPr/>
          <p:nvPr/>
        </p:nvSpPr>
        <p:spPr>
          <a:xfrm>
            <a:off x="1737360" y="5638800"/>
            <a:ext cx="1463040" cy="762000"/>
          </a:xfrm>
          <a:prstGeom prst="ellipse">
            <a:avLst/>
          </a:prstGeom>
          <a:ln w="9525">
            <a:solidFill>
              <a:schemeClr val="accent2">
                <a:lumMod val="7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התכונות הוכחה</a:t>
            </a:r>
          </a:p>
        </p:txBody>
      </p:sp>
      <p:cxnSp>
        <p:nvCxnSpPr>
          <p:cNvPr id="14" name="Straight Arrow Connector 13"/>
          <p:cNvCxnSpPr>
            <a:endCxn id="17" idx="0"/>
          </p:cNvCxnSpPr>
          <p:nvPr/>
        </p:nvCxnSpPr>
        <p:spPr>
          <a:xfrm rot="5400000">
            <a:off x="1314450" y="2686050"/>
            <a:ext cx="495300" cy="158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stCxn id="17" idx="2"/>
            <a:endCxn id="18" idx="0"/>
          </p:cNvCxnSpPr>
          <p:nvPr/>
        </p:nvCxnSpPr>
        <p:spPr>
          <a:xfrm rot="5400000">
            <a:off x="1283970" y="3760470"/>
            <a:ext cx="556260" cy="158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endCxn id="5" idx="0"/>
          </p:cNvCxnSpPr>
          <p:nvPr/>
        </p:nvCxnSpPr>
        <p:spPr>
          <a:xfrm rot="5400000">
            <a:off x="5772150" y="2686050"/>
            <a:ext cx="495300" cy="158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5" idx="2"/>
            <a:endCxn id="19" idx="0"/>
          </p:cNvCxnSpPr>
          <p:nvPr/>
        </p:nvCxnSpPr>
        <p:spPr>
          <a:xfrm rot="5400000">
            <a:off x="5741670" y="3760470"/>
            <a:ext cx="556260" cy="158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2"/>
            <a:endCxn id="7" idx="3"/>
          </p:cNvCxnSpPr>
          <p:nvPr/>
        </p:nvCxnSpPr>
        <p:spPr>
          <a:xfrm rot="10800000">
            <a:off x="4792980" y="4419600"/>
            <a:ext cx="464820" cy="158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8" idx="6"/>
            <a:endCxn id="7" idx="1"/>
          </p:cNvCxnSpPr>
          <p:nvPr/>
        </p:nvCxnSpPr>
        <p:spPr>
          <a:xfrm>
            <a:off x="2438400" y="4419600"/>
            <a:ext cx="449580" cy="158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7" idx="2"/>
            <a:endCxn id="23" idx="7"/>
          </p:cNvCxnSpPr>
          <p:nvPr/>
        </p:nvCxnSpPr>
        <p:spPr>
          <a:xfrm rot="5400000">
            <a:off x="2976516" y="4886428"/>
            <a:ext cx="873592" cy="85433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7" idx="2"/>
            <a:endCxn id="6" idx="1"/>
          </p:cNvCxnSpPr>
          <p:nvPr/>
        </p:nvCxnSpPr>
        <p:spPr>
          <a:xfrm rot="16200000" flipH="1">
            <a:off x="3830852" y="4886427"/>
            <a:ext cx="873592" cy="854337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stCxn id="6" idx="6"/>
            <a:endCxn id="20" idx="1"/>
          </p:cNvCxnSpPr>
          <p:nvPr/>
        </p:nvCxnSpPr>
        <p:spPr>
          <a:xfrm>
            <a:off x="5943600" y="6019800"/>
            <a:ext cx="685800" cy="1588"/>
          </a:xfrm>
          <a:prstGeom prst="straightConnector1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4" name="Shape 53"/>
          <p:cNvCxnSpPr>
            <a:stCxn id="19" idx="6"/>
            <a:endCxn id="20" idx="0"/>
          </p:cNvCxnSpPr>
          <p:nvPr/>
        </p:nvCxnSpPr>
        <p:spPr>
          <a:xfrm>
            <a:off x="6781800" y="4419600"/>
            <a:ext cx="533400" cy="1325880"/>
          </a:xfrm>
          <a:prstGeom prst="bentConnector2">
            <a:avLst/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8" name="Elbow Connector 57"/>
          <p:cNvCxnSpPr>
            <a:stCxn id="20" idx="2"/>
            <a:endCxn id="5" idx="3"/>
          </p:cNvCxnSpPr>
          <p:nvPr/>
        </p:nvCxnSpPr>
        <p:spPr>
          <a:xfrm rot="5400000" flipH="1">
            <a:off x="5467350" y="4446270"/>
            <a:ext cx="3086100" cy="609600"/>
          </a:xfrm>
          <a:prstGeom prst="bentConnector4">
            <a:avLst>
              <a:gd name="adj1" fmla="val -7407"/>
              <a:gd name="adj2" fmla="val -150000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59" name="Elbow Connector 58"/>
          <p:cNvCxnSpPr>
            <a:stCxn id="20" idx="2"/>
            <a:endCxn id="4" idx="6"/>
          </p:cNvCxnSpPr>
          <p:nvPr/>
        </p:nvCxnSpPr>
        <p:spPr>
          <a:xfrm rot="5400000" flipH="1">
            <a:off x="4853940" y="3832860"/>
            <a:ext cx="4236720" cy="685800"/>
          </a:xfrm>
          <a:prstGeom prst="bentConnector4">
            <a:avLst>
              <a:gd name="adj1" fmla="val -5396"/>
              <a:gd name="adj2" fmla="val -133333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6" name="Slide Number Placeholder 2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</a:t>
            </a:fld>
            <a:endParaRPr lang="he-IL"/>
          </a:p>
        </p:txBody>
      </p:sp>
      <p:cxnSp>
        <p:nvCxnSpPr>
          <p:cNvPr id="30" name="Shape 29"/>
          <p:cNvCxnSpPr>
            <a:stCxn id="20" idx="2"/>
            <a:endCxn id="17" idx="1"/>
          </p:cNvCxnSpPr>
          <p:nvPr/>
        </p:nvCxnSpPr>
        <p:spPr>
          <a:xfrm rot="5400000" flipH="1">
            <a:off x="2552700" y="1531620"/>
            <a:ext cx="3086100" cy="6438900"/>
          </a:xfrm>
          <a:prstGeom prst="bentConnector4">
            <a:avLst>
              <a:gd name="adj1" fmla="val -7407"/>
              <a:gd name="adj2" fmla="val 106230"/>
            </a:avLst>
          </a:prstGeom>
          <a:ln w="28575">
            <a:solidFill>
              <a:srgbClr val="C00000"/>
            </a:solidFill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8054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</a:t>
            </a:fld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85800" y="2819400"/>
            <a:ext cx="7772400" cy="1143000"/>
          </a:xfrm>
          <a:solidFill>
            <a:srgbClr val="002060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>
            <a:noAutofit/>
          </a:bodyPr>
          <a:lstStyle/>
          <a:p>
            <a:pPr marL="0" indent="0" algn="ctr" fontAlgn="base">
              <a:buNone/>
            </a:pPr>
            <a:r>
              <a:rPr lang="he-IL" sz="3200" dirty="0"/>
              <a:t>נעדיף לתאר את המערכת בשפה "עילית"</a:t>
            </a:r>
            <a:br>
              <a:rPr lang="en-US" sz="3200" dirty="0"/>
            </a:br>
            <a:r>
              <a:rPr lang="he-IL" sz="3200" dirty="0"/>
              <a:t>ולהשתמש בקומפיילר שייצר מערכת מעברים</a:t>
            </a:r>
          </a:p>
        </p:txBody>
      </p:sp>
      <p:sp>
        <p:nvSpPr>
          <p:cNvPr id="6" name="Rectangle 5"/>
          <p:cNvSpPr/>
          <p:nvPr/>
        </p:nvSpPr>
        <p:spPr>
          <a:xfrm>
            <a:off x="1905000" y="1027450"/>
            <a:ext cx="5638800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fontAlgn="base">
              <a:spcBef>
                <a:spcPts val="580"/>
              </a:spcBef>
              <a:buClr>
                <a:srgbClr val="D34817"/>
              </a:buClr>
              <a:buSzPct val="85000"/>
            </a:pPr>
            <a:r>
              <a:rPr lang="he-IL" sz="3200" dirty="0">
                <a:solidFill>
                  <a:prstClr val="black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בהרבה מקרים, לא נרצה לכתוב מערכות מעברים באופן ישיר</a:t>
            </a:r>
          </a:p>
        </p:txBody>
      </p:sp>
      <p:pic>
        <p:nvPicPr>
          <p:cNvPr id="1030" name="Picture 6" descr="Image result for machine language high level program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4343400"/>
            <a:ext cx="3152775" cy="2371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92227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CF1E5-6A1B-A1AD-6DD1-A5CF2D644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333F40-3315-6A65-4619-4506C778A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6" y="218077"/>
            <a:ext cx="77724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he-IL" sz="3200" dirty="0"/>
              <a:t>דוגמה: תרגום מסכמת מעגל לוגי למערכת מעברים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E09286EA-8CCF-3EB7-AE7B-3B3C28A23A37}"/>
                  </a:ext>
                </a:extLst>
              </p:cNvPr>
              <p:cNvSpPr/>
              <p:nvPr/>
            </p:nvSpPr>
            <p:spPr>
              <a:xfrm>
                <a:off x="5025305" y="19050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0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E09286EA-8CCF-3EB7-AE7B-3B3C28A23A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305" y="1905000"/>
                <a:ext cx="1524000" cy="4572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74453FC6-F981-F376-66F2-C0AAF23D5209}"/>
              </a:ext>
            </a:extLst>
          </p:cNvPr>
          <p:cNvCxnSpPr>
            <a:endCxn id="66" idx="0"/>
          </p:cNvCxnSpPr>
          <p:nvPr/>
        </p:nvCxnSpPr>
        <p:spPr>
          <a:xfrm rot="5400000">
            <a:off x="5634905" y="1752600"/>
            <a:ext cx="304800" cy="1588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62E06DB5-4C6D-43C1-3B79-F3959217B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E3DAB9DA-84F9-45EC-A1D4-01A166BFD3A6}" type="slidenum">
              <a:rPr lang="he-IL" smtClean="0"/>
              <a:pPr algn="l"/>
              <a:t>4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84EAA08-794D-F341-9DA4-6B17764E7D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30" y="1788855"/>
            <a:ext cx="3847332" cy="2286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83F0672-A5AE-1387-916B-13CD45A3849D}"/>
              </a:ext>
            </a:extLst>
          </p:cNvPr>
          <p:cNvSpPr txBox="1"/>
          <p:nvPr/>
        </p:nvSpPr>
        <p:spPr>
          <a:xfrm>
            <a:off x="1371653" y="4756097"/>
            <a:ext cx="7559291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בכל צעד (תִּקְתּוּק שעון):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מעדכנים את ערכי האוגרים </a:t>
            </a:r>
            <a:r>
              <a:rPr lang="he-IL" sz="2400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לפי הקלט הקודם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קובעים את הפלט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קוראים קלט חדש</a:t>
            </a:r>
          </a:p>
        </p:txBody>
      </p:sp>
      <p:pic>
        <p:nvPicPr>
          <p:cNvPr id="1026" name="Picture 2" descr="Image result for execution cycle">
            <a:extLst>
              <a:ext uri="{FF2B5EF4-FFF2-40B4-BE49-F238E27FC236}">
                <a16:creationId xmlns:a16="http://schemas.microsoft.com/office/drawing/2014/main" id="{BDB9DDE9-5C6D-B37E-213F-9028F782D1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3" t="8893" r="23403" b="11068"/>
          <a:stretch/>
        </p:blipFill>
        <p:spPr bwMode="auto">
          <a:xfrm>
            <a:off x="172528" y="4763073"/>
            <a:ext cx="2078862" cy="1754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94E494-B680-5B83-A02A-462CC8BE6DDA}"/>
                  </a:ext>
                </a:extLst>
              </p:cNvPr>
              <p:cNvSpPr txBox="1"/>
              <p:nvPr/>
            </p:nvSpPr>
            <p:spPr>
              <a:xfrm>
                <a:off x="2299715" y="3570308"/>
                <a:ext cx="23596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B94E494-B680-5B83-A02A-462CC8BE6D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715" y="3570308"/>
                <a:ext cx="235962" cy="369332"/>
              </a:xfrm>
              <a:prstGeom prst="rect">
                <a:avLst/>
              </a:prstGeom>
              <a:blipFill>
                <a:blip r:embed="rId5"/>
                <a:stretch>
                  <a:fillRect r="-102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40A8C6F-E3F9-65D6-731B-9B67F97FFF4A}"/>
                  </a:ext>
                </a:extLst>
              </p:cNvPr>
              <p:cNvSpPr txBox="1"/>
              <p:nvPr/>
            </p:nvSpPr>
            <p:spPr>
              <a:xfrm>
                <a:off x="4046897" y="1905000"/>
                <a:ext cx="23596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40A8C6F-E3F9-65D6-731B-9B67F97FF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897" y="1905000"/>
                <a:ext cx="235962" cy="369332"/>
              </a:xfrm>
              <a:prstGeom prst="rect">
                <a:avLst/>
              </a:prstGeom>
              <a:blipFill>
                <a:blip r:embed="rId6"/>
                <a:stretch>
                  <a:fillRect r="-28205" b="-3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2D4891A-4E14-A8E7-AA23-DC5F5E07A232}"/>
                  </a:ext>
                </a:extLst>
              </p:cNvPr>
              <p:cNvSpPr txBox="1"/>
              <p:nvPr/>
            </p:nvSpPr>
            <p:spPr>
              <a:xfrm>
                <a:off x="519907" y="1820174"/>
                <a:ext cx="21629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A2D4891A-4E14-A8E7-AA23-DC5F5E07A2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07" y="1820174"/>
                <a:ext cx="216299" cy="276999"/>
              </a:xfrm>
              <a:prstGeom prst="rect">
                <a:avLst/>
              </a:prstGeom>
              <a:blipFill>
                <a:blip r:embed="rId7"/>
                <a:stretch>
                  <a:fillRect l="-8333" r="-277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661CD26-A1D5-AA4A-F159-1B587DCF73C1}"/>
              </a:ext>
            </a:extLst>
          </p:cNvPr>
          <p:cNvSpPr txBox="1"/>
          <p:nvPr/>
        </p:nvSpPr>
        <p:spPr>
          <a:xfrm flipH="1">
            <a:off x="255592" y="1462236"/>
            <a:ext cx="52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he-IL" dirty="0">
              <a:solidFill>
                <a:srgbClr val="061BE4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B9DAC8-A165-76A0-120D-A3A3CC5B917B}"/>
              </a:ext>
            </a:extLst>
          </p:cNvPr>
          <p:cNvSpPr txBox="1"/>
          <p:nvPr/>
        </p:nvSpPr>
        <p:spPr>
          <a:xfrm flipH="1">
            <a:off x="2474389" y="3633996"/>
            <a:ext cx="313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693462057"/>
      </p:ext>
    </p:extLst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75A1D1-85BD-0031-65E6-D4A0D3607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9018F-6B13-3DE5-533F-2A1AF2EB0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6" y="218077"/>
            <a:ext cx="77724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he-IL" sz="3200" dirty="0"/>
              <a:t>דוגמה: תרגום מסכמת מעגל לוגי למערכת מעברים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F9391B67-2A94-4468-E25B-3C16C857E553}"/>
                  </a:ext>
                </a:extLst>
              </p:cNvPr>
              <p:cNvSpPr/>
              <p:nvPr/>
            </p:nvSpPr>
            <p:spPr>
              <a:xfrm>
                <a:off x="5025305" y="19050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0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F9391B67-2A94-4468-E25B-3C16C857E5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305" y="1905000"/>
                <a:ext cx="1524000" cy="4572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565A9C86-1CCA-E7CE-8233-4BCDB8187FE2}"/>
              </a:ext>
            </a:extLst>
          </p:cNvPr>
          <p:cNvCxnSpPr>
            <a:endCxn id="66" idx="0"/>
          </p:cNvCxnSpPr>
          <p:nvPr/>
        </p:nvCxnSpPr>
        <p:spPr>
          <a:xfrm rot="5400000">
            <a:off x="5634905" y="1752600"/>
            <a:ext cx="304800" cy="1588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E627F11C-A2F8-2FAE-F147-20D520FC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E3DAB9DA-84F9-45EC-A1D4-01A166BFD3A6}" type="slidenum">
              <a:rPr lang="he-IL" smtClean="0"/>
              <a:pPr algn="l"/>
              <a:t>5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27B8B9F-3A6D-664D-A9C5-7F3CE80475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30" y="1788855"/>
            <a:ext cx="3847332" cy="2286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F83ABCB-B00C-1937-1644-F1BD6AB3AE32}"/>
              </a:ext>
            </a:extLst>
          </p:cNvPr>
          <p:cNvSpPr txBox="1"/>
          <p:nvPr/>
        </p:nvSpPr>
        <p:spPr>
          <a:xfrm>
            <a:off x="1371653" y="4756097"/>
            <a:ext cx="7559291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בכל צעד (תִּקְתּוּק שעון):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מעדכנים את ערכי האוגרים </a:t>
            </a:r>
            <a:r>
              <a:rPr lang="he-IL" sz="2400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לפי הקלט הקודם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קובעים את הפלט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קוראים קלט חדש</a:t>
            </a:r>
          </a:p>
        </p:txBody>
      </p:sp>
      <p:pic>
        <p:nvPicPr>
          <p:cNvPr id="1026" name="Picture 2" descr="Image result for execution cycle">
            <a:extLst>
              <a:ext uri="{FF2B5EF4-FFF2-40B4-BE49-F238E27FC236}">
                <a16:creationId xmlns:a16="http://schemas.microsoft.com/office/drawing/2014/main" id="{364CA473-4098-69EB-15EE-76C100425CD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3" t="8893" r="23403" b="11068"/>
          <a:stretch/>
        </p:blipFill>
        <p:spPr bwMode="auto">
          <a:xfrm>
            <a:off x="172528" y="4763073"/>
            <a:ext cx="2078862" cy="1754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F9BE2A-4E20-306C-7425-ACD7AC8F5470}"/>
                  </a:ext>
                </a:extLst>
              </p:cNvPr>
              <p:cNvSpPr txBox="1"/>
              <p:nvPr/>
            </p:nvSpPr>
            <p:spPr>
              <a:xfrm>
                <a:off x="2299715" y="3570308"/>
                <a:ext cx="23596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7F9BE2A-4E20-306C-7425-ACD7AC8F54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715" y="3570308"/>
                <a:ext cx="235962" cy="369332"/>
              </a:xfrm>
              <a:prstGeom prst="rect">
                <a:avLst/>
              </a:prstGeom>
              <a:blipFill>
                <a:blip r:embed="rId5"/>
                <a:stretch>
                  <a:fillRect r="-102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BF96326-8918-83A1-197E-D5F498120960}"/>
                  </a:ext>
                </a:extLst>
              </p:cNvPr>
              <p:cNvSpPr txBox="1"/>
              <p:nvPr/>
            </p:nvSpPr>
            <p:spPr>
              <a:xfrm>
                <a:off x="4046897" y="1905000"/>
                <a:ext cx="23596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BF96326-8918-83A1-197E-D5F4981209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897" y="1905000"/>
                <a:ext cx="235962" cy="369332"/>
              </a:xfrm>
              <a:prstGeom prst="rect">
                <a:avLst/>
              </a:prstGeom>
              <a:blipFill>
                <a:blip r:embed="rId6"/>
                <a:stretch>
                  <a:fillRect r="-28205" b="-3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96FC070-6390-4A3C-8B62-7C99CA3F87DC}"/>
                  </a:ext>
                </a:extLst>
              </p:cNvPr>
              <p:cNvSpPr txBox="1"/>
              <p:nvPr/>
            </p:nvSpPr>
            <p:spPr>
              <a:xfrm>
                <a:off x="519907" y="1820174"/>
                <a:ext cx="21629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96FC070-6390-4A3C-8B62-7C99CA3F8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07" y="1820174"/>
                <a:ext cx="216299" cy="276999"/>
              </a:xfrm>
              <a:prstGeom prst="rect">
                <a:avLst/>
              </a:prstGeom>
              <a:blipFill>
                <a:blip r:embed="rId7"/>
                <a:stretch>
                  <a:fillRect l="-8333" r="-277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1ABD0508-7794-EA70-40DA-6FF418101339}"/>
              </a:ext>
            </a:extLst>
          </p:cNvPr>
          <p:cNvSpPr txBox="1"/>
          <p:nvPr/>
        </p:nvSpPr>
        <p:spPr>
          <a:xfrm flipH="1">
            <a:off x="255592" y="1462236"/>
            <a:ext cx="52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  <a:endParaRPr lang="he-IL" dirty="0">
              <a:solidFill>
                <a:srgbClr val="061BE4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C7B8E2-7B1D-2AE4-76B5-BDDDA0A9C4A7}"/>
              </a:ext>
            </a:extLst>
          </p:cNvPr>
          <p:cNvSpPr txBox="1"/>
          <p:nvPr/>
        </p:nvSpPr>
        <p:spPr>
          <a:xfrm flipH="1">
            <a:off x="2474389" y="3633996"/>
            <a:ext cx="313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70">
                <a:extLst>
                  <a:ext uri="{FF2B5EF4-FFF2-40B4-BE49-F238E27FC236}">
                    <a16:creationId xmlns:a16="http://schemas.microsoft.com/office/drawing/2014/main" id="{73FF7940-F865-9620-DAF7-D06D67462670}"/>
                  </a:ext>
                </a:extLst>
              </p:cNvPr>
              <p:cNvSpPr/>
              <p:nvPr/>
            </p:nvSpPr>
            <p:spPr>
              <a:xfrm>
                <a:off x="7162800" y="19050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0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Rounded Rectangle 70">
                <a:extLst>
                  <a:ext uri="{FF2B5EF4-FFF2-40B4-BE49-F238E27FC236}">
                    <a16:creationId xmlns:a16="http://schemas.microsoft.com/office/drawing/2014/main" id="{73FF7940-F865-9620-DAF7-D06D674626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1905000"/>
                <a:ext cx="1524000" cy="4572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7988C8-DFA3-259D-44E1-BF2CB08D90BC}"/>
              </a:ext>
            </a:extLst>
          </p:cNvPr>
          <p:cNvCxnSpPr>
            <a:endCxn id="14" idx="1"/>
          </p:cNvCxnSpPr>
          <p:nvPr/>
        </p:nvCxnSpPr>
        <p:spPr>
          <a:xfrm>
            <a:off x="6549305" y="2133600"/>
            <a:ext cx="613495" cy="0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E6126DC-0052-4413-FDB7-C9952A7F12BD}"/>
              </a:ext>
            </a:extLst>
          </p:cNvPr>
          <p:cNvSpPr txBox="1"/>
          <p:nvPr/>
        </p:nvSpPr>
        <p:spPr>
          <a:xfrm>
            <a:off x="6705600" y="17526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1ED811-FD73-2CF0-79C2-01DB1935D200}"/>
                  </a:ext>
                </a:extLst>
              </p:cNvPr>
              <p:cNvSpPr txBox="1"/>
              <p:nvPr/>
            </p:nvSpPr>
            <p:spPr>
              <a:xfrm>
                <a:off x="6175598" y="2319556"/>
                <a:ext cx="5605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i="1" dirty="0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21ED811-FD73-2CF0-79C2-01DB1935D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598" y="2319556"/>
                <a:ext cx="560538" cy="369332"/>
              </a:xfrm>
              <a:prstGeom prst="rect">
                <a:avLst/>
              </a:prstGeom>
              <a:blipFill>
                <a:blip r:embed="rId9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5349759"/>
      </p:ext>
    </p:extLst>
  </p:cSld>
  <p:clrMapOvr>
    <a:masterClrMapping/>
  </p:clrMapOvr>
  <p:transition spd="slow">
    <p:wipe dir="r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79E52A-E436-9317-E4C5-D2B53428F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E6A97-D2C4-F4D6-30F9-12A80311F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6" y="218077"/>
            <a:ext cx="77724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he-IL" sz="3200" dirty="0"/>
              <a:t>דוגמה: תרגום מסכמת מעגל לוגי למערכת מעברים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E7A6BF86-2F6B-B8F3-4338-CDBDB03805B1}"/>
                  </a:ext>
                </a:extLst>
              </p:cNvPr>
              <p:cNvSpPr/>
              <p:nvPr/>
            </p:nvSpPr>
            <p:spPr>
              <a:xfrm>
                <a:off x="5025305" y="19050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0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E7A6BF86-2F6B-B8F3-4338-CDBDB03805B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305" y="1905000"/>
                <a:ext cx="1524000" cy="4572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90088337-355C-8621-5782-915D4972E277}"/>
              </a:ext>
            </a:extLst>
          </p:cNvPr>
          <p:cNvCxnSpPr>
            <a:endCxn id="66" idx="0"/>
          </p:cNvCxnSpPr>
          <p:nvPr/>
        </p:nvCxnSpPr>
        <p:spPr>
          <a:xfrm rot="5400000">
            <a:off x="5634905" y="1752600"/>
            <a:ext cx="304800" cy="1588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C5D1B985-D9AF-3EA1-FF0B-424EE001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E3DAB9DA-84F9-45EC-A1D4-01A166BFD3A6}" type="slidenum">
              <a:rPr lang="he-IL" smtClean="0"/>
              <a:pPr algn="l"/>
              <a:t>6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8233DB-EB0E-041D-C517-5549C8EFA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30" y="1788855"/>
            <a:ext cx="3847332" cy="2286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36E3BC-AB13-8835-8768-D61324B65EBC}"/>
              </a:ext>
            </a:extLst>
          </p:cNvPr>
          <p:cNvSpPr txBox="1"/>
          <p:nvPr/>
        </p:nvSpPr>
        <p:spPr>
          <a:xfrm>
            <a:off x="1371653" y="4756097"/>
            <a:ext cx="7559291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בכל צעד (תִּקְתּוּק שעון):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מעדכנים את ערכי האוגרים </a:t>
            </a:r>
            <a:r>
              <a:rPr lang="he-IL" sz="2400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לפי הקלט הקודם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קובעים את הפלט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קוראים קלט חדש</a:t>
            </a:r>
          </a:p>
        </p:txBody>
      </p:sp>
      <p:pic>
        <p:nvPicPr>
          <p:cNvPr id="1026" name="Picture 2" descr="Image result for execution cycle">
            <a:extLst>
              <a:ext uri="{FF2B5EF4-FFF2-40B4-BE49-F238E27FC236}">
                <a16:creationId xmlns:a16="http://schemas.microsoft.com/office/drawing/2014/main" id="{35A519A6-1919-B197-0079-1D68D53FD2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3" t="8893" r="23403" b="11068"/>
          <a:stretch/>
        </p:blipFill>
        <p:spPr bwMode="auto">
          <a:xfrm>
            <a:off x="172528" y="4763073"/>
            <a:ext cx="2078862" cy="1754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045931-168B-A014-2119-D4BAA150A7BE}"/>
                  </a:ext>
                </a:extLst>
              </p:cNvPr>
              <p:cNvSpPr txBox="1"/>
              <p:nvPr/>
            </p:nvSpPr>
            <p:spPr>
              <a:xfrm>
                <a:off x="2299715" y="3570308"/>
                <a:ext cx="23596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E045931-168B-A014-2119-D4BAA150A7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715" y="3570308"/>
                <a:ext cx="235962" cy="369332"/>
              </a:xfrm>
              <a:prstGeom prst="rect">
                <a:avLst/>
              </a:prstGeom>
              <a:blipFill>
                <a:blip r:embed="rId5"/>
                <a:stretch>
                  <a:fillRect r="-102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979DF0-46C5-C51D-6874-045C6E9C098C}"/>
                  </a:ext>
                </a:extLst>
              </p:cNvPr>
              <p:cNvSpPr txBox="1"/>
              <p:nvPr/>
            </p:nvSpPr>
            <p:spPr>
              <a:xfrm>
                <a:off x="4046897" y="1905000"/>
                <a:ext cx="23596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7979DF0-46C5-C51D-6874-045C6E9C09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897" y="1905000"/>
                <a:ext cx="235962" cy="369332"/>
              </a:xfrm>
              <a:prstGeom prst="rect">
                <a:avLst/>
              </a:prstGeom>
              <a:blipFill>
                <a:blip r:embed="rId6"/>
                <a:stretch>
                  <a:fillRect r="-28205" b="-3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D3CE934-B920-53E7-0947-ADED65D20433}"/>
                  </a:ext>
                </a:extLst>
              </p:cNvPr>
              <p:cNvSpPr txBox="1"/>
              <p:nvPr/>
            </p:nvSpPr>
            <p:spPr>
              <a:xfrm>
                <a:off x="519907" y="1820174"/>
                <a:ext cx="21629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5D3CE934-B920-53E7-0947-ADED65D204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07" y="1820174"/>
                <a:ext cx="216299" cy="276999"/>
              </a:xfrm>
              <a:prstGeom prst="rect">
                <a:avLst/>
              </a:prstGeom>
              <a:blipFill>
                <a:blip r:embed="rId7"/>
                <a:stretch>
                  <a:fillRect l="-8333" r="-277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A6A37851-3CA6-D767-1C9F-6530596AB8D0}"/>
              </a:ext>
            </a:extLst>
          </p:cNvPr>
          <p:cNvSpPr txBox="1"/>
          <p:nvPr/>
        </p:nvSpPr>
        <p:spPr>
          <a:xfrm flipH="1">
            <a:off x="255592" y="1462236"/>
            <a:ext cx="52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he-IL" dirty="0">
              <a:solidFill>
                <a:srgbClr val="061BE4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66491A-4171-C975-8DED-22BFEB73AC5B}"/>
              </a:ext>
            </a:extLst>
          </p:cNvPr>
          <p:cNvSpPr txBox="1"/>
          <p:nvPr/>
        </p:nvSpPr>
        <p:spPr>
          <a:xfrm flipH="1">
            <a:off x="2474389" y="3633996"/>
            <a:ext cx="313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70">
                <a:extLst>
                  <a:ext uri="{FF2B5EF4-FFF2-40B4-BE49-F238E27FC236}">
                    <a16:creationId xmlns:a16="http://schemas.microsoft.com/office/drawing/2014/main" id="{66A7DC54-F6C7-B0B4-8AFA-C3CCE95910DC}"/>
                  </a:ext>
                </a:extLst>
              </p:cNvPr>
              <p:cNvSpPr/>
              <p:nvPr/>
            </p:nvSpPr>
            <p:spPr>
              <a:xfrm>
                <a:off x="7162800" y="19050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0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Rounded Rectangle 70">
                <a:extLst>
                  <a:ext uri="{FF2B5EF4-FFF2-40B4-BE49-F238E27FC236}">
                    <a16:creationId xmlns:a16="http://schemas.microsoft.com/office/drawing/2014/main" id="{66A7DC54-F6C7-B0B4-8AFA-C3CCE95910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1905000"/>
                <a:ext cx="1524000" cy="4572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148C6C8-F18F-FFCC-9FED-D39FDB215CDB}"/>
              </a:ext>
            </a:extLst>
          </p:cNvPr>
          <p:cNvCxnSpPr>
            <a:endCxn id="14" idx="1"/>
          </p:cNvCxnSpPr>
          <p:nvPr/>
        </p:nvCxnSpPr>
        <p:spPr>
          <a:xfrm>
            <a:off x="6549305" y="2133600"/>
            <a:ext cx="613495" cy="0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2FF1170C-F3AA-6295-4216-A9AD7AA766B8}"/>
              </a:ext>
            </a:extLst>
          </p:cNvPr>
          <p:cNvSpPr txBox="1"/>
          <p:nvPr/>
        </p:nvSpPr>
        <p:spPr>
          <a:xfrm>
            <a:off x="6705600" y="17526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78">
                <a:extLst>
                  <a:ext uri="{FF2B5EF4-FFF2-40B4-BE49-F238E27FC236}">
                    <a16:creationId xmlns:a16="http://schemas.microsoft.com/office/drawing/2014/main" id="{2E464618-53A8-1BD0-E696-B14F888D2E82}"/>
                  </a:ext>
                </a:extLst>
              </p:cNvPr>
              <p:cNvSpPr/>
              <p:nvPr/>
            </p:nvSpPr>
            <p:spPr>
              <a:xfrm>
                <a:off x="5067300" y="32766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1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" name="Rounded Rectangle 78">
                <a:extLst>
                  <a:ext uri="{FF2B5EF4-FFF2-40B4-BE49-F238E27FC236}">
                    <a16:creationId xmlns:a16="http://schemas.microsoft.com/office/drawing/2014/main" id="{2E464618-53A8-1BD0-E696-B14F888D2E8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300" y="3276600"/>
                <a:ext cx="1524000" cy="4572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3240899-157D-6061-3E77-9DBFC6398CF9}"/>
              </a:ext>
            </a:extLst>
          </p:cNvPr>
          <p:cNvCxnSpPr/>
          <p:nvPr/>
        </p:nvCxnSpPr>
        <p:spPr>
          <a:xfrm rot="5400000">
            <a:off x="6438900" y="2476500"/>
            <a:ext cx="914400" cy="685800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3FC2EF1-B3CC-50AA-8C99-87E51988264B}"/>
              </a:ext>
            </a:extLst>
          </p:cNvPr>
          <p:cNvSpPr txBox="1"/>
          <p:nvPr/>
        </p:nvSpPr>
        <p:spPr>
          <a:xfrm>
            <a:off x="6781800" y="23622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59077684"/>
      </p:ext>
    </p:extLst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669BB4-40B7-33D1-036D-17721B8A5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71515-C0C5-CAF1-A049-12FD930C8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6" y="218077"/>
            <a:ext cx="77724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he-IL" sz="3200" dirty="0"/>
              <a:t>דוגמה: תרגום מסכמת מעגל לוגי למערכת מעברים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40A39B16-1129-A683-3AB4-AB31B74A220F}"/>
                  </a:ext>
                </a:extLst>
              </p:cNvPr>
              <p:cNvSpPr/>
              <p:nvPr/>
            </p:nvSpPr>
            <p:spPr>
              <a:xfrm>
                <a:off x="5025305" y="19050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0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40A39B16-1129-A683-3AB4-AB31B74A22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305" y="1905000"/>
                <a:ext cx="1524000" cy="4572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8136AD99-5677-B898-20FF-CF3B7C9C3044}"/>
              </a:ext>
            </a:extLst>
          </p:cNvPr>
          <p:cNvCxnSpPr>
            <a:endCxn id="66" idx="0"/>
          </p:cNvCxnSpPr>
          <p:nvPr/>
        </p:nvCxnSpPr>
        <p:spPr>
          <a:xfrm rot="5400000">
            <a:off x="5634905" y="1752600"/>
            <a:ext cx="304800" cy="1588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5F479E62-3EF3-DAED-7E10-2114133B7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E3DAB9DA-84F9-45EC-A1D4-01A166BFD3A6}" type="slidenum">
              <a:rPr lang="he-IL" smtClean="0"/>
              <a:pPr algn="l"/>
              <a:t>7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81958D-9BAD-0521-5095-D40BE2733B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30" y="1788855"/>
            <a:ext cx="3847332" cy="2286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F46E490-05A4-35E7-034A-EA4967DDC8F2}"/>
              </a:ext>
            </a:extLst>
          </p:cNvPr>
          <p:cNvSpPr txBox="1"/>
          <p:nvPr/>
        </p:nvSpPr>
        <p:spPr>
          <a:xfrm>
            <a:off x="1371653" y="4756097"/>
            <a:ext cx="7559291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בכל צעד (תִּקְתּוּק שעון):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מעדכנים את ערכי האוגרים </a:t>
            </a:r>
            <a:r>
              <a:rPr lang="he-IL" sz="2400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לפי הקלט הקודם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קובעים את הפלט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קוראים קלט חדש</a:t>
            </a:r>
          </a:p>
        </p:txBody>
      </p:sp>
      <p:pic>
        <p:nvPicPr>
          <p:cNvPr id="1026" name="Picture 2" descr="Image result for execution cycle">
            <a:extLst>
              <a:ext uri="{FF2B5EF4-FFF2-40B4-BE49-F238E27FC236}">
                <a16:creationId xmlns:a16="http://schemas.microsoft.com/office/drawing/2014/main" id="{6307094F-F782-5817-DBB6-58E952192F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3" t="8893" r="23403" b="11068"/>
          <a:stretch/>
        </p:blipFill>
        <p:spPr bwMode="auto">
          <a:xfrm>
            <a:off x="172528" y="4763073"/>
            <a:ext cx="2078862" cy="1754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158A9E-7CC2-3339-B0F6-38BD391F3E72}"/>
                  </a:ext>
                </a:extLst>
              </p:cNvPr>
              <p:cNvSpPr txBox="1"/>
              <p:nvPr/>
            </p:nvSpPr>
            <p:spPr>
              <a:xfrm>
                <a:off x="2299715" y="3570308"/>
                <a:ext cx="23596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6158A9E-7CC2-3339-B0F6-38BD391F3E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715" y="3570308"/>
                <a:ext cx="235962" cy="369332"/>
              </a:xfrm>
              <a:prstGeom prst="rect">
                <a:avLst/>
              </a:prstGeom>
              <a:blipFill>
                <a:blip r:embed="rId5"/>
                <a:stretch>
                  <a:fillRect r="-102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E72C75B-BCC4-DBE1-AD42-1468201C4B00}"/>
                  </a:ext>
                </a:extLst>
              </p:cNvPr>
              <p:cNvSpPr txBox="1"/>
              <p:nvPr/>
            </p:nvSpPr>
            <p:spPr>
              <a:xfrm>
                <a:off x="4046897" y="1905000"/>
                <a:ext cx="23596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E72C75B-BCC4-DBE1-AD42-1468201C4B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897" y="1905000"/>
                <a:ext cx="235962" cy="369332"/>
              </a:xfrm>
              <a:prstGeom prst="rect">
                <a:avLst/>
              </a:prstGeom>
              <a:blipFill>
                <a:blip r:embed="rId6"/>
                <a:stretch>
                  <a:fillRect r="-28205" b="-3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D7026CF-9E26-1400-1458-540805185577}"/>
                  </a:ext>
                </a:extLst>
              </p:cNvPr>
              <p:cNvSpPr txBox="1"/>
              <p:nvPr/>
            </p:nvSpPr>
            <p:spPr>
              <a:xfrm>
                <a:off x="519907" y="1820174"/>
                <a:ext cx="21629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D7026CF-9E26-1400-1458-540805185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07" y="1820174"/>
                <a:ext cx="216299" cy="276999"/>
              </a:xfrm>
              <a:prstGeom prst="rect">
                <a:avLst/>
              </a:prstGeom>
              <a:blipFill>
                <a:blip r:embed="rId7"/>
                <a:stretch>
                  <a:fillRect l="-8333" r="-277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1C6D700-6C42-2EB5-4467-B150BBEB4348}"/>
              </a:ext>
            </a:extLst>
          </p:cNvPr>
          <p:cNvSpPr txBox="1"/>
          <p:nvPr/>
        </p:nvSpPr>
        <p:spPr>
          <a:xfrm flipH="1">
            <a:off x="255592" y="1462236"/>
            <a:ext cx="52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he-IL" dirty="0">
              <a:solidFill>
                <a:srgbClr val="061BE4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A421F1-B4B8-C52C-A17F-6A1799A7D4B3}"/>
              </a:ext>
            </a:extLst>
          </p:cNvPr>
          <p:cNvSpPr txBox="1"/>
          <p:nvPr/>
        </p:nvSpPr>
        <p:spPr>
          <a:xfrm flipH="1">
            <a:off x="2474389" y="3633996"/>
            <a:ext cx="313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70">
                <a:extLst>
                  <a:ext uri="{FF2B5EF4-FFF2-40B4-BE49-F238E27FC236}">
                    <a16:creationId xmlns:a16="http://schemas.microsoft.com/office/drawing/2014/main" id="{53C54F58-5EA9-8785-BD0E-B0B6856FAFA7}"/>
                  </a:ext>
                </a:extLst>
              </p:cNvPr>
              <p:cNvSpPr/>
              <p:nvPr/>
            </p:nvSpPr>
            <p:spPr>
              <a:xfrm>
                <a:off x="7162800" y="19050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0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Rounded Rectangle 70">
                <a:extLst>
                  <a:ext uri="{FF2B5EF4-FFF2-40B4-BE49-F238E27FC236}">
                    <a16:creationId xmlns:a16="http://schemas.microsoft.com/office/drawing/2014/main" id="{53C54F58-5EA9-8785-BD0E-B0B6856FAF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1905000"/>
                <a:ext cx="1524000" cy="4572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EC6DC4D5-AE49-305A-7D66-6A023196EDED}"/>
              </a:ext>
            </a:extLst>
          </p:cNvPr>
          <p:cNvCxnSpPr>
            <a:endCxn id="14" idx="1"/>
          </p:cNvCxnSpPr>
          <p:nvPr/>
        </p:nvCxnSpPr>
        <p:spPr>
          <a:xfrm>
            <a:off x="6549305" y="2133600"/>
            <a:ext cx="613495" cy="0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342ED8B3-A2A2-BCB6-6631-312BBB3D996C}"/>
              </a:ext>
            </a:extLst>
          </p:cNvPr>
          <p:cNvSpPr txBox="1"/>
          <p:nvPr/>
        </p:nvSpPr>
        <p:spPr>
          <a:xfrm>
            <a:off x="6705600" y="17526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78">
                <a:extLst>
                  <a:ext uri="{FF2B5EF4-FFF2-40B4-BE49-F238E27FC236}">
                    <a16:creationId xmlns:a16="http://schemas.microsoft.com/office/drawing/2014/main" id="{D0BE3D24-00B5-1845-1ECF-35DF7B6289CA}"/>
                  </a:ext>
                </a:extLst>
              </p:cNvPr>
              <p:cNvSpPr/>
              <p:nvPr/>
            </p:nvSpPr>
            <p:spPr>
              <a:xfrm>
                <a:off x="5067300" y="32766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1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" name="Rounded Rectangle 78">
                <a:extLst>
                  <a:ext uri="{FF2B5EF4-FFF2-40B4-BE49-F238E27FC236}">
                    <a16:creationId xmlns:a16="http://schemas.microsoft.com/office/drawing/2014/main" id="{D0BE3D24-00B5-1845-1ECF-35DF7B6289C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300" y="3276600"/>
                <a:ext cx="1524000" cy="4572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B262F1D-B4FE-2B0F-A4BD-D330AB7FE811}"/>
              </a:ext>
            </a:extLst>
          </p:cNvPr>
          <p:cNvCxnSpPr/>
          <p:nvPr/>
        </p:nvCxnSpPr>
        <p:spPr>
          <a:xfrm rot="5400000">
            <a:off x="6438900" y="2476500"/>
            <a:ext cx="914400" cy="685800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E0948F6-3083-5CF8-0B73-92135E240DD4}"/>
              </a:ext>
            </a:extLst>
          </p:cNvPr>
          <p:cNvSpPr txBox="1"/>
          <p:nvPr/>
        </p:nvSpPr>
        <p:spPr>
          <a:xfrm>
            <a:off x="6781800" y="23622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1" name="Shape 85">
            <a:extLst>
              <a:ext uri="{FF2B5EF4-FFF2-40B4-BE49-F238E27FC236}">
                <a16:creationId xmlns:a16="http://schemas.microsoft.com/office/drawing/2014/main" id="{86F0C390-7B27-60E2-1A75-0C3BF0DE3376}"/>
              </a:ext>
            </a:extLst>
          </p:cNvPr>
          <p:cNvCxnSpPr/>
          <p:nvPr/>
        </p:nvCxnSpPr>
        <p:spPr>
          <a:xfrm rot="5400000" flipH="1">
            <a:off x="5334000" y="3238500"/>
            <a:ext cx="228600" cy="762000"/>
          </a:xfrm>
          <a:prstGeom prst="bentConnector4">
            <a:avLst>
              <a:gd name="adj1" fmla="val -216667"/>
              <a:gd name="adj2" fmla="val 130000"/>
            </a:avLst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F789B793-87AE-DB51-DC58-52FD359F909D}"/>
              </a:ext>
            </a:extLst>
          </p:cNvPr>
          <p:cNvSpPr txBox="1"/>
          <p:nvPr/>
        </p:nvSpPr>
        <p:spPr>
          <a:xfrm>
            <a:off x="5181600" y="41910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67663684"/>
      </p:ext>
    </p:extLst>
  </p:cSld>
  <p:clrMapOvr>
    <a:masterClrMapping/>
  </p:clrMapOvr>
  <p:transition spd="slow"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33AE7-7EC7-CEA2-B03D-221E5D662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6CD15-7D86-1C02-3554-EF4C448F8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6" y="218077"/>
            <a:ext cx="77724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he-IL" sz="3200" dirty="0"/>
              <a:t>דוגמה: תרגום מסכמת מעגל לוגי למערכת מעברים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A993AB83-B9F5-BEF1-86CC-9148ECBA4386}"/>
                  </a:ext>
                </a:extLst>
              </p:cNvPr>
              <p:cNvSpPr/>
              <p:nvPr/>
            </p:nvSpPr>
            <p:spPr>
              <a:xfrm>
                <a:off x="5025305" y="19050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0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A993AB83-B9F5-BEF1-86CC-9148ECBA438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305" y="1905000"/>
                <a:ext cx="1524000" cy="4572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F21BD1BB-6302-F204-1847-7271884FAB33}"/>
              </a:ext>
            </a:extLst>
          </p:cNvPr>
          <p:cNvCxnSpPr>
            <a:endCxn id="66" idx="0"/>
          </p:cNvCxnSpPr>
          <p:nvPr/>
        </p:nvCxnSpPr>
        <p:spPr>
          <a:xfrm rot="5400000">
            <a:off x="5634905" y="1752600"/>
            <a:ext cx="304800" cy="1588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FBEEDF47-064A-DFC6-9F80-59AB29C2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E3DAB9DA-84F9-45EC-A1D4-01A166BFD3A6}" type="slidenum">
              <a:rPr lang="he-IL" smtClean="0"/>
              <a:pPr algn="l"/>
              <a:t>8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7013A5-BC74-3B3C-FB62-815D42C829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30" y="1788855"/>
            <a:ext cx="3847332" cy="2286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38B34EF-5423-BFB2-3C6C-A2AD5EC635FC}"/>
              </a:ext>
            </a:extLst>
          </p:cNvPr>
          <p:cNvSpPr txBox="1"/>
          <p:nvPr/>
        </p:nvSpPr>
        <p:spPr>
          <a:xfrm>
            <a:off x="1371653" y="4756097"/>
            <a:ext cx="7559291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בכל צעד (תִּקְתּוּק שעון):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מעדכנים את ערכי האוגרים </a:t>
            </a:r>
            <a:r>
              <a:rPr lang="he-IL" sz="2400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לפי הקלט הקודם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קובעים את הפלט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קוראים קלט חדש</a:t>
            </a:r>
          </a:p>
        </p:txBody>
      </p:sp>
      <p:pic>
        <p:nvPicPr>
          <p:cNvPr id="1026" name="Picture 2" descr="Image result for execution cycle">
            <a:extLst>
              <a:ext uri="{FF2B5EF4-FFF2-40B4-BE49-F238E27FC236}">
                <a16:creationId xmlns:a16="http://schemas.microsoft.com/office/drawing/2014/main" id="{9EE65CB6-0D25-AA7D-1761-095685BA034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3" t="8893" r="23403" b="11068"/>
          <a:stretch/>
        </p:blipFill>
        <p:spPr bwMode="auto">
          <a:xfrm>
            <a:off x="172528" y="4763073"/>
            <a:ext cx="2078862" cy="1754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B266DB-13C6-E459-07D3-B0AFFF0E7372}"/>
                  </a:ext>
                </a:extLst>
              </p:cNvPr>
              <p:cNvSpPr txBox="1"/>
              <p:nvPr/>
            </p:nvSpPr>
            <p:spPr>
              <a:xfrm>
                <a:off x="2299715" y="3570308"/>
                <a:ext cx="23596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4B266DB-13C6-E459-07D3-B0AFFF0E73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715" y="3570308"/>
                <a:ext cx="235962" cy="369332"/>
              </a:xfrm>
              <a:prstGeom prst="rect">
                <a:avLst/>
              </a:prstGeom>
              <a:blipFill>
                <a:blip r:embed="rId5"/>
                <a:stretch>
                  <a:fillRect r="-102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2A44F48-D38B-D036-11EC-310E89150267}"/>
                  </a:ext>
                </a:extLst>
              </p:cNvPr>
              <p:cNvSpPr txBox="1"/>
              <p:nvPr/>
            </p:nvSpPr>
            <p:spPr>
              <a:xfrm>
                <a:off x="4046897" y="1905000"/>
                <a:ext cx="23596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2A44F48-D38B-D036-11EC-310E891502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897" y="1905000"/>
                <a:ext cx="235962" cy="369332"/>
              </a:xfrm>
              <a:prstGeom prst="rect">
                <a:avLst/>
              </a:prstGeom>
              <a:blipFill>
                <a:blip r:embed="rId6"/>
                <a:stretch>
                  <a:fillRect r="-28205" b="-3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FC566C8-F45E-AD1D-BBD6-048F3B560629}"/>
                  </a:ext>
                </a:extLst>
              </p:cNvPr>
              <p:cNvSpPr txBox="1"/>
              <p:nvPr/>
            </p:nvSpPr>
            <p:spPr>
              <a:xfrm>
                <a:off x="519907" y="1820174"/>
                <a:ext cx="21629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3FC566C8-F45E-AD1D-BBD6-048F3B5606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07" y="1820174"/>
                <a:ext cx="216299" cy="276999"/>
              </a:xfrm>
              <a:prstGeom prst="rect">
                <a:avLst/>
              </a:prstGeom>
              <a:blipFill>
                <a:blip r:embed="rId7"/>
                <a:stretch>
                  <a:fillRect l="-8333" r="-277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2EBB612E-B4DB-1325-41E1-91106890B79B}"/>
              </a:ext>
            </a:extLst>
          </p:cNvPr>
          <p:cNvSpPr txBox="1"/>
          <p:nvPr/>
        </p:nvSpPr>
        <p:spPr>
          <a:xfrm flipH="1">
            <a:off x="255592" y="1462236"/>
            <a:ext cx="52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he-IL" dirty="0">
              <a:solidFill>
                <a:srgbClr val="061BE4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213F61-4B3D-EA6B-B951-7350098B697F}"/>
              </a:ext>
            </a:extLst>
          </p:cNvPr>
          <p:cNvSpPr txBox="1"/>
          <p:nvPr/>
        </p:nvSpPr>
        <p:spPr>
          <a:xfrm flipH="1">
            <a:off x="2474389" y="3633996"/>
            <a:ext cx="313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70">
                <a:extLst>
                  <a:ext uri="{FF2B5EF4-FFF2-40B4-BE49-F238E27FC236}">
                    <a16:creationId xmlns:a16="http://schemas.microsoft.com/office/drawing/2014/main" id="{26E70A18-3CF8-841B-9623-8AB24DA90DF6}"/>
                  </a:ext>
                </a:extLst>
              </p:cNvPr>
              <p:cNvSpPr/>
              <p:nvPr/>
            </p:nvSpPr>
            <p:spPr>
              <a:xfrm>
                <a:off x="7162800" y="19050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0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Rounded Rectangle 70">
                <a:extLst>
                  <a:ext uri="{FF2B5EF4-FFF2-40B4-BE49-F238E27FC236}">
                    <a16:creationId xmlns:a16="http://schemas.microsoft.com/office/drawing/2014/main" id="{26E70A18-3CF8-841B-9623-8AB24DA90DF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1905000"/>
                <a:ext cx="1524000" cy="4572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5CAAF70A-0F0C-8A9F-9E14-C53F003FBB91}"/>
              </a:ext>
            </a:extLst>
          </p:cNvPr>
          <p:cNvCxnSpPr>
            <a:endCxn id="14" idx="1"/>
          </p:cNvCxnSpPr>
          <p:nvPr/>
        </p:nvCxnSpPr>
        <p:spPr>
          <a:xfrm>
            <a:off x="6549305" y="2133600"/>
            <a:ext cx="613495" cy="0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77A7618-EC1C-6C12-7DF9-7DD63F5C1673}"/>
              </a:ext>
            </a:extLst>
          </p:cNvPr>
          <p:cNvSpPr txBox="1"/>
          <p:nvPr/>
        </p:nvSpPr>
        <p:spPr>
          <a:xfrm>
            <a:off x="6705600" y="17526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78">
                <a:extLst>
                  <a:ext uri="{FF2B5EF4-FFF2-40B4-BE49-F238E27FC236}">
                    <a16:creationId xmlns:a16="http://schemas.microsoft.com/office/drawing/2014/main" id="{78AE3D29-EF88-A66F-43CE-849E89B74E2E}"/>
                  </a:ext>
                </a:extLst>
              </p:cNvPr>
              <p:cNvSpPr/>
              <p:nvPr/>
            </p:nvSpPr>
            <p:spPr>
              <a:xfrm>
                <a:off x="5067300" y="32766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1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" name="Rounded Rectangle 78">
                <a:extLst>
                  <a:ext uri="{FF2B5EF4-FFF2-40B4-BE49-F238E27FC236}">
                    <a16:creationId xmlns:a16="http://schemas.microsoft.com/office/drawing/2014/main" id="{78AE3D29-EF88-A66F-43CE-849E89B74E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300" y="3276600"/>
                <a:ext cx="1524000" cy="4572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B31E31C-EF04-BDED-3D05-26B16160B752}"/>
              </a:ext>
            </a:extLst>
          </p:cNvPr>
          <p:cNvCxnSpPr/>
          <p:nvPr/>
        </p:nvCxnSpPr>
        <p:spPr>
          <a:xfrm rot="5400000">
            <a:off x="6438900" y="2476500"/>
            <a:ext cx="914400" cy="685800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FFCB441-8678-4D8A-C04F-9C2BE48F998B}"/>
              </a:ext>
            </a:extLst>
          </p:cNvPr>
          <p:cNvSpPr txBox="1"/>
          <p:nvPr/>
        </p:nvSpPr>
        <p:spPr>
          <a:xfrm>
            <a:off x="6781800" y="23622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1" name="Shape 85">
            <a:extLst>
              <a:ext uri="{FF2B5EF4-FFF2-40B4-BE49-F238E27FC236}">
                <a16:creationId xmlns:a16="http://schemas.microsoft.com/office/drawing/2014/main" id="{150905BE-9CA7-EEEB-4C7D-336FAA28F61C}"/>
              </a:ext>
            </a:extLst>
          </p:cNvPr>
          <p:cNvCxnSpPr/>
          <p:nvPr/>
        </p:nvCxnSpPr>
        <p:spPr>
          <a:xfrm rot="5400000" flipH="1">
            <a:off x="5334000" y="3238500"/>
            <a:ext cx="228600" cy="762000"/>
          </a:xfrm>
          <a:prstGeom prst="bentConnector4">
            <a:avLst>
              <a:gd name="adj1" fmla="val -216667"/>
              <a:gd name="adj2" fmla="val 130000"/>
            </a:avLst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740BF10A-541B-0AA3-24EB-EEEA14DDCA2D}"/>
              </a:ext>
            </a:extLst>
          </p:cNvPr>
          <p:cNvSpPr txBox="1"/>
          <p:nvPr/>
        </p:nvSpPr>
        <p:spPr>
          <a:xfrm>
            <a:off x="5181600" y="41910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506292998"/>
      </p:ext>
    </p:extLst>
  </p:cSld>
  <p:clrMapOvr>
    <a:masterClrMapping/>
  </p:clrMapOvr>
  <p:transition spd="slow"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FC8D7-FE73-8F0A-7E85-4DDE60C15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9996-5B03-DB5D-32B1-9E286FC04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66" y="218077"/>
            <a:ext cx="77724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he-IL" sz="3200" dirty="0"/>
              <a:t>דוגמה: תרגום מסכמת מעגל לוגי למערכת מעברים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53455E45-CDFD-7544-B76B-181DDCE1CEBC}"/>
                  </a:ext>
                </a:extLst>
              </p:cNvPr>
              <p:cNvSpPr/>
              <p:nvPr/>
            </p:nvSpPr>
            <p:spPr>
              <a:xfrm>
                <a:off x="5025305" y="19050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0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6" name="Rounded Rectangle 65">
                <a:extLst>
                  <a:ext uri="{FF2B5EF4-FFF2-40B4-BE49-F238E27FC236}">
                    <a16:creationId xmlns:a16="http://schemas.microsoft.com/office/drawing/2014/main" id="{53455E45-CDFD-7544-B76B-181DDCE1CEB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305" y="1905000"/>
                <a:ext cx="1524000" cy="4572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D269C216-0CD0-1BC0-6A10-844E0C619BE2}"/>
              </a:ext>
            </a:extLst>
          </p:cNvPr>
          <p:cNvCxnSpPr>
            <a:endCxn id="66" idx="0"/>
          </p:cNvCxnSpPr>
          <p:nvPr/>
        </p:nvCxnSpPr>
        <p:spPr>
          <a:xfrm rot="5400000">
            <a:off x="5634905" y="1752600"/>
            <a:ext cx="304800" cy="1588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8F1DA29C-A724-790C-82F1-06972421D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E3DAB9DA-84F9-45EC-A1D4-01A166BFD3A6}" type="slidenum">
              <a:rPr lang="he-IL" smtClean="0"/>
              <a:pPr algn="l"/>
              <a:t>9</a:t>
            </a:fld>
            <a:endParaRPr lang="he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34FAE1-E6F7-7F48-5F89-C8FE3138AB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030" y="1788855"/>
            <a:ext cx="3847332" cy="2286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7FF6814-413A-D040-8A29-1793A3E27B5B}"/>
              </a:ext>
            </a:extLst>
          </p:cNvPr>
          <p:cNvSpPr txBox="1"/>
          <p:nvPr/>
        </p:nvSpPr>
        <p:spPr>
          <a:xfrm>
            <a:off x="1371653" y="4756097"/>
            <a:ext cx="7559291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בכל צעד (תִּקְתּוּק שעון):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מעדכנים את ערכי האוגרים </a:t>
            </a:r>
            <a:r>
              <a:rPr lang="he-IL" sz="2400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לפי הקלט הקודם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קובעים את הפלט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קוראים קלט חדש</a:t>
            </a:r>
          </a:p>
        </p:txBody>
      </p:sp>
      <p:pic>
        <p:nvPicPr>
          <p:cNvPr id="1026" name="Picture 2" descr="Image result for execution cycle">
            <a:extLst>
              <a:ext uri="{FF2B5EF4-FFF2-40B4-BE49-F238E27FC236}">
                <a16:creationId xmlns:a16="http://schemas.microsoft.com/office/drawing/2014/main" id="{5412B1D5-20B3-EABE-81B5-EF94A21750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3" t="8893" r="23403" b="11068"/>
          <a:stretch/>
        </p:blipFill>
        <p:spPr bwMode="auto">
          <a:xfrm>
            <a:off x="172528" y="4763073"/>
            <a:ext cx="2078862" cy="1754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4BED5F-3D41-829A-23D6-01CE79724355}"/>
                  </a:ext>
                </a:extLst>
              </p:cNvPr>
              <p:cNvSpPr txBox="1"/>
              <p:nvPr/>
            </p:nvSpPr>
            <p:spPr>
              <a:xfrm>
                <a:off x="2299715" y="3570308"/>
                <a:ext cx="23596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D4BED5F-3D41-829A-23D6-01CE79724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715" y="3570308"/>
                <a:ext cx="235962" cy="369332"/>
              </a:xfrm>
              <a:prstGeom prst="rect">
                <a:avLst/>
              </a:prstGeom>
              <a:blipFill>
                <a:blip r:embed="rId5"/>
                <a:stretch>
                  <a:fillRect r="-102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3822B0C-5A83-7D55-4C63-1E176BF4567D}"/>
                  </a:ext>
                </a:extLst>
              </p:cNvPr>
              <p:cNvSpPr txBox="1"/>
              <p:nvPr/>
            </p:nvSpPr>
            <p:spPr>
              <a:xfrm>
                <a:off x="4046897" y="1905000"/>
                <a:ext cx="23596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3822B0C-5A83-7D55-4C63-1E176BF456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897" y="1905000"/>
                <a:ext cx="235962" cy="369332"/>
              </a:xfrm>
              <a:prstGeom prst="rect">
                <a:avLst/>
              </a:prstGeom>
              <a:blipFill>
                <a:blip r:embed="rId6"/>
                <a:stretch>
                  <a:fillRect r="-28205" b="-3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46423EF-65B7-1AC4-4589-853D19A0D221}"/>
                  </a:ext>
                </a:extLst>
              </p:cNvPr>
              <p:cNvSpPr txBox="1"/>
              <p:nvPr/>
            </p:nvSpPr>
            <p:spPr>
              <a:xfrm>
                <a:off x="519907" y="1820174"/>
                <a:ext cx="21629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F46423EF-65B7-1AC4-4589-853D19A0D2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07" y="1820174"/>
                <a:ext cx="216299" cy="276999"/>
              </a:xfrm>
              <a:prstGeom prst="rect">
                <a:avLst/>
              </a:prstGeom>
              <a:blipFill>
                <a:blip r:embed="rId7"/>
                <a:stretch>
                  <a:fillRect l="-8333" r="-277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E3E8F631-53A2-C356-E57D-C09A8B5B0D5D}"/>
              </a:ext>
            </a:extLst>
          </p:cNvPr>
          <p:cNvSpPr txBox="1"/>
          <p:nvPr/>
        </p:nvSpPr>
        <p:spPr>
          <a:xfrm flipH="1">
            <a:off x="255592" y="1462236"/>
            <a:ext cx="5286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  <a:endParaRPr lang="he-IL" dirty="0">
              <a:solidFill>
                <a:srgbClr val="061BE4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467522-C3CD-48E1-E802-BF530CE94D9A}"/>
              </a:ext>
            </a:extLst>
          </p:cNvPr>
          <p:cNvSpPr txBox="1"/>
          <p:nvPr/>
        </p:nvSpPr>
        <p:spPr>
          <a:xfrm flipH="1">
            <a:off x="2474389" y="3633996"/>
            <a:ext cx="3130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ounded Rectangle 70">
                <a:extLst>
                  <a:ext uri="{FF2B5EF4-FFF2-40B4-BE49-F238E27FC236}">
                    <a16:creationId xmlns:a16="http://schemas.microsoft.com/office/drawing/2014/main" id="{6D867732-35E9-F3F8-3B3B-77F64968E97A}"/>
                  </a:ext>
                </a:extLst>
              </p:cNvPr>
              <p:cNvSpPr/>
              <p:nvPr/>
            </p:nvSpPr>
            <p:spPr>
              <a:xfrm>
                <a:off x="7162800" y="19050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0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4" name="Rounded Rectangle 70">
                <a:extLst>
                  <a:ext uri="{FF2B5EF4-FFF2-40B4-BE49-F238E27FC236}">
                    <a16:creationId xmlns:a16="http://schemas.microsoft.com/office/drawing/2014/main" id="{6D867732-35E9-F3F8-3B3B-77F64968E9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1905000"/>
                <a:ext cx="1524000" cy="457200"/>
              </a:xfrm>
              <a:prstGeom prst="roundRect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4F344DA-65DB-66FC-73CC-7C3EA0CA9051}"/>
              </a:ext>
            </a:extLst>
          </p:cNvPr>
          <p:cNvCxnSpPr>
            <a:endCxn id="14" idx="1"/>
          </p:cNvCxnSpPr>
          <p:nvPr/>
        </p:nvCxnSpPr>
        <p:spPr>
          <a:xfrm>
            <a:off x="6549305" y="2133600"/>
            <a:ext cx="613495" cy="0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7FAE6E0-1428-88DA-F665-B1E1D0152F9E}"/>
              </a:ext>
            </a:extLst>
          </p:cNvPr>
          <p:cNvSpPr txBox="1"/>
          <p:nvPr/>
        </p:nvSpPr>
        <p:spPr>
          <a:xfrm>
            <a:off x="6705600" y="17526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78">
                <a:extLst>
                  <a:ext uri="{FF2B5EF4-FFF2-40B4-BE49-F238E27FC236}">
                    <a16:creationId xmlns:a16="http://schemas.microsoft.com/office/drawing/2014/main" id="{696A8BF9-C0EF-920F-2004-DC95DC0DF28E}"/>
                  </a:ext>
                </a:extLst>
              </p:cNvPr>
              <p:cNvSpPr/>
              <p:nvPr/>
            </p:nvSpPr>
            <p:spPr>
              <a:xfrm>
                <a:off x="5067300" y="32766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1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4" name="Rounded Rectangle 78">
                <a:extLst>
                  <a:ext uri="{FF2B5EF4-FFF2-40B4-BE49-F238E27FC236}">
                    <a16:creationId xmlns:a16="http://schemas.microsoft.com/office/drawing/2014/main" id="{696A8BF9-C0EF-920F-2004-DC95DC0DF28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300" y="3276600"/>
                <a:ext cx="1524000" cy="457200"/>
              </a:xfrm>
              <a:prstGeom prst="roundRect">
                <a:avLst/>
              </a:prstGeom>
              <a:blipFill>
                <a:blip r:embed="rId9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47F7519-BAB7-5353-C787-C42F7E09C80D}"/>
              </a:ext>
            </a:extLst>
          </p:cNvPr>
          <p:cNvCxnSpPr/>
          <p:nvPr/>
        </p:nvCxnSpPr>
        <p:spPr>
          <a:xfrm rot="5400000">
            <a:off x="6438900" y="2476500"/>
            <a:ext cx="914400" cy="685800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B932A87C-09DB-BF17-6354-0DED9B177A7F}"/>
              </a:ext>
            </a:extLst>
          </p:cNvPr>
          <p:cNvSpPr txBox="1"/>
          <p:nvPr/>
        </p:nvSpPr>
        <p:spPr>
          <a:xfrm>
            <a:off x="6781800" y="23622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11" name="Shape 85">
            <a:extLst>
              <a:ext uri="{FF2B5EF4-FFF2-40B4-BE49-F238E27FC236}">
                <a16:creationId xmlns:a16="http://schemas.microsoft.com/office/drawing/2014/main" id="{DEFB6925-73AC-31A3-373D-6BB78BF166D3}"/>
              </a:ext>
            </a:extLst>
          </p:cNvPr>
          <p:cNvCxnSpPr/>
          <p:nvPr/>
        </p:nvCxnSpPr>
        <p:spPr>
          <a:xfrm rot="5400000" flipH="1">
            <a:off x="5334000" y="3238500"/>
            <a:ext cx="228600" cy="762000"/>
          </a:xfrm>
          <a:prstGeom prst="bentConnector4">
            <a:avLst>
              <a:gd name="adj1" fmla="val -216667"/>
              <a:gd name="adj2" fmla="val 130000"/>
            </a:avLst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59E2767-AAD4-90E8-ADDE-3C78D6BB2FF0}"/>
              </a:ext>
            </a:extLst>
          </p:cNvPr>
          <p:cNvSpPr txBox="1"/>
          <p:nvPr/>
        </p:nvSpPr>
        <p:spPr>
          <a:xfrm>
            <a:off x="5181600" y="41910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ounded Rectangle 86">
                <a:extLst>
                  <a:ext uri="{FF2B5EF4-FFF2-40B4-BE49-F238E27FC236}">
                    <a16:creationId xmlns:a16="http://schemas.microsoft.com/office/drawing/2014/main" id="{1903308D-777E-B76F-76DE-A36498C0221F}"/>
                  </a:ext>
                </a:extLst>
              </p:cNvPr>
              <p:cNvSpPr/>
              <p:nvPr/>
            </p:nvSpPr>
            <p:spPr>
              <a:xfrm>
                <a:off x="7162800" y="32766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1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3" name="Rounded Rectangle 86">
                <a:extLst>
                  <a:ext uri="{FF2B5EF4-FFF2-40B4-BE49-F238E27FC236}">
                    <a16:creationId xmlns:a16="http://schemas.microsoft.com/office/drawing/2014/main" id="{1903308D-777E-B76F-76DE-A36498C0221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3276600"/>
                <a:ext cx="1524000" cy="457200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EC9CE9B-7894-304D-D034-A84C63FCB9AE}"/>
              </a:ext>
            </a:extLst>
          </p:cNvPr>
          <p:cNvCxnSpPr/>
          <p:nvPr/>
        </p:nvCxnSpPr>
        <p:spPr>
          <a:xfrm>
            <a:off x="6591300" y="3614056"/>
            <a:ext cx="571500" cy="158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E7D4137-4145-98CC-682C-C73FABFB68FA}"/>
              </a:ext>
            </a:extLst>
          </p:cNvPr>
          <p:cNvSpPr txBox="1"/>
          <p:nvPr/>
        </p:nvSpPr>
        <p:spPr>
          <a:xfrm>
            <a:off x="6705600" y="35814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98066675"/>
      </p:ext>
    </p:extLst>
  </p:cSld>
  <p:clrMapOvr>
    <a:masterClrMapping/>
  </p:clrMapOvr>
  <p:transition spd="slow"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3266" y="218077"/>
            <a:ext cx="7772400" cy="11430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he-IL" sz="3200" dirty="0"/>
              <a:t>דוגמה: תרגום מסכמת מעגל לוגי למערכת מעברים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ounded Rectangle 65"/>
              <p:cNvSpPr/>
              <p:nvPr/>
            </p:nvSpPr>
            <p:spPr>
              <a:xfrm>
                <a:off x="5025305" y="19050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0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6" name="Rounded 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5305" y="1905000"/>
                <a:ext cx="1524000" cy="4572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0" name="Shape 69"/>
          <p:cNvCxnSpPr>
            <a:stCxn id="66" idx="2"/>
            <a:endCxn id="66" idx="1"/>
          </p:cNvCxnSpPr>
          <p:nvPr/>
        </p:nvCxnSpPr>
        <p:spPr>
          <a:xfrm rot="5400000" flipH="1">
            <a:off x="5292005" y="1866900"/>
            <a:ext cx="228600" cy="762000"/>
          </a:xfrm>
          <a:prstGeom prst="bentConnector4">
            <a:avLst>
              <a:gd name="adj1" fmla="val -100000"/>
              <a:gd name="adj2" fmla="val 130000"/>
            </a:avLst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1" name="Rounded Rectangle 70"/>
              <p:cNvSpPr/>
              <p:nvPr/>
            </p:nvSpPr>
            <p:spPr>
              <a:xfrm>
                <a:off x="7162800" y="19050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0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1" name="Rounded Rectangle 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1905000"/>
                <a:ext cx="1524000" cy="4572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3" name="Straight Arrow Connector 72"/>
          <p:cNvCxnSpPr>
            <a:stCxn id="66" idx="3"/>
            <a:endCxn id="71" idx="1"/>
          </p:cNvCxnSpPr>
          <p:nvPr/>
        </p:nvCxnSpPr>
        <p:spPr>
          <a:xfrm>
            <a:off x="6549305" y="2133600"/>
            <a:ext cx="613495" cy="0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5" name="Straight Arrow Connector 74"/>
          <p:cNvCxnSpPr>
            <a:endCxn id="66" idx="0"/>
          </p:cNvCxnSpPr>
          <p:nvPr/>
        </p:nvCxnSpPr>
        <p:spPr>
          <a:xfrm rot="5400000">
            <a:off x="5634905" y="1752600"/>
            <a:ext cx="304800" cy="1588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>
            <a:endCxn id="71" idx="0"/>
          </p:cNvCxnSpPr>
          <p:nvPr/>
        </p:nvCxnSpPr>
        <p:spPr>
          <a:xfrm rot="5400000">
            <a:off x="7773194" y="1752600"/>
            <a:ext cx="304006" cy="794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Rounded Rectangle 78"/>
              <p:cNvSpPr/>
              <p:nvPr/>
            </p:nvSpPr>
            <p:spPr>
              <a:xfrm>
                <a:off x="5067300" y="32766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1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0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79" name="Rounded Rectangle 7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67300" y="3276600"/>
                <a:ext cx="1524000" cy="457200"/>
              </a:xfrm>
              <a:prstGeom prst="roundRect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Shape 85"/>
          <p:cNvCxnSpPr>
            <a:stCxn id="79" idx="2"/>
            <a:endCxn id="79" idx="1"/>
          </p:cNvCxnSpPr>
          <p:nvPr/>
        </p:nvCxnSpPr>
        <p:spPr>
          <a:xfrm rot="5400000" flipH="1">
            <a:off x="5334000" y="3238500"/>
            <a:ext cx="228600" cy="762000"/>
          </a:xfrm>
          <a:prstGeom prst="bentConnector4">
            <a:avLst>
              <a:gd name="adj1" fmla="val -216667"/>
              <a:gd name="adj2" fmla="val 130000"/>
            </a:avLst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Rounded Rectangle 86"/>
              <p:cNvSpPr/>
              <p:nvPr/>
            </p:nvSpPr>
            <p:spPr>
              <a:xfrm>
                <a:off x="7162800" y="3276600"/>
                <a:ext cx="1524000" cy="457200"/>
              </a:xfrm>
              <a:prstGeom prst="roundRect">
                <a:avLst/>
              </a:prstGeom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 smtClean="0">
                          <a:latin typeface="Cambria Math"/>
                        </a:rPr>
                        <m:t>1</m:t>
                      </m:r>
                      <m:r>
                        <a:rPr lang="en-US" i="1" dirty="0" smtClean="0">
                          <a:latin typeface="Cambria Math"/>
                        </a:rPr>
                        <m:t>,</m:t>
                      </m:r>
                      <m:r>
                        <a:rPr lang="en-US" i="1" dirty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=</m:t>
                      </m:r>
                      <m:r>
                        <a:rPr lang="en-US" i="1" dirty="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87" name="Rounded Rectangle 8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62800" y="3276600"/>
                <a:ext cx="1524000" cy="457200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28575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5" name="Straight Arrow Connector 94"/>
          <p:cNvCxnSpPr/>
          <p:nvPr/>
        </p:nvCxnSpPr>
        <p:spPr>
          <a:xfrm>
            <a:off x="6591300" y="3420836"/>
            <a:ext cx="571500" cy="1588"/>
          </a:xfrm>
          <a:prstGeom prst="straightConnector1">
            <a:avLst/>
          </a:prstGeom>
          <a:ln w="28575">
            <a:headEnd type="arrow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/>
          <p:cNvCxnSpPr>
            <a:stCxn id="71" idx="2"/>
            <a:endCxn id="87" idx="0"/>
          </p:cNvCxnSpPr>
          <p:nvPr/>
        </p:nvCxnSpPr>
        <p:spPr>
          <a:xfrm rot="5400000">
            <a:off x="7467600" y="2819400"/>
            <a:ext cx="914400" cy="1588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/>
          <p:cNvCxnSpPr/>
          <p:nvPr/>
        </p:nvCxnSpPr>
        <p:spPr>
          <a:xfrm rot="5400000">
            <a:off x="6438900" y="2476500"/>
            <a:ext cx="914400" cy="685800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/>
              <p:cNvSpPr txBox="1"/>
              <p:nvPr/>
            </p:nvSpPr>
            <p:spPr>
              <a:xfrm>
                <a:off x="8319980" y="2354064"/>
                <a:ext cx="5571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i="1" dirty="0" smtClean="0">
                          <a:latin typeface="Cambria Math"/>
                        </a:rPr>
                        <m:t>𝑥</m:t>
                      </m:r>
                      <m:r>
                        <a:rPr lang="en-US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3" name="TextBox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9980" y="2354064"/>
                <a:ext cx="557139" cy="369332"/>
              </a:xfrm>
              <a:prstGeom prst="rect">
                <a:avLst/>
              </a:prstGeom>
              <a:blipFill>
                <a:blip r:embed="rId6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7983662" y="3721338"/>
                <a:ext cx="97815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i="1" dirty="0" err="1" smtClean="0">
                          <a:latin typeface="Cambria Math"/>
                        </a:rPr>
                        <m:t>𝑥</m:t>
                      </m:r>
                      <m:r>
                        <a:rPr lang="en-US" i="1" dirty="0" err="1" smtClean="0">
                          <a:latin typeface="Cambria Math"/>
                        </a:rPr>
                        <m:t>,</m:t>
                      </m:r>
                      <m:r>
                        <a:rPr lang="en-US" i="1" dirty="0" err="1" smtClean="0">
                          <a:latin typeface="Cambria Math"/>
                        </a:rPr>
                        <m:t>𝑟</m:t>
                      </m:r>
                      <m:r>
                        <a:rPr lang="en-US" i="1" dirty="0" err="1" smtClean="0">
                          <a:latin typeface="Cambria Math"/>
                        </a:rPr>
                        <m:t>,</m:t>
                      </m:r>
                      <m:r>
                        <a:rPr lang="en-US" i="1" dirty="0" err="1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83662" y="3721338"/>
                <a:ext cx="978153" cy="369332"/>
              </a:xfrm>
              <a:prstGeom prst="rect">
                <a:avLst/>
              </a:prstGeom>
              <a:blipFill>
                <a:blip r:embed="rId7"/>
                <a:stretch>
                  <a:fillRect b="-1639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6175598" y="2319556"/>
                <a:ext cx="5605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i="1" dirty="0" smtClean="0">
                          <a:latin typeface="Cambria Math"/>
                        </a:rPr>
                        <m:t>𝑦</m:t>
                      </m:r>
                      <m:r>
                        <a:rPr lang="en-US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598" y="2319556"/>
                <a:ext cx="560538" cy="369332"/>
              </a:xfrm>
              <a:prstGeom prst="rect">
                <a:avLst/>
              </a:prstGeom>
              <a:blipFill>
                <a:blip r:embed="rId8"/>
                <a:stretch>
                  <a:fillRect b="-18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/>
              <p:cNvSpPr txBox="1"/>
              <p:nvPr/>
            </p:nvSpPr>
            <p:spPr>
              <a:xfrm>
                <a:off x="6102482" y="3733800"/>
                <a:ext cx="54078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{</m:t>
                      </m:r>
                      <m:r>
                        <a:rPr lang="en-US" i="1" dirty="0" smtClean="0">
                          <a:latin typeface="Cambria Math"/>
                        </a:rPr>
                        <m:t>𝑟</m:t>
                      </m:r>
                      <m:r>
                        <a:rPr lang="en-US" i="1" dirty="0" smtClean="0">
                          <a:latin typeface="Cambria Math"/>
                        </a:rPr>
                        <m:t>}</m:t>
                      </m:r>
                    </m:oMath>
                  </m:oMathPara>
                </a14:m>
                <a:endParaRPr lang="en-US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116" name="TextBox 1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2482" y="3733800"/>
                <a:ext cx="540789" cy="369332"/>
              </a:xfrm>
              <a:prstGeom prst="rect">
                <a:avLst/>
              </a:prstGeom>
              <a:blipFill>
                <a:blip r:embed="rId9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E3DAB9DA-84F9-45EC-A1D4-01A166BFD3A6}" type="slidenum">
              <a:rPr lang="he-IL" smtClean="0"/>
              <a:pPr algn="l"/>
              <a:t>10</a:t>
            </a:fld>
            <a:endParaRPr lang="he-IL"/>
          </a:p>
        </p:txBody>
      </p:sp>
      <p:cxnSp>
        <p:nvCxnSpPr>
          <p:cNvPr id="4" name="Elbow Connector 3"/>
          <p:cNvCxnSpPr>
            <a:stCxn id="87" idx="2"/>
            <a:endCxn id="87" idx="3"/>
          </p:cNvCxnSpPr>
          <p:nvPr/>
        </p:nvCxnSpPr>
        <p:spPr>
          <a:xfrm rot="5400000" flipH="1" flipV="1">
            <a:off x="8191500" y="3238500"/>
            <a:ext cx="228600" cy="762000"/>
          </a:xfrm>
          <a:prstGeom prst="bentConnector4">
            <a:avLst>
              <a:gd name="adj1" fmla="val -228571"/>
              <a:gd name="adj2" fmla="val 130000"/>
            </a:avLst>
          </a:prstGeom>
          <a:ln w="28575">
            <a:tailEnd type="arrow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6591300" y="3614056"/>
            <a:ext cx="571500" cy="1588"/>
          </a:xfrm>
          <a:prstGeom prst="straightConnector1">
            <a:avLst/>
          </a:prstGeom>
          <a:ln w="28575">
            <a:headEnd type="none" w="med" len="med"/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Picture 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4030" y="1788855"/>
            <a:ext cx="3847332" cy="2286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151299" y="2590800"/>
            <a:ext cx="309701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705600" y="17526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924800" y="24384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6781800" y="23622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305800" y="42672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6781800" y="31242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6705600" y="35814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1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5181600" y="4191000"/>
            <a:ext cx="309700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l" rtl="0"/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0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653" y="4756097"/>
            <a:ext cx="7559291" cy="1800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בכל צעד (תִּקְתּוּק שעון):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מעדכנים את ערכי האוגרים </a:t>
            </a:r>
            <a:r>
              <a:rPr lang="he-IL" sz="2400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לפי הקלט הקודם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קובעים את הפלט</a:t>
            </a:r>
          </a:p>
          <a:p>
            <a:pPr marL="800100" lvl="1" indent="-342900">
              <a:spcAft>
                <a:spcPts val="600"/>
              </a:spcAft>
              <a:buFont typeface="+mj-lt"/>
              <a:buAutoNum type="arabicPeriod"/>
            </a:pP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קוראים קלט חדש</a:t>
            </a:r>
          </a:p>
        </p:txBody>
      </p:sp>
      <p:pic>
        <p:nvPicPr>
          <p:cNvPr id="1026" name="Picture 2" descr="Image result for execution cycle"/>
          <p:cNvPicPr>
            <a:picLocks noChangeAspect="1" noChangeArrowheads="1"/>
          </p:cNvPicPr>
          <p:nvPr/>
        </p:nvPicPr>
        <p:blipFill rotWithShape="1">
          <a:blip r:embed="rId11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263" t="8893" r="23403" b="11068"/>
          <a:stretch/>
        </p:blipFill>
        <p:spPr bwMode="auto">
          <a:xfrm>
            <a:off x="172528" y="4763073"/>
            <a:ext cx="2078862" cy="17540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2299715" y="3570308"/>
                <a:ext cx="23596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9715" y="3570308"/>
                <a:ext cx="235962" cy="369332"/>
              </a:xfrm>
              <a:prstGeom prst="rect">
                <a:avLst/>
              </a:prstGeom>
              <a:blipFill>
                <a:blip r:embed="rId12"/>
                <a:stretch>
                  <a:fillRect r="-10256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/>
              <p:cNvSpPr txBox="1"/>
              <p:nvPr/>
            </p:nvSpPr>
            <p:spPr>
              <a:xfrm>
                <a:off x="4046897" y="1905000"/>
                <a:ext cx="235962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7" name="Text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6897" y="1905000"/>
                <a:ext cx="235962" cy="369332"/>
              </a:xfrm>
              <a:prstGeom prst="rect">
                <a:avLst/>
              </a:prstGeom>
              <a:blipFill>
                <a:blip r:embed="rId13"/>
                <a:stretch>
                  <a:fillRect r="-28205" b="-3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519907" y="1820174"/>
                <a:ext cx="216299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907" y="1820174"/>
                <a:ext cx="216299" cy="276999"/>
              </a:xfrm>
              <a:prstGeom prst="rect">
                <a:avLst/>
              </a:prstGeom>
              <a:blipFill>
                <a:blip r:embed="rId14"/>
                <a:stretch>
                  <a:fillRect l="-8333" r="-2778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3619586"/>
      </p:ext>
    </p:extLst>
  </p:cSld>
  <p:clrMapOvr>
    <a:masterClrMapping/>
  </p:clrMapOvr>
  <p:transition spd="slow">
    <p:wipe dir="r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תִּיּוּג המצבים לפסוקים אטומיים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371600"/>
                <a:ext cx="8229600" cy="5181600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lnSpc>
                    <a:spcPct val="130000"/>
                  </a:lnSpc>
                  <a:spcBef>
                    <a:spcPts val="1800"/>
                  </a:spcBef>
                  <a:spcAft>
                    <a:spcPts val="1200"/>
                  </a:spcAft>
                  <a:buNone/>
                </a:pPr>
                <a:r>
                  <a:rPr lang="he-IL" dirty="0">
                    <a:solidFill>
                      <a:srgbClr val="FF0000"/>
                    </a:solidFill>
                  </a:rPr>
                  <a:t>שתי אפשרויות לתִּיּוּג המצבים</a:t>
                </a:r>
                <a:r>
                  <a:rPr lang="he-IL" dirty="0"/>
                  <a:t>:</a:t>
                </a:r>
              </a:p>
              <a:p>
                <a:pPr lvl="1">
                  <a:lnSpc>
                    <a:spcPct val="130000"/>
                  </a:lnSpc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he-IL" dirty="0"/>
                  <a:t>נבחר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𝐴𝑃</m:t>
                    </m:r>
                    <m:r>
                      <a:rPr lang="en-US" i="1" dirty="0" smtClean="0">
                        <a:latin typeface="Cambria Math"/>
                      </a:rPr>
                      <m:t>={</m:t>
                    </m:r>
                    <m:r>
                      <a:rPr lang="en-US" i="1" dirty="0" err="1" smtClean="0">
                        <a:latin typeface="Cambria Math"/>
                      </a:rPr>
                      <m:t>𝑥</m:t>
                    </m:r>
                    <m:r>
                      <a:rPr lang="en-US" i="1" dirty="0" err="1" smtClean="0">
                        <a:latin typeface="Cambria Math"/>
                      </a:rPr>
                      <m:t>,</m:t>
                    </m:r>
                    <m:r>
                      <a:rPr lang="en-US" i="1" dirty="0" err="1" smtClean="0">
                        <a:latin typeface="Cambria Math"/>
                      </a:rPr>
                      <m:t>𝑦</m:t>
                    </m:r>
                    <m:r>
                      <a:rPr lang="en-US" i="1" dirty="0" err="1" smtClean="0">
                        <a:latin typeface="Cambria Math"/>
                      </a:rPr>
                      <m:t>,</m:t>
                    </m:r>
                    <m:r>
                      <a:rPr lang="en-US" i="1" dirty="0" err="1" smtClean="0"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latin typeface="Cambria Math"/>
                      </a:rPr>
                      <m:t>}</m:t>
                    </m:r>
                  </m:oMath>
                </a14:m>
                <a:endParaRPr lang="en-US" dirty="0">
                  <a:latin typeface="Calibri"/>
                </a:endParaRPr>
              </a:p>
              <a:p>
                <a:pPr lvl="2">
                  <a:lnSpc>
                    <a:spcPct val="13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𝐿</m:t>
                    </m:r>
                    <m:r>
                      <a:rPr lang="en-US" i="1" dirty="0" smtClean="0">
                        <a:latin typeface="Cambria Math"/>
                      </a:rPr>
                      <m:t>(〈</m:t>
                    </m:r>
                    <m:r>
                      <a:rPr lang="en-US" i="1" dirty="0" err="1" smtClean="0">
                        <a:solidFill>
                          <a:srgbClr val="2E41FA"/>
                        </a:solidFill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0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,  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1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〉)={</m:t>
                    </m:r>
                    <m:r>
                      <a:rPr lang="en-US" i="1" dirty="0" smtClean="0"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latin typeface="Cambria Math"/>
                      </a:rPr>
                      <m:t>} </m:t>
                    </m:r>
                  </m:oMath>
                </a14:m>
                <a:r>
                  <a:rPr lang="en-US" dirty="0">
                    <a:latin typeface="Calibri"/>
                  </a:rPr>
                  <a:t>	</a:t>
                </a:r>
                <a:r>
                  <a:rPr lang="en-US" dirty="0">
                    <a:latin typeface="cmmi1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𝐿</m:t>
                    </m:r>
                    <m:r>
                      <a:rPr lang="en-US" i="1" dirty="0" smtClean="0">
                        <a:latin typeface="Cambria Math"/>
                      </a:rPr>
                      <m:t>(〈</m:t>
                    </m:r>
                    <m:r>
                      <a:rPr lang="en-US" i="1" dirty="0" err="1" smtClean="0">
                        <a:solidFill>
                          <a:srgbClr val="2E41FA"/>
                        </a:solidFill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1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,  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1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〉)={</m:t>
                    </m:r>
                    <m:r>
                      <a:rPr lang="en-US" i="1" dirty="0" err="1" smtClean="0">
                        <a:latin typeface="Cambria Math"/>
                      </a:rPr>
                      <m:t>𝑥</m:t>
                    </m:r>
                    <m:r>
                      <a:rPr lang="en-US" i="1" dirty="0" err="1" smtClean="0">
                        <a:latin typeface="Cambria Math"/>
                      </a:rPr>
                      <m:t>,</m:t>
                    </m:r>
                    <m:r>
                      <a:rPr lang="en-US" i="1" dirty="0" err="1" smtClean="0">
                        <a:latin typeface="Cambria Math"/>
                      </a:rPr>
                      <m:t>𝑟</m:t>
                    </m:r>
                    <m:r>
                      <a:rPr lang="en-US" i="1" dirty="0" err="1" smtClean="0">
                        <a:latin typeface="Cambria Math"/>
                      </a:rPr>
                      <m:t>,</m:t>
                    </m:r>
                    <m:r>
                      <a:rPr lang="en-US" i="1" dirty="0" err="1" smtClean="0">
                        <a:latin typeface="Cambria Math"/>
                      </a:rPr>
                      <m:t>𝑦</m:t>
                    </m:r>
                    <m:r>
                      <a:rPr lang="en-US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he-IL" dirty="0"/>
                  <a:t> </a:t>
                </a:r>
                <a:endParaRPr lang="en-US" dirty="0"/>
              </a:p>
              <a:p>
                <a:pPr lvl="2">
                  <a:lnSpc>
                    <a:spcPct val="13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𝐿</m:t>
                    </m:r>
                    <m:r>
                      <a:rPr lang="en-US" i="1" dirty="0" smtClean="0">
                        <a:latin typeface="Cambria Math"/>
                      </a:rPr>
                      <m:t>(〈</m:t>
                    </m:r>
                    <m:r>
                      <a:rPr lang="en-US" i="1" dirty="0" err="1" smtClean="0">
                        <a:solidFill>
                          <a:srgbClr val="2E41FA"/>
                        </a:solidFill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0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,  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0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〉)={</m:t>
                    </m:r>
                    <m:r>
                      <a:rPr lang="en-US" i="1" dirty="0" smtClean="0">
                        <a:latin typeface="Cambria Math"/>
                      </a:rPr>
                      <m:t>𝑦</m:t>
                    </m:r>
                    <m:r>
                      <a:rPr lang="en-US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he-IL" dirty="0"/>
                  <a:t>  </a:t>
                </a: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𝐿</m:t>
                    </m:r>
                    <m:r>
                      <a:rPr lang="en-US" i="1" dirty="0" smtClean="0">
                        <a:latin typeface="Cambria Math"/>
                      </a:rPr>
                      <m:t>(〈</m:t>
                    </m:r>
                    <m:r>
                      <a:rPr lang="en-US" i="1" dirty="0" err="1" smtClean="0">
                        <a:solidFill>
                          <a:srgbClr val="2E41FA"/>
                        </a:solidFill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1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,  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0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〉)={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}</m:t>
                    </m:r>
                  </m:oMath>
                </a14:m>
                <a:endParaRPr lang="en-US" dirty="0"/>
              </a:p>
              <a:p>
                <a:pPr lvl="2">
                  <a:lnSpc>
                    <a:spcPct val="13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he-IL" dirty="0"/>
                  <a:t>תכונה לדוגמה: "ברגע שהאוגר הוא אחד הוא נשאר אחד"</a:t>
                </a:r>
                <a:endParaRPr lang="en-US" dirty="0"/>
              </a:p>
              <a:p>
                <a:pPr lvl="1">
                  <a:lnSpc>
                    <a:spcPct val="130000"/>
                  </a:lnSpc>
                  <a:spcBef>
                    <a:spcPts val="3000"/>
                  </a:spcBef>
                  <a:spcAft>
                    <a:spcPts val="1200"/>
                  </a:spcAft>
                </a:pPr>
                <a:r>
                  <a:rPr lang="he-IL" dirty="0"/>
                  <a:t>נבחר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𝐴𝑃</m:t>
                    </m:r>
                    <m:r>
                      <a:rPr lang="en-US" i="1" dirty="0" smtClean="0">
                        <a:latin typeface="Cambria Math"/>
                      </a:rPr>
                      <m:t>={</m:t>
                    </m:r>
                    <m:r>
                      <a:rPr lang="en-US" i="1" dirty="0" err="1" smtClean="0">
                        <a:latin typeface="Cambria Math"/>
                      </a:rPr>
                      <m:t>𝑥</m:t>
                    </m:r>
                    <m:r>
                      <a:rPr lang="en-US" i="1" dirty="0" err="1" smtClean="0">
                        <a:latin typeface="Cambria Math"/>
                      </a:rPr>
                      <m:t>,</m:t>
                    </m:r>
                    <m:r>
                      <a:rPr lang="en-US" i="1" dirty="0" err="1" smtClean="0">
                        <a:latin typeface="Cambria Math"/>
                      </a:rPr>
                      <m:t>𝑦</m:t>
                    </m:r>
                    <m:r>
                      <a:rPr lang="en-US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he-IL" dirty="0"/>
                  <a:t> – עכשיו ערכי האוגר "בלתי נראים"</a:t>
                </a:r>
              </a:p>
              <a:p>
                <a:pPr lvl="2">
                  <a:lnSpc>
                    <a:spcPct val="13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𝐿</m:t>
                    </m:r>
                    <m:r>
                      <a:rPr lang="en-US" i="1" dirty="0" smtClean="0">
                        <a:latin typeface="Cambria Math"/>
                      </a:rPr>
                      <m:t>(〈</m:t>
                    </m:r>
                    <m:r>
                      <a:rPr lang="en-US" i="1" dirty="0" err="1" smtClean="0">
                        <a:solidFill>
                          <a:srgbClr val="2E41FA"/>
                        </a:solidFill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0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,  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1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〉)=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∅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     </m:t>
                    </m:r>
                  </m:oMath>
                </a14:m>
                <a:r>
                  <a:rPr lang="en-US" dirty="0">
                    <a:latin typeface="cmsy10"/>
                  </a:rPr>
                  <a:t>	</a:t>
                </a:r>
                <a:r>
                  <a:rPr lang="en-US" dirty="0">
                    <a:latin typeface="cmmi1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𝐿</m:t>
                    </m:r>
                    <m:r>
                      <a:rPr lang="en-US" i="1" dirty="0" smtClean="0">
                        <a:latin typeface="Cambria Math"/>
                      </a:rPr>
                      <m:t>(〈</m:t>
                    </m:r>
                    <m:r>
                      <a:rPr lang="en-US" i="1" dirty="0" err="1" smtClean="0">
                        <a:solidFill>
                          <a:srgbClr val="2E41FA"/>
                        </a:solidFill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1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,  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1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〉)={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latin typeface="Cambria Math"/>
                      </a:rPr>
                      <m:t>𝑦</m:t>
                    </m:r>
                    <m:r>
                      <a:rPr lang="en-US" i="1" dirty="0" smtClean="0">
                        <a:latin typeface="Cambria Math"/>
                      </a:rPr>
                      <m:t>}</m:t>
                    </m:r>
                  </m:oMath>
                </a14:m>
                <a:endParaRPr lang="en-US" dirty="0"/>
              </a:p>
              <a:p>
                <a:pPr lvl="2">
                  <a:lnSpc>
                    <a:spcPct val="13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𝐿</m:t>
                    </m:r>
                    <m:r>
                      <a:rPr lang="en-US" i="1" dirty="0" smtClean="0">
                        <a:latin typeface="Cambria Math"/>
                      </a:rPr>
                      <m:t>(〈</m:t>
                    </m:r>
                    <m:r>
                      <a:rPr lang="en-US" i="1" dirty="0" err="1" smtClean="0">
                        <a:solidFill>
                          <a:srgbClr val="2E41FA"/>
                        </a:solidFill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0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,  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0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〉)={</m:t>
                    </m:r>
                    <m:r>
                      <a:rPr lang="en-US" i="1" dirty="0" smtClean="0">
                        <a:latin typeface="Cambria Math"/>
                      </a:rPr>
                      <m:t>𝑦</m:t>
                    </m:r>
                    <m:r>
                      <a:rPr lang="en-US" i="1" dirty="0" smtClean="0">
                        <a:latin typeface="Cambria Math"/>
                      </a:rPr>
                      <m:t>} </m:t>
                    </m:r>
                  </m:oMath>
                </a14:m>
                <a:r>
                  <a:rPr lang="en-US" dirty="0"/>
                  <a:t>	 </a:t>
                </a:r>
                <a:r>
                  <a:rPr lang="en-US" dirty="0">
                    <a:latin typeface="cmmi1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𝐿</m:t>
                    </m:r>
                    <m:r>
                      <a:rPr lang="en-US" i="1" dirty="0" smtClean="0">
                        <a:latin typeface="Cambria Math"/>
                      </a:rPr>
                      <m:t>(〈</m:t>
                    </m:r>
                    <m:r>
                      <a:rPr lang="en-US" i="1" dirty="0" err="1" smtClean="0">
                        <a:solidFill>
                          <a:srgbClr val="2E41FA"/>
                        </a:solidFill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1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,  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𝑟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=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0</m:t>
                    </m:r>
                    <m:r>
                      <a:rPr lang="en-US" i="1" dirty="0" smtClean="0">
                        <a:solidFill>
                          <a:srgbClr val="2E41FA"/>
                        </a:solidFill>
                        <a:latin typeface="Cambria Math"/>
                      </a:rPr>
                      <m:t>〉)={</m:t>
                    </m:r>
                    <m:r>
                      <a:rPr lang="en-US" i="1" dirty="0" smtClean="0">
                        <a:latin typeface="Cambria Math"/>
                      </a:rPr>
                      <m:t>𝑥</m:t>
                    </m:r>
                    <m:r>
                      <a:rPr lang="en-US" i="1" dirty="0" smtClean="0">
                        <a:latin typeface="Cambria Math"/>
                      </a:rPr>
                      <m:t>}</m:t>
                    </m:r>
                  </m:oMath>
                </a14:m>
                <a:endParaRPr lang="he-IL" dirty="0"/>
              </a:p>
              <a:p>
                <a:pPr lvl="2">
                  <a:lnSpc>
                    <a:spcPct val="13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he-IL" dirty="0"/>
                  <a:t>תכונה לדוגמה: "ערך משתנה הפלט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𝑦</m:t>
                    </m:r>
                  </m:oMath>
                </a14:m>
                <a:r>
                  <a:rPr lang="he-IL" dirty="0">
                    <a:latin typeface="cmmi10"/>
                  </a:rPr>
                  <a:t> מתחלף אינסוף פעמים"</a:t>
                </a:r>
              </a:p>
              <a:p>
                <a:pPr lvl="2">
                  <a:lnSpc>
                    <a:spcPct val="13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r>
                  <a:rPr lang="he-IL" dirty="0">
                    <a:latin typeface="cmmi10"/>
                  </a:rPr>
                  <a:t>אי אפשר לתאר תכונות המתייחסות לערך האוגר</a:t>
                </a:r>
                <a:endParaRPr lang="en-US" dirty="0">
                  <a:latin typeface="cmmi10"/>
                </a:endParaRPr>
              </a:p>
              <a:p>
                <a:pPr lvl="2">
                  <a:lnSpc>
                    <a:spcPct val="13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endParaRPr lang="he-IL" dirty="0">
                  <a:latin typeface="Calibri"/>
                </a:endParaRPr>
              </a:p>
              <a:p>
                <a:pPr>
                  <a:lnSpc>
                    <a:spcPct val="13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endParaRPr lang="he-IL" dirty="0"/>
              </a:p>
              <a:p>
                <a:pPr lvl="1">
                  <a:lnSpc>
                    <a:spcPct val="130000"/>
                  </a:lnSpc>
                  <a:spcBef>
                    <a:spcPts val="0"/>
                  </a:spcBef>
                  <a:spcAft>
                    <a:spcPts val="1200"/>
                  </a:spcAft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371600"/>
                <a:ext cx="8229600" cy="5181600"/>
              </a:xfrm>
              <a:blipFill>
                <a:blip r:embed="rId2"/>
                <a:stretch>
                  <a:fillRect t="-471" r="-741" b="-1423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11</a:t>
            </a:fld>
            <a:endParaRPr lang="he-IL"/>
          </a:p>
        </p:txBody>
      </p:sp>
      <p:pic>
        <p:nvPicPr>
          <p:cNvPr id="2050" name="Picture 2" descr="http://3.bp.blogspot.com/_h5XtZqGxM3M/TQTaVZhrnfI/AAAAAAAABVw/TIAks5LAC-I/s1600/tag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143000"/>
            <a:ext cx="2305050" cy="20464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681200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דוגמה נוספת: חוט בודד</a:t>
            </a:r>
            <a:endParaRPr lang="en-US" dirty="0"/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E3DAB9DA-84F9-45EC-A1D4-01A166BFD3A6}" type="slidenum">
              <a:rPr lang="he-IL" smtClean="0"/>
              <a:pPr algn="l"/>
              <a:t>12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14075" y="4546783"/>
                <a:ext cx="23519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𝑢𝑝𝑑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&lt;&gt;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𝑡𝑟𝑖𝑣𝑖𝑎𝑙</m:t>
                      </m:r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75" y="4546783"/>
                <a:ext cx="2351926" cy="369332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978266" y="2032845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266" y="2032845"/>
                <a:ext cx="91440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5206866" y="1752600"/>
            <a:ext cx="0" cy="28024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6959466" y="2032845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/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66" y="2032845"/>
                <a:ext cx="9144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/>
          <p:cNvCxnSpPr>
            <a:cxnSpLocks/>
          </p:cNvCxnSpPr>
          <p:nvPr/>
        </p:nvCxnSpPr>
        <p:spPr>
          <a:xfrm flipH="1" flipV="1">
            <a:off x="5892666" y="2433739"/>
            <a:ext cx="1066801" cy="899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214956" y="2490045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4956" y="2490045"/>
                <a:ext cx="3642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7514099" y="2789097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099" y="2789097"/>
                <a:ext cx="36420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/>
          <p:cNvCxnSpPr>
            <a:stCxn id="5" idx="3"/>
            <a:endCxn id="60" idx="1"/>
          </p:cNvCxnSpPr>
          <p:nvPr/>
        </p:nvCxnSpPr>
        <p:spPr>
          <a:xfrm>
            <a:off x="5892666" y="2261445"/>
            <a:ext cx="10668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/>
              <p:cNvSpPr/>
              <p:nvPr/>
            </p:nvSpPr>
            <p:spPr>
              <a:xfrm>
                <a:off x="6167765" y="1926044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Rectangle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765" y="1926044"/>
                <a:ext cx="36420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Elbow Connector 27"/>
          <p:cNvCxnSpPr>
            <a:stCxn id="5" idx="2"/>
            <a:endCxn id="5" idx="1"/>
          </p:cNvCxnSpPr>
          <p:nvPr/>
        </p:nvCxnSpPr>
        <p:spPr>
          <a:xfrm rot="5400000" flipH="1">
            <a:off x="5092566" y="2147145"/>
            <a:ext cx="228600" cy="457200"/>
          </a:xfrm>
          <a:prstGeom prst="bentConnector4">
            <a:avLst>
              <a:gd name="adj1" fmla="val -100000"/>
              <a:gd name="adj2" fmla="val 15000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/>
              <p:cNvSpPr/>
              <p:nvPr/>
            </p:nvSpPr>
            <p:spPr>
              <a:xfrm>
                <a:off x="4442604" y="2305379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Rectangle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604" y="2305379"/>
                <a:ext cx="36420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Arrow Connector 87"/>
          <p:cNvCxnSpPr>
            <a:endCxn id="60" idx="0"/>
          </p:cNvCxnSpPr>
          <p:nvPr/>
        </p:nvCxnSpPr>
        <p:spPr>
          <a:xfrm>
            <a:off x="7416666" y="1785921"/>
            <a:ext cx="0" cy="2469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cxnSpLocks/>
          </p:cNvCxnSpPr>
          <p:nvPr/>
        </p:nvCxnSpPr>
        <p:spPr>
          <a:xfrm rot="5400000" flipH="1" flipV="1">
            <a:off x="7530966" y="2175824"/>
            <a:ext cx="228600" cy="457200"/>
          </a:xfrm>
          <a:prstGeom prst="bentConnector4">
            <a:avLst>
              <a:gd name="adj1" fmla="val -100000"/>
              <a:gd name="adj2" fmla="val 15000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/>
              <p:cNvSpPr txBox="1"/>
              <p:nvPr/>
            </p:nvSpPr>
            <p:spPr>
              <a:xfrm>
                <a:off x="141274" y="4979811"/>
                <a:ext cx="199169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𝑢𝑡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&lt;&gt;,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55" name="TextBox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74" y="4979811"/>
                <a:ext cx="1991699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5AE71BE-5596-1544-9AAE-AA1770684FB3}"/>
              </a:ext>
            </a:extLst>
          </p:cNvPr>
          <p:cNvCxnSpPr/>
          <p:nvPr/>
        </p:nvCxnSpPr>
        <p:spPr>
          <a:xfrm>
            <a:off x="1371182" y="2315397"/>
            <a:ext cx="1676400" cy="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9E233AA-E59F-294E-85AF-28CE0537BFA0}"/>
              </a:ext>
            </a:extLst>
          </p:cNvPr>
          <p:cNvSpPr txBox="1"/>
          <p:nvPr/>
        </p:nvSpPr>
        <p:spPr>
          <a:xfrm>
            <a:off x="919976" y="2130731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C3C419-7FED-3949-9AA5-850D8CF9C194}"/>
              </a:ext>
            </a:extLst>
          </p:cNvPr>
          <p:cNvSpPr txBox="1"/>
          <p:nvPr/>
        </p:nvSpPr>
        <p:spPr>
          <a:xfrm>
            <a:off x="3056686" y="2149392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Y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B0D1DB-06B7-514F-B3CF-7C27EEE57DAB}"/>
              </a:ext>
            </a:extLst>
          </p:cNvPr>
          <p:cNvSpPr txBox="1"/>
          <p:nvPr/>
        </p:nvSpPr>
        <p:spPr>
          <a:xfrm>
            <a:off x="4216341" y="1704201"/>
            <a:ext cx="668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{}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BA9924-6467-7249-9793-7BB5B1D17087}"/>
              </a:ext>
            </a:extLst>
          </p:cNvPr>
          <p:cNvSpPr txBox="1"/>
          <p:nvPr/>
        </p:nvSpPr>
        <p:spPr>
          <a:xfrm>
            <a:off x="7439044" y="1648444"/>
            <a:ext cx="124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{X,Y}</a:t>
            </a:r>
          </a:p>
        </p:txBody>
      </p:sp>
    </p:spTree>
    <p:extLst>
      <p:ext uri="{BB962C8B-B14F-4D97-AF65-F5344CB8AC3E}">
        <p14:creationId xmlns:p14="http://schemas.microsoft.com/office/powerpoint/2010/main" val="3426821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דוגמה נוספת: מעגל מעכב</a:t>
            </a:r>
            <a:endParaRPr lang="en-US" dirty="0"/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E3DAB9DA-84F9-45EC-A1D4-01A166BFD3A6}" type="slidenum">
              <a:rPr lang="he-IL" smtClean="0"/>
              <a:pPr algn="l"/>
              <a:t>13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14075" y="4546783"/>
                <a:ext cx="20214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𝑢𝑝𝑑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75" y="4546783"/>
                <a:ext cx="2021451" cy="369332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978266" y="2032845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266" y="2032845"/>
                <a:ext cx="91440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5715000" y="1752600"/>
            <a:ext cx="0" cy="28024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6959466" y="2032845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66" y="2032845"/>
                <a:ext cx="9144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575115" y="3440613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115" y="3440613"/>
                <a:ext cx="364202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7514099" y="2789097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14099" y="2789097"/>
                <a:ext cx="364202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/>
          <p:cNvCxnSpPr>
            <a:stCxn id="5" idx="3"/>
            <a:endCxn id="60" idx="1"/>
          </p:cNvCxnSpPr>
          <p:nvPr/>
        </p:nvCxnSpPr>
        <p:spPr>
          <a:xfrm>
            <a:off x="5892666" y="2261445"/>
            <a:ext cx="10668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/>
              <p:cNvSpPr/>
              <p:nvPr/>
            </p:nvSpPr>
            <p:spPr>
              <a:xfrm>
                <a:off x="6167765" y="1926044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Rectangle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765" y="1926044"/>
                <a:ext cx="36420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Elbow Connector 27"/>
          <p:cNvCxnSpPr>
            <a:cxnSpLocks/>
            <a:stCxn id="5" idx="0"/>
            <a:endCxn id="5" idx="1"/>
          </p:cNvCxnSpPr>
          <p:nvPr/>
        </p:nvCxnSpPr>
        <p:spPr>
          <a:xfrm rot="16200000" flipH="1" flipV="1">
            <a:off x="5092566" y="1918545"/>
            <a:ext cx="228600" cy="457200"/>
          </a:xfrm>
          <a:prstGeom prst="bentConnector4">
            <a:avLst>
              <a:gd name="adj1" fmla="val -100000"/>
              <a:gd name="adj2" fmla="val 15000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/>
              <p:cNvSpPr/>
              <p:nvPr/>
            </p:nvSpPr>
            <p:spPr>
              <a:xfrm>
                <a:off x="4442604" y="2305379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Rectangle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604" y="2305379"/>
                <a:ext cx="364202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Arrow Connector 87"/>
          <p:cNvCxnSpPr>
            <a:endCxn id="60" idx="0"/>
          </p:cNvCxnSpPr>
          <p:nvPr/>
        </p:nvCxnSpPr>
        <p:spPr>
          <a:xfrm>
            <a:off x="7416666" y="1785921"/>
            <a:ext cx="0" cy="2469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Elbow Connector 43"/>
          <p:cNvCxnSpPr>
            <a:cxnSpLocks/>
            <a:stCxn id="60" idx="2"/>
            <a:endCxn id="35" idx="0"/>
          </p:cNvCxnSpPr>
          <p:nvPr/>
        </p:nvCxnSpPr>
        <p:spPr>
          <a:xfrm rot="5400000">
            <a:off x="6671196" y="3235515"/>
            <a:ext cx="1490941" cy="12700"/>
          </a:xfrm>
          <a:prstGeom prst="bentConnector3">
            <a:avLst>
              <a:gd name="adj1" fmla="val 5000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/>
              <p:cNvSpPr txBox="1"/>
              <p:nvPr/>
            </p:nvSpPr>
            <p:spPr>
              <a:xfrm>
                <a:off x="141274" y="4979811"/>
                <a:ext cx="198939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𝑢𝑡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55" name="TextBox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74" y="4979811"/>
                <a:ext cx="1989391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85AE71BE-5596-1544-9AAE-AA1770684FB3}"/>
              </a:ext>
            </a:extLst>
          </p:cNvPr>
          <p:cNvCxnSpPr>
            <a:cxnSpLocks/>
            <a:stCxn id="9" idx="3"/>
            <a:endCxn id="58" idx="1"/>
          </p:cNvCxnSpPr>
          <p:nvPr/>
        </p:nvCxnSpPr>
        <p:spPr>
          <a:xfrm>
            <a:off x="1300976" y="2315397"/>
            <a:ext cx="607818" cy="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9E233AA-E59F-294E-85AF-28CE0537BFA0}"/>
              </a:ext>
            </a:extLst>
          </p:cNvPr>
          <p:cNvSpPr txBox="1"/>
          <p:nvPr/>
        </p:nvSpPr>
        <p:spPr>
          <a:xfrm>
            <a:off x="919976" y="2130731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X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C3C419-7FED-3949-9AA5-850D8CF9C194}"/>
              </a:ext>
            </a:extLst>
          </p:cNvPr>
          <p:cNvSpPr txBox="1"/>
          <p:nvPr/>
        </p:nvSpPr>
        <p:spPr>
          <a:xfrm>
            <a:off x="1908794" y="2130731"/>
            <a:ext cx="381000" cy="369332"/>
          </a:xfrm>
          <a:prstGeom prst="rect">
            <a:avLst/>
          </a:prstGeom>
          <a:noFill/>
          <a:ln>
            <a:solidFill>
              <a:schemeClr val="dk1">
                <a:satMod val="1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L" dirty="0"/>
              <a:t>R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2B0D1DB-06B7-514F-B3CF-7C27EEE57DAB}"/>
              </a:ext>
            </a:extLst>
          </p:cNvPr>
          <p:cNvSpPr txBox="1"/>
          <p:nvPr/>
        </p:nvSpPr>
        <p:spPr>
          <a:xfrm>
            <a:off x="4108178" y="1523390"/>
            <a:ext cx="6688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{}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DBA9924-6467-7249-9793-7BB5B1D17087}"/>
              </a:ext>
            </a:extLst>
          </p:cNvPr>
          <p:cNvSpPr txBox="1"/>
          <p:nvPr/>
        </p:nvSpPr>
        <p:spPr>
          <a:xfrm>
            <a:off x="7206564" y="1660339"/>
            <a:ext cx="124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{R}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F0C5A3-D7B7-4947-9DAB-1A9335612B73}"/>
              </a:ext>
            </a:extLst>
          </p:cNvPr>
          <p:cNvSpPr txBox="1"/>
          <p:nvPr/>
        </p:nvSpPr>
        <p:spPr>
          <a:xfrm>
            <a:off x="2839157" y="2130731"/>
            <a:ext cx="381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Y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A5430444-A308-FB43-8279-3D26F2367778}"/>
              </a:ext>
            </a:extLst>
          </p:cNvPr>
          <p:cNvCxnSpPr>
            <a:cxnSpLocks/>
            <a:stCxn id="58" idx="3"/>
            <a:endCxn id="24" idx="1"/>
          </p:cNvCxnSpPr>
          <p:nvPr/>
        </p:nvCxnSpPr>
        <p:spPr>
          <a:xfrm>
            <a:off x="2289794" y="2315397"/>
            <a:ext cx="549363" cy="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F1553FE-85F5-3A4F-B875-8752C57EE63F}"/>
                  </a:ext>
                </a:extLst>
              </p:cNvPr>
              <p:cNvSpPr/>
              <p:nvPr/>
            </p:nvSpPr>
            <p:spPr>
              <a:xfrm>
                <a:off x="4978266" y="3980986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6F1553FE-85F5-3A4F-B875-8752C57EE63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266" y="3980986"/>
                <a:ext cx="914400" cy="45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8935A85-561F-214D-8F6B-B3B46C96D90B}"/>
                  </a:ext>
                </a:extLst>
              </p:cNvPr>
              <p:cNvSpPr/>
              <p:nvPr/>
            </p:nvSpPr>
            <p:spPr>
              <a:xfrm>
                <a:off x="6959466" y="3980986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98935A85-561F-214D-8F6B-B3B46C96D90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66" y="3980986"/>
                <a:ext cx="914400" cy="4572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69F7432C-2F5A-EB4B-8951-EF3A4B90EDF3}"/>
              </a:ext>
            </a:extLst>
          </p:cNvPr>
          <p:cNvCxnSpPr>
            <a:cxnSpLocks/>
            <a:stCxn id="35" idx="2"/>
            <a:endCxn id="35" idx="3"/>
          </p:cNvCxnSpPr>
          <p:nvPr/>
        </p:nvCxnSpPr>
        <p:spPr>
          <a:xfrm rot="5400000" flipH="1" flipV="1">
            <a:off x="7530966" y="4095286"/>
            <a:ext cx="228600" cy="457200"/>
          </a:xfrm>
          <a:prstGeom prst="bentConnector4">
            <a:avLst>
              <a:gd name="adj1" fmla="val -100000"/>
              <a:gd name="adj2" fmla="val 15000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81960A2-2A59-1E4B-A2AA-78AB611AB844}"/>
              </a:ext>
            </a:extLst>
          </p:cNvPr>
          <p:cNvCxnSpPr>
            <a:cxnSpLocks/>
            <a:stCxn id="35" idx="1"/>
            <a:endCxn id="34" idx="3"/>
          </p:cNvCxnSpPr>
          <p:nvPr/>
        </p:nvCxnSpPr>
        <p:spPr>
          <a:xfrm flipH="1">
            <a:off x="5892666" y="4209586"/>
            <a:ext cx="10668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449D0CCF-E8D1-A74E-B420-8572AB54B662}"/>
              </a:ext>
            </a:extLst>
          </p:cNvPr>
          <p:cNvCxnSpPr>
            <a:cxnSpLocks/>
            <a:stCxn id="34" idx="0"/>
            <a:endCxn id="5" idx="2"/>
          </p:cNvCxnSpPr>
          <p:nvPr/>
        </p:nvCxnSpPr>
        <p:spPr>
          <a:xfrm flipV="1">
            <a:off x="5435466" y="2490045"/>
            <a:ext cx="0" cy="14909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B598206F-7E53-F948-B479-3A218F4BF974}"/>
              </a:ext>
            </a:extLst>
          </p:cNvPr>
          <p:cNvCxnSpPr>
            <a:cxnSpLocks/>
            <a:stCxn id="34" idx="0"/>
          </p:cNvCxnSpPr>
          <p:nvPr/>
        </p:nvCxnSpPr>
        <p:spPr>
          <a:xfrm flipV="1">
            <a:off x="5435466" y="2315398"/>
            <a:ext cx="1524000" cy="1665588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BF38FB7-F8B0-4546-A8C4-CFF800D6BD06}"/>
              </a:ext>
            </a:extLst>
          </p:cNvPr>
          <p:cNvCxnSpPr>
            <a:cxnSpLocks/>
            <a:stCxn id="60" idx="2"/>
            <a:endCxn id="34" idx="3"/>
          </p:cNvCxnSpPr>
          <p:nvPr/>
        </p:nvCxnSpPr>
        <p:spPr>
          <a:xfrm flipH="1">
            <a:off x="5892666" y="2490045"/>
            <a:ext cx="1524000" cy="171954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770DBEDB-EDB4-4543-89D6-631B148C1E0D}"/>
                  </a:ext>
                </a:extLst>
              </p:cNvPr>
              <p:cNvSpPr/>
              <p:nvPr/>
            </p:nvSpPr>
            <p:spPr>
              <a:xfrm>
                <a:off x="7737123" y="4818619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770DBEDB-EDB4-4543-89D6-631B148C1E0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37123" y="4818619"/>
                <a:ext cx="36420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93D3FFAC-8A7F-B14B-99A7-C995E874DF81}"/>
                  </a:ext>
                </a:extLst>
              </p:cNvPr>
              <p:cNvSpPr/>
              <p:nvPr/>
            </p:nvSpPr>
            <p:spPr>
              <a:xfrm>
                <a:off x="6285183" y="4355013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93D3FFAC-8A7F-B14B-99A7-C995E874DF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5183" y="4355013"/>
                <a:ext cx="364202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9E97DEA-D2F3-BC47-B6E4-FC1FB76E3752}"/>
                  </a:ext>
                </a:extLst>
              </p:cNvPr>
              <p:cNvSpPr/>
              <p:nvPr/>
            </p:nvSpPr>
            <p:spPr>
              <a:xfrm>
                <a:off x="5897172" y="2666434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99E97DEA-D2F3-BC47-B6E4-FC1FB76E37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172" y="2666434"/>
                <a:ext cx="36420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Box 56">
            <a:extLst>
              <a:ext uri="{FF2B5EF4-FFF2-40B4-BE49-F238E27FC236}">
                <a16:creationId xmlns:a16="http://schemas.microsoft.com/office/drawing/2014/main" id="{BB956372-8F91-7543-99F1-1DCD788C021A}"/>
              </a:ext>
            </a:extLst>
          </p:cNvPr>
          <p:cNvSpPr txBox="1"/>
          <p:nvPr/>
        </p:nvSpPr>
        <p:spPr>
          <a:xfrm>
            <a:off x="6489368" y="4847477"/>
            <a:ext cx="124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{X,R,Y}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BA9B34A-D4E3-4249-96B6-E84114CE6DFC}"/>
              </a:ext>
            </a:extLst>
          </p:cNvPr>
          <p:cNvSpPr txBox="1"/>
          <p:nvPr/>
        </p:nvSpPr>
        <p:spPr>
          <a:xfrm>
            <a:off x="4337182" y="4546394"/>
            <a:ext cx="1247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L" dirty="0"/>
              <a:t>{R,Y}</a:t>
            </a:r>
          </a:p>
        </p:txBody>
      </p:sp>
    </p:spTree>
    <p:extLst>
      <p:ext uri="{BB962C8B-B14F-4D97-AF65-F5344CB8AC3E}">
        <p14:creationId xmlns:p14="http://schemas.microsoft.com/office/powerpoint/2010/main" val="15463666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דוגמה נוספת: מעגל מוֹנֶה</a:t>
            </a:r>
            <a:endParaRPr lang="en-US" dirty="0"/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E3DAB9DA-84F9-45EC-A1D4-01A166BFD3A6}" type="slidenum">
              <a:rPr lang="he-IL" smtClean="0"/>
              <a:pPr algn="l"/>
              <a:t>14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14075" y="4546783"/>
                <a:ext cx="41531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𝑢𝑝𝑑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〈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〉,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75" y="4546783"/>
                <a:ext cx="4153125" cy="369332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978266" y="2032845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266" y="2032845"/>
                <a:ext cx="91440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5206866" y="1752600"/>
            <a:ext cx="0" cy="28024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6959466" y="2032845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66" y="2032845"/>
                <a:ext cx="9144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/>
          <p:cNvCxnSpPr/>
          <p:nvPr/>
        </p:nvCxnSpPr>
        <p:spPr>
          <a:xfrm flipH="1">
            <a:off x="5878289" y="2490045"/>
            <a:ext cx="1081177" cy="72811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4978266" y="3218744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266" y="3218744"/>
                <a:ext cx="91440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6959466" y="3201378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66" y="3201378"/>
                <a:ext cx="91440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4978266" y="4387277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266" y="4387277"/>
                <a:ext cx="9144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6959466" y="4369911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66" y="4369911"/>
                <a:ext cx="91440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/>
              <p:cNvSpPr/>
              <p:nvPr/>
            </p:nvSpPr>
            <p:spPr>
              <a:xfrm>
                <a:off x="4963889" y="5572596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889" y="5572596"/>
                <a:ext cx="914400" cy="457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/>
              <p:cNvSpPr/>
              <p:nvPr/>
            </p:nvSpPr>
            <p:spPr>
              <a:xfrm>
                <a:off x="6945089" y="5555230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089" y="5555230"/>
                <a:ext cx="914400" cy="45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/>
          <p:cNvCxnSpPr>
            <a:stCxn id="60" idx="2"/>
            <a:endCxn id="63" idx="0"/>
          </p:cNvCxnSpPr>
          <p:nvPr/>
        </p:nvCxnSpPr>
        <p:spPr>
          <a:xfrm>
            <a:off x="7416666" y="2490045"/>
            <a:ext cx="0" cy="7113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121266" y="2572104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266" y="2572104"/>
                <a:ext cx="36420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7357264" y="2608593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264" y="2608593"/>
                <a:ext cx="36420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/>
          <p:cNvCxnSpPr>
            <a:stCxn id="5" idx="3"/>
            <a:endCxn id="60" idx="1"/>
          </p:cNvCxnSpPr>
          <p:nvPr/>
        </p:nvCxnSpPr>
        <p:spPr>
          <a:xfrm>
            <a:off x="5892666" y="2261445"/>
            <a:ext cx="10668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/>
              <p:cNvSpPr/>
              <p:nvPr/>
            </p:nvSpPr>
            <p:spPr>
              <a:xfrm>
                <a:off x="6167765" y="1926044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Rectangle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765" y="1926044"/>
                <a:ext cx="364202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Elbow Connector 27"/>
          <p:cNvCxnSpPr>
            <a:stCxn id="5" idx="2"/>
            <a:endCxn id="5" idx="1"/>
          </p:cNvCxnSpPr>
          <p:nvPr/>
        </p:nvCxnSpPr>
        <p:spPr>
          <a:xfrm rot="5400000" flipH="1">
            <a:off x="5092566" y="2147145"/>
            <a:ext cx="228600" cy="457200"/>
          </a:xfrm>
          <a:prstGeom prst="bentConnector4">
            <a:avLst>
              <a:gd name="adj1" fmla="val -100000"/>
              <a:gd name="adj2" fmla="val 15000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/>
              <p:cNvSpPr/>
              <p:nvPr/>
            </p:nvSpPr>
            <p:spPr>
              <a:xfrm>
                <a:off x="4442604" y="2305379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Rectangle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604" y="2305379"/>
                <a:ext cx="36420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Arrow Connector 87"/>
          <p:cNvCxnSpPr>
            <a:endCxn id="60" idx="0"/>
          </p:cNvCxnSpPr>
          <p:nvPr/>
        </p:nvCxnSpPr>
        <p:spPr>
          <a:xfrm>
            <a:off x="7416666" y="1785921"/>
            <a:ext cx="0" cy="2469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Elbow Connector 91"/>
          <p:cNvCxnSpPr/>
          <p:nvPr/>
        </p:nvCxnSpPr>
        <p:spPr>
          <a:xfrm rot="5400000" flipH="1">
            <a:off x="5101314" y="3347624"/>
            <a:ext cx="228600" cy="457200"/>
          </a:xfrm>
          <a:prstGeom prst="bentConnector4">
            <a:avLst>
              <a:gd name="adj1" fmla="val -100000"/>
              <a:gd name="adj2" fmla="val 15000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/>
              <p:cNvSpPr/>
              <p:nvPr/>
            </p:nvSpPr>
            <p:spPr>
              <a:xfrm>
                <a:off x="4451352" y="3505858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Rectangle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352" y="3505858"/>
                <a:ext cx="36420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Elbow Connector 93"/>
          <p:cNvCxnSpPr/>
          <p:nvPr/>
        </p:nvCxnSpPr>
        <p:spPr>
          <a:xfrm rot="5400000" flipH="1">
            <a:off x="5121442" y="4501577"/>
            <a:ext cx="228600" cy="457200"/>
          </a:xfrm>
          <a:prstGeom prst="bentConnector4">
            <a:avLst>
              <a:gd name="adj1" fmla="val -100000"/>
              <a:gd name="adj2" fmla="val 15000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/>
              <p:cNvSpPr/>
              <p:nvPr/>
            </p:nvSpPr>
            <p:spPr>
              <a:xfrm>
                <a:off x="4471480" y="4659811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Rectangle 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480" y="4659811"/>
                <a:ext cx="36420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Elbow Connector 96"/>
          <p:cNvCxnSpPr/>
          <p:nvPr/>
        </p:nvCxnSpPr>
        <p:spPr>
          <a:xfrm rot="5400000" flipH="1">
            <a:off x="5069562" y="5699464"/>
            <a:ext cx="228600" cy="457200"/>
          </a:xfrm>
          <a:prstGeom prst="bentConnector4">
            <a:avLst>
              <a:gd name="adj1" fmla="val -100000"/>
              <a:gd name="adj2" fmla="val 15000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/>
              <p:cNvSpPr/>
              <p:nvPr/>
            </p:nvSpPr>
            <p:spPr>
              <a:xfrm>
                <a:off x="4419600" y="5857698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Rectangle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5857698"/>
                <a:ext cx="364202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Arrow Connector 106"/>
          <p:cNvCxnSpPr/>
          <p:nvPr/>
        </p:nvCxnSpPr>
        <p:spPr>
          <a:xfrm>
            <a:off x="5907043" y="3459420"/>
            <a:ext cx="10668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Rectangle 107"/>
              <p:cNvSpPr/>
              <p:nvPr/>
            </p:nvSpPr>
            <p:spPr>
              <a:xfrm>
                <a:off x="6182142" y="3124019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8" name="Rectangle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142" y="3124019"/>
                <a:ext cx="364202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Straight Arrow Connector 108"/>
          <p:cNvCxnSpPr/>
          <p:nvPr/>
        </p:nvCxnSpPr>
        <p:spPr>
          <a:xfrm>
            <a:off x="5897227" y="4633579"/>
            <a:ext cx="10668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Rectangle 109"/>
              <p:cNvSpPr/>
              <p:nvPr/>
            </p:nvSpPr>
            <p:spPr>
              <a:xfrm>
                <a:off x="6172326" y="4298178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0" name="Rectangle 10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326" y="4298178"/>
                <a:ext cx="364202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Straight Arrow Connector 110"/>
          <p:cNvCxnSpPr/>
          <p:nvPr/>
        </p:nvCxnSpPr>
        <p:spPr>
          <a:xfrm>
            <a:off x="5886916" y="5813764"/>
            <a:ext cx="10668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Rectangle 111"/>
              <p:cNvSpPr/>
              <p:nvPr/>
            </p:nvSpPr>
            <p:spPr>
              <a:xfrm>
                <a:off x="6162015" y="5478363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Rectangle 1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015" y="5478363"/>
                <a:ext cx="364202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/>
          <p:cNvCxnSpPr/>
          <p:nvPr/>
        </p:nvCxnSpPr>
        <p:spPr>
          <a:xfrm>
            <a:off x="7406602" y="3668134"/>
            <a:ext cx="0" cy="7113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Rectangle 118"/>
              <p:cNvSpPr/>
              <p:nvPr/>
            </p:nvSpPr>
            <p:spPr>
              <a:xfrm>
                <a:off x="7347200" y="3786682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9" name="Rectangle 1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200" y="3786682"/>
                <a:ext cx="364202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Arrow Connector 119"/>
          <p:cNvCxnSpPr/>
          <p:nvPr/>
        </p:nvCxnSpPr>
        <p:spPr>
          <a:xfrm>
            <a:off x="7406602" y="4861263"/>
            <a:ext cx="0" cy="7113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/>
              <p:cNvSpPr/>
              <p:nvPr/>
            </p:nvSpPr>
            <p:spPr>
              <a:xfrm>
                <a:off x="7347200" y="4979811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Rectangle 1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200" y="4979811"/>
                <a:ext cx="364202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Straight Arrow Connector 121"/>
          <p:cNvCxnSpPr/>
          <p:nvPr/>
        </p:nvCxnSpPr>
        <p:spPr>
          <a:xfrm flipH="1">
            <a:off x="5878289" y="3689645"/>
            <a:ext cx="1081177" cy="72811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 122"/>
              <p:cNvSpPr/>
              <p:nvPr/>
            </p:nvSpPr>
            <p:spPr>
              <a:xfrm>
                <a:off x="6121266" y="3771704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3" name="Rectangle 1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266" y="3771704"/>
                <a:ext cx="364202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Straight Arrow Connector 123"/>
          <p:cNvCxnSpPr/>
          <p:nvPr/>
        </p:nvCxnSpPr>
        <p:spPr>
          <a:xfrm flipH="1">
            <a:off x="5878289" y="4863090"/>
            <a:ext cx="1081177" cy="72811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ectangle 124"/>
              <p:cNvSpPr/>
              <p:nvPr/>
            </p:nvSpPr>
            <p:spPr>
              <a:xfrm>
                <a:off x="6121266" y="4945149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Rectangle 1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266" y="4945149"/>
                <a:ext cx="364202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Elbow Connector 43"/>
          <p:cNvCxnSpPr>
            <a:stCxn id="77" idx="3"/>
            <a:endCxn id="60" idx="3"/>
          </p:cNvCxnSpPr>
          <p:nvPr/>
        </p:nvCxnSpPr>
        <p:spPr>
          <a:xfrm flipV="1">
            <a:off x="7859489" y="2261445"/>
            <a:ext cx="14377" cy="3522385"/>
          </a:xfrm>
          <a:prstGeom prst="bentConnector3">
            <a:avLst>
              <a:gd name="adj1" fmla="val 169004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Rectangle 125"/>
              <p:cNvSpPr/>
              <p:nvPr/>
            </p:nvSpPr>
            <p:spPr>
              <a:xfrm>
                <a:off x="8057466" y="3786682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6" name="Rectangle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466" y="3786682"/>
                <a:ext cx="364202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Elbow Connector 45"/>
          <p:cNvCxnSpPr>
            <a:stCxn id="77" idx="2"/>
            <a:endCxn id="5" idx="0"/>
          </p:cNvCxnSpPr>
          <p:nvPr/>
        </p:nvCxnSpPr>
        <p:spPr>
          <a:xfrm rot="5400000" flipH="1">
            <a:off x="4429085" y="3039227"/>
            <a:ext cx="3979585" cy="1966823"/>
          </a:xfrm>
          <a:prstGeom prst="bentConnector5">
            <a:avLst>
              <a:gd name="adj1" fmla="val -8345"/>
              <a:gd name="adj2" fmla="val -56579"/>
              <a:gd name="adj3" fmla="val 110296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Rectangle 132"/>
              <p:cNvSpPr/>
              <p:nvPr/>
            </p:nvSpPr>
            <p:spPr>
              <a:xfrm>
                <a:off x="8456148" y="3786682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3" name="Rectangle 1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148" y="3786682"/>
                <a:ext cx="364202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332566" y="1899480"/>
            <a:ext cx="3835266" cy="2083911"/>
            <a:chOff x="223322" y="2362200"/>
            <a:chExt cx="3835266" cy="2083911"/>
          </a:xfrm>
        </p:grpSpPr>
        <p:pic>
          <p:nvPicPr>
            <p:cNvPr id="57" name="Picture 56" descr="D:\Downloads\gates-bohan-2.png"/>
            <p:cNvPicPr/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96" r="12208"/>
            <a:stretch/>
          </p:blipFill>
          <p:spPr bwMode="auto">
            <a:xfrm>
              <a:off x="223322" y="2362200"/>
              <a:ext cx="3835266" cy="20839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Rectangle 134"/>
            <p:cNvSpPr/>
            <p:nvPr/>
          </p:nvSpPr>
          <p:spPr>
            <a:xfrm flipV="1">
              <a:off x="1381481" y="3759922"/>
              <a:ext cx="2286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256773" y="3733059"/>
              <a:ext cx="4780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Berlin Sans FB" panose="020E0602020502020306" pitchFamily="34" charset="0"/>
                </a:rPr>
                <a:t>and</a:t>
              </a:r>
            </a:p>
          </p:txBody>
        </p:sp>
        <p:sp>
          <p:nvSpPr>
            <p:cNvPr id="137" name="Rectangle 136"/>
            <p:cNvSpPr/>
            <p:nvPr/>
          </p:nvSpPr>
          <p:spPr>
            <a:xfrm flipV="1">
              <a:off x="3407354" y="2735123"/>
              <a:ext cx="2286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3282646" y="2708260"/>
              <a:ext cx="4780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Berlin Sans FB" panose="020E0602020502020306" pitchFamily="34" charset="0"/>
                </a:rPr>
                <a:t>and</a:t>
              </a:r>
            </a:p>
          </p:txBody>
        </p:sp>
      </p:grpSp>
      <p:sp>
        <p:nvSpPr>
          <p:cNvPr id="148" name="TextBox 147"/>
          <p:cNvSpPr txBox="1"/>
          <p:nvPr/>
        </p:nvSpPr>
        <p:spPr>
          <a:xfrm>
            <a:off x="497898" y="5754269"/>
            <a:ext cx="2981907" cy="46166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איך </a:t>
            </a:r>
            <a:r>
              <a:rPr lang="he-IL" sz="2400" dirty="0" err="1">
                <a:latin typeface="Gisha" panose="020B0502040204020203" pitchFamily="34" charset="-79"/>
                <a:cs typeface="Gisha" panose="020B0502040204020203" pitchFamily="34" charset="-79"/>
              </a:rPr>
              <a:t>נְתַיֵּג</a:t>
            </a:r>
            <a:r>
              <a:rPr lang="he-IL" sz="2400" dirty="0">
                <a:latin typeface="Gisha" panose="020B0502040204020203" pitchFamily="34" charset="-79"/>
                <a:cs typeface="Gisha" panose="020B0502040204020203" pitchFamily="34" charset="-79"/>
              </a:rPr>
              <a:t> את המצבים?</a:t>
            </a:r>
            <a:endParaRPr lang="en-US" sz="24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/>
              <p:cNvSpPr txBox="1"/>
              <p:nvPr/>
            </p:nvSpPr>
            <p:spPr>
              <a:xfrm>
                <a:off x="141274" y="4979811"/>
                <a:ext cx="31295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𝑢𝑡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〈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〉,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55" name="TextBox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74" y="4979811"/>
                <a:ext cx="3129575" cy="369332"/>
              </a:xfrm>
              <a:prstGeom prst="rect">
                <a:avLst/>
              </a:prstGeom>
              <a:blipFill>
                <a:blip r:embed="rId2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7801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דוגמה נוספת: מעגל מוֹנֶה</a:t>
            </a:r>
            <a:endParaRPr lang="en-US" dirty="0"/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E3DAB9DA-84F9-45EC-A1D4-01A166BFD3A6}" type="slidenum">
              <a:rPr lang="he-IL" smtClean="0"/>
              <a:pPr algn="l"/>
              <a:t>15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14075" y="4546783"/>
                <a:ext cx="41531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𝑢𝑝𝑑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〈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〉,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075" y="4546783"/>
                <a:ext cx="4153125" cy="369332"/>
              </a:xfrm>
              <a:prstGeom prst="rect">
                <a:avLst/>
              </a:prstGeom>
              <a:blipFill>
                <a:blip r:embed="rId2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978266" y="2032845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266" y="2032845"/>
                <a:ext cx="914400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/>
          <p:nvPr/>
        </p:nvCxnSpPr>
        <p:spPr>
          <a:xfrm>
            <a:off x="5206866" y="1752600"/>
            <a:ext cx="0" cy="28024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 59"/>
              <p:cNvSpPr/>
              <p:nvPr/>
            </p:nvSpPr>
            <p:spPr>
              <a:xfrm>
                <a:off x="6959466" y="2032845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0" name="Rectangle 5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66" y="2032845"/>
                <a:ext cx="914400" cy="45720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/>
          <p:cNvCxnSpPr/>
          <p:nvPr/>
        </p:nvCxnSpPr>
        <p:spPr>
          <a:xfrm flipH="1">
            <a:off x="5878289" y="2490045"/>
            <a:ext cx="1081177" cy="72811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4978266" y="3218744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266" y="3218744"/>
                <a:ext cx="914400" cy="4572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Rectangle 62"/>
              <p:cNvSpPr/>
              <p:nvPr/>
            </p:nvSpPr>
            <p:spPr>
              <a:xfrm>
                <a:off x="6959466" y="3201378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3" name="Rectangle 6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66" y="3201378"/>
                <a:ext cx="914400" cy="4572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Rectangle 68"/>
              <p:cNvSpPr/>
              <p:nvPr/>
            </p:nvSpPr>
            <p:spPr>
              <a:xfrm>
                <a:off x="4978266" y="4387277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9" name="Rectangle 6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266" y="4387277"/>
                <a:ext cx="914400" cy="4572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ectangle 71"/>
              <p:cNvSpPr/>
              <p:nvPr/>
            </p:nvSpPr>
            <p:spPr>
              <a:xfrm>
                <a:off x="6959466" y="4369911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2" name="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9466" y="4369911"/>
                <a:ext cx="914400" cy="4572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ectangle 73"/>
              <p:cNvSpPr/>
              <p:nvPr/>
            </p:nvSpPr>
            <p:spPr>
              <a:xfrm>
                <a:off x="4963889" y="5572596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4" name="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3889" y="5572596"/>
                <a:ext cx="914400" cy="4572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7" name="Rectangle 76"/>
              <p:cNvSpPr/>
              <p:nvPr/>
            </p:nvSpPr>
            <p:spPr>
              <a:xfrm>
                <a:off x="6945089" y="5555230"/>
                <a:ext cx="914400" cy="457200"/>
              </a:xfrm>
              <a:prstGeom prst="rect">
                <a:avLst/>
              </a:prstGeom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7" name="Rectangle 7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5089" y="5555230"/>
                <a:ext cx="914400" cy="4572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/>
          <p:cNvCxnSpPr>
            <a:stCxn id="60" idx="2"/>
            <a:endCxn id="63" idx="0"/>
          </p:cNvCxnSpPr>
          <p:nvPr/>
        </p:nvCxnSpPr>
        <p:spPr>
          <a:xfrm>
            <a:off x="7416666" y="2490045"/>
            <a:ext cx="0" cy="7113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6121266" y="2572104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266" y="2572104"/>
                <a:ext cx="36420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ectangle 79"/>
              <p:cNvSpPr/>
              <p:nvPr/>
            </p:nvSpPr>
            <p:spPr>
              <a:xfrm>
                <a:off x="7357264" y="2608593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0" name="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7264" y="2608593"/>
                <a:ext cx="36420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/>
          <p:cNvCxnSpPr>
            <a:stCxn id="5" idx="3"/>
            <a:endCxn id="60" idx="1"/>
          </p:cNvCxnSpPr>
          <p:nvPr/>
        </p:nvCxnSpPr>
        <p:spPr>
          <a:xfrm>
            <a:off x="5892666" y="2261445"/>
            <a:ext cx="10668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2" name="Rectangle 81"/>
              <p:cNvSpPr/>
              <p:nvPr/>
            </p:nvSpPr>
            <p:spPr>
              <a:xfrm>
                <a:off x="6167765" y="1926044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2" name="Rectangle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7765" y="1926044"/>
                <a:ext cx="364202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Elbow Connector 27"/>
          <p:cNvCxnSpPr>
            <a:stCxn id="5" idx="2"/>
            <a:endCxn id="5" idx="1"/>
          </p:cNvCxnSpPr>
          <p:nvPr/>
        </p:nvCxnSpPr>
        <p:spPr>
          <a:xfrm rot="5400000" flipH="1">
            <a:off x="5092566" y="2147145"/>
            <a:ext cx="228600" cy="457200"/>
          </a:xfrm>
          <a:prstGeom prst="bentConnector4">
            <a:avLst>
              <a:gd name="adj1" fmla="val -100000"/>
              <a:gd name="adj2" fmla="val 15000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Rectangle 82"/>
              <p:cNvSpPr/>
              <p:nvPr/>
            </p:nvSpPr>
            <p:spPr>
              <a:xfrm>
                <a:off x="4442604" y="2305379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3" name="Rectangle 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42604" y="2305379"/>
                <a:ext cx="364202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8" name="Straight Arrow Connector 87"/>
          <p:cNvCxnSpPr>
            <a:endCxn id="60" idx="0"/>
          </p:cNvCxnSpPr>
          <p:nvPr/>
        </p:nvCxnSpPr>
        <p:spPr>
          <a:xfrm>
            <a:off x="7416666" y="1785921"/>
            <a:ext cx="0" cy="246924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2" name="Elbow Connector 91"/>
          <p:cNvCxnSpPr/>
          <p:nvPr/>
        </p:nvCxnSpPr>
        <p:spPr>
          <a:xfrm rot="5400000" flipH="1">
            <a:off x="5101314" y="3347624"/>
            <a:ext cx="228600" cy="457200"/>
          </a:xfrm>
          <a:prstGeom prst="bentConnector4">
            <a:avLst>
              <a:gd name="adj1" fmla="val -100000"/>
              <a:gd name="adj2" fmla="val 15000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Rectangle 92"/>
              <p:cNvSpPr/>
              <p:nvPr/>
            </p:nvSpPr>
            <p:spPr>
              <a:xfrm>
                <a:off x="4451352" y="3505858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3" name="Rectangle 9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1352" y="3505858"/>
                <a:ext cx="364202" cy="36933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4" name="Elbow Connector 93"/>
          <p:cNvCxnSpPr/>
          <p:nvPr/>
        </p:nvCxnSpPr>
        <p:spPr>
          <a:xfrm rot="5400000" flipH="1">
            <a:off x="5121442" y="4501577"/>
            <a:ext cx="228600" cy="457200"/>
          </a:xfrm>
          <a:prstGeom prst="bentConnector4">
            <a:avLst>
              <a:gd name="adj1" fmla="val -100000"/>
              <a:gd name="adj2" fmla="val 15000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Rectangle 95"/>
              <p:cNvSpPr/>
              <p:nvPr/>
            </p:nvSpPr>
            <p:spPr>
              <a:xfrm>
                <a:off x="4471480" y="4659811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6" name="Rectangle 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1480" y="4659811"/>
                <a:ext cx="364202" cy="369332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7" name="Elbow Connector 96"/>
          <p:cNvCxnSpPr/>
          <p:nvPr/>
        </p:nvCxnSpPr>
        <p:spPr>
          <a:xfrm rot="5400000" flipH="1">
            <a:off x="5069562" y="5699464"/>
            <a:ext cx="228600" cy="457200"/>
          </a:xfrm>
          <a:prstGeom prst="bentConnector4">
            <a:avLst>
              <a:gd name="adj1" fmla="val -100000"/>
              <a:gd name="adj2" fmla="val 15000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ectangle 98"/>
              <p:cNvSpPr/>
              <p:nvPr/>
            </p:nvSpPr>
            <p:spPr>
              <a:xfrm>
                <a:off x="4419600" y="5857698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9" name="Rectangle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5857698"/>
                <a:ext cx="364202" cy="369332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7" name="Straight Arrow Connector 106"/>
          <p:cNvCxnSpPr/>
          <p:nvPr/>
        </p:nvCxnSpPr>
        <p:spPr>
          <a:xfrm>
            <a:off x="5907043" y="3459420"/>
            <a:ext cx="10668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Rectangle 107"/>
              <p:cNvSpPr/>
              <p:nvPr/>
            </p:nvSpPr>
            <p:spPr>
              <a:xfrm>
                <a:off x="6182142" y="3124019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8" name="Rectangle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2142" y="3124019"/>
                <a:ext cx="364202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9" name="Straight Arrow Connector 108"/>
          <p:cNvCxnSpPr/>
          <p:nvPr/>
        </p:nvCxnSpPr>
        <p:spPr>
          <a:xfrm>
            <a:off x="5897227" y="4633579"/>
            <a:ext cx="10668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Rectangle 109"/>
              <p:cNvSpPr/>
              <p:nvPr/>
            </p:nvSpPr>
            <p:spPr>
              <a:xfrm>
                <a:off x="6172326" y="4298178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0" name="Rectangle 10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2326" y="4298178"/>
                <a:ext cx="364202" cy="369332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1" name="Straight Arrow Connector 110"/>
          <p:cNvCxnSpPr/>
          <p:nvPr/>
        </p:nvCxnSpPr>
        <p:spPr>
          <a:xfrm>
            <a:off x="5886916" y="5813764"/>
            <a:ext cx="1066800" cy="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Rectangle 111"/>
              <p:cNvSpPr/>
              <p:nvPr/>
            </p:nvSpPr>
            <p:spPr>
              <a:xfrm>
                <a:off x="6162015" y="5478363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2" name="Rectangle 1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015" y="5478363"/>
                <a:ext cx="364202" cy="369332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8" name="Straight Arrow Connector 117"/>
          <p:cNvCxnSpPr/>
          <p:nvPr/>
        </p:nvCxnSpPr>
        <p:spPr>
          <a:xfrm>
            <a:off x="7406602" y="3668134"/>
            <a:ext cx="0" cy="7113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Rectangle 118"/>
              <p:cNvSpPr/>
              <p:nvPr/>
            </p:nvSpPr>
            <p:spPr>
              <a:xfrm>
                <a:off x="7347200" y="3786682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9" name="Rectangle 1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200" y="3786682"/>
                <a:ext cx="364202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0" name="Straight Arrow Connector 119"/>
          <p:cNvCxnSpPr/>
          <p:nvPr/>
        </p:nvCxnSpPr>
        <p:spPr>
          <a:xfrm>
            <a:off x="7406602" y="4861263"/>
            <a:ext cx="0" cy="71133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Rectangle 120"/>
              <p:cNvSpPr/>
              <p:nvPr/>
            </p:nvSpPr>
            <p:spPr>
              <a:xfrm>
                <a:off x="7347200" y="4979811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Rectangle 1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7200" y="4979811"/>
                <a:ext cx="364202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2" name="Straight Arrow Connector 121"/>
          <p:cNvCxnSpPr/>
          <p:nvPr/>
        </p:nvCxnSpPr>
        <p:spPr>
          <a:xfrm flipH="1">
            <a:off x="5878289" y="3689645"/>
            <a:ext cx="1081177" cy="72811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Rectangle 122"/>
              <p:cNvSpPr/>
              <p:nvPr/>
            </p:nvSpPr>
            <p:spPr>
              <a:xfrm>
                <a:off x="6121266" y="3771704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3" name="Rectangle 1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266" y="3771704"/>
                <a:ext cx="364202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Straight Arrow Connector 123"/>
          <p:cNvCxnSpPr/>
          <p:nvPr/>
        </p:nvCxnSpPr>
        <p:spPr>
          <a:xfrm flipH="1">
            <a:off x="5878289" y="4863090"/>
            <a:ext cx="1081177" cy="728119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Rectangle 124"/>
              <p:cNvSpPr/>
              <p:nvPr/>
            </p:nvSpPr>
            <p:spPr>
              <a:xfrm>
                <a:off x="6121266" y="4945149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5" name="Rectangle 1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1266" y="4945149"/>
                <a:ext cx="364202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Elbow Connector 43"/>
          <p:cNvCxnSpPr>
            <a:stCxn id="77" idx="3"/>
            <a:endCxn id="60" idx="3"/>
          </p:cNvCxnSpPr>
          <p:nvPr/>
        </p:nvCxnSpPr>
        <p:spPr>
          <a:xfrm flipV="1">
            <a:off x="7859489" y="2261445"/>
            <a:ext cx="14377" cy="3522385"/>
          </a:xfrm>
          <a:prstGeom prst="bentConnector3">
            <a:avLst>
              <a:gd name="adj1" fmla="val 1690040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Rectangle 125"/>
              <p:cNvSpPr/>
              <p:nvPr/>
            </p:nvSpPr>
            <p:spPr>
              <a:xfrm>
                <a:off x="8057466" y="3786682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6" name="Rectangle 1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7466" y="3786682"/>
                <a:ext cx="364202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6" name="Elbow Connector 45"/>
          <p:cNvCxnSpPr>
            <a:cxnSpLocks/>
            <a:stCxn id="77" idx="2"/>
            <a:endCxn id="5" idx="0"/>
          </p:cNvCxnSpPr>
          <p:nvPr/>
        </p:nvCxnSpPr>
        <p:spPr>
          <a:xfrm rot="5400000" flipH="1">
            <a:off x="4429085" y="3039227"/>
            <a:ext cx="3979585" cy="1966823"/>
          </a:xfrm>
          <a:prstGeom prst="bentConnector5">
            <a:avLst>
              <a:gd name="adj1" fmla="val -11813"/>
              <a:gd name="adj2" fmla="val -55702"/>
              <a:gd name="adj3" fmla="val 114198"/>
            </a:avLst>
          </a:prstGeom>
          <a:ln w="2857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Rectangle 132"/>
              <p:cNvSpPr/>
              <p:nvPr/>
            </p:nvSpPr>
            <p:spPr>
              <a:xfrm>
                <a:off x="8456148" y="3786682"/>
                <a:ext cx="3642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3" name="Rectangle 1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6148" y="3786682"/>
                <a:ext cx="364202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343041" y="1868778"/>
            <a:ext cx="3835266" cy="2083911"/>
            <a:chOff x="223322" y="2362200"/>
            <a:chExt cx="3835266" cy="2083911"/>
          </a:xfrm>
        </p:grpSpPr>
        <p:pic>
          <p:nvPicPr>
            <p:cNvPr id="57" name="Picture 56" descr="D:\Downloads\gates-bohan-2.png"/>
            <p:cNvPicPr/>
            <p:nvPr/>
          </p:nvPicPr>
          <p:blipFill rotWithShape="1"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96" r="12208"/>
            <a:stretch/>
          </p:blipFill>
          <p:spPr bwMode="auto">
            <a:xfrm>
              <a:off x="223322" y="2362200"/>
              <a:ext cx="3835266" cy="208391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Rectangle 134"/>
            <p:cNvSpPr/>
            <p:nvPr/>
          </p:nvSpPr>
          <p:spPr>
            <a:xfrm flipV="1">
              <a:off x="1381481" y="3759922"/>
              <a:ext cx="2286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1256773" y="3733059"/>
              <a:ext cx="4780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Berlin Sans FB" panose="020E0602020502020306" pitchFamily="34" charset="0"/>
                </a:rPr>
                <a:t>and</a:t>
              </a:r>
            </a:p>
          </p:txBody>
        </p:sp>
        <p:sp>
          <p:nvSpPr>
            <p:cNvPr id="137" name="Rectangle 136"/>
            <p:cNvSpPr/>
            <p:nvPr/>
          </p:nvSpPr>
          <p:spPr>
            <a:xfrm flipV="1">
              <a:off x="3407354" y="2735123"/>
              <a:ext cx="228600" cy="228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3282646" y="2708260"/>
              <a:ext cx="4780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Berlin Sans FB" panose="020E0602020502020306" pitchFamily="34" charset="0"/>
                </a:rPr>
                <a:t>and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5" name="TextBox 154"/>
              <p:cNvSpPr txBox="1"/>
              <p:nvPr/>
            </p:nvSpPr>
            <p:spPr>
              <a:xfrm>
                <a:off x="141274" y="4979811"/>
                <a:ext cx="31295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1" dirty="0" smtClean="0">
                          <a:latin typeface="Cambria Math" panose="02040503050406030204" pitchFamily="18" charset="0"/>
                        </a:rPr>
                        <m:t>o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𝑢𝑡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〈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〉,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155" name="TextBox 1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1274" y="4979811"/>
                <a:ext cx="3129575" cy="369332"/>
              </a:xfrm>
              <a:prstGeom prst="rect">
                <a:avLst/>
              </a:prstGeom>
              <a:blipFill>
                <a:blip r:embed="rId28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Rectangle 54"/>
              <p:cNvSpPr/>
              <p:nvPr/>
            </p:nvSpPr>
            <p:spPr>
              <a:xfrm>
                <a:off x="5670540" y="6050228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5" name="Rectangle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0540" y="6050228"/>
                <a:ext cx="415498" cy="369332"/>
              </a:xfrm>
              <a:prstGeom prst="rect">
                <a:avLst/>
              </a:prstGeom>
              <a:blipFill>
                <a:blip r:embed="rId29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Rectangle 55"/>
              <p:cNvSpPr/>
              <p:nvPr/>
            </p:nvSpPr>
            <p:spPr>
              <a:xfrm>
                <a:off x="7455801" y="6015675"/>
                <a:ext cx="76630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6" name="Rectangle 5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5801" y="6015675"/>
                <a:ext cx="766300" cy="369332"/>
              </a:xfrm>
              <a:prstGeom prst="rect">
                <a:avLst/>
              </a:prstGeom>
              <a:blipFill>
                <a:blip r:embed="rId30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angle 57"/>
              <p:cNvSpPr/>
              <p:nvPr/>
            </p:nvSpPr>
            <p:spPr>
              <a:xfrm>
                <a:off x="5460631" y="3658578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8" name="Rectangle 5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0631" y="3658578"/>
                <a:ext cx="415498" cy="369332"/>
              </a:xfrm>
              <a:prstGeom prst="rect">
                <a:avLst/>
              </a:prstGeom>
              <a:blipFill>
                <a:blip r:embed="rId31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Rectangle 58"/>
              <p:cNvSpPr/>
              <p:nvPr/>
            </p:nvSpPr>
            <p:spPr>
              <a:xfrm>
                <a:off x="5580739" y="4843612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9" name="Rectangle 5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739" y="4843612"/>
                <a:ext cx="415498" cy="369332"/>
              </a:xfrm>
              <a:prstGeom prst="rect">
                <a:avLst/>
              </a:prstGeom>
              <a:blipFill>
                <a:blip r:embed="rId3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Rectangle 63"/>
              <p:cNvSpPr/>
              <p:nvPr/>
            </p:nvSpPr>
            <p:spPr>
              <a:xfrm>
                <a:off x="5532517" y="2503600"/>
                <a:ext cx="41549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4" name="Rectangle 6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2517" y="2503600"/>
                <a:ext cx="415498" cy="369332"/>
              </a:xfrm>
              <a:prstGeom prst="rect">
                <a:avLst/>
              </a:prstGeom>
              <a:blipFill>
                <a:blip r:embed="rId3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Rectangle 64"/>
              <p:cNvSpPr/>
              <p:nvPr/>
            </p:nvSpPr>
            <p:spPr>
              <a:xfrm>
                <a:off x="7606703" y="2511466"/>
                <a:ext cx="5459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5" name="Rectangle 6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06703" y="2511466"/>
                <a:ext cx="545919" cy="369332"/>
              </a:xfrm>
              <a:prstGeom prst="rect">
                <a:avLst/>
              </a:prstGeom>
              <a:blipFill>
                <a:blip r:embed="rId34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7622863" y="3708965"/>
                <a:ext cx="5459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2863" y="3708965"/>
                <a:ext cx="545919" cy="369332"/>
              </a:xfrm>
              <a:prstGeom prst="rect">
                <a:avLst/>
              </a:prstGeom>
              <a:blipFill>
                <a:blip r:embed="rId35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7586575" y="4862320"/>
                <a:ext cx="54591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{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6575" y="4862320"/>
                <a:ext cx="545919" cy="369332"/>
              </a:xfrm>
              <a:prstGeom prst="rect">
                <a:avLst/>
              </a:prstGeom>
              <a:blipFill>
                <a:blip r:embed="rId3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Freeform 14"/>
          <p:cNvSpPr/>
          <p:nvPr/>
        </p:nvSpPr>
        <p:spPr>
          <a:xfrm>
            <a:off x="3657600" y="6271404"/>
            <a:ext cx="3925018" cy="366362"/>
          </a:xfrm>
          <a:custGeom>
            <a:avLst/>
            <a:gdLst>
              <a:gd name="connsiteX0" fmla="*/ 3925018 w 3925018"/>
              <a:gd name="connsiteY0" fmla="*/ 0 h 366362"/>
              <a:gd name="connsiteX1" fmla="*/ 2682815 w 3925018"/>
              <a:gd name="connsiteY1" fmla="*/ 310551 h 366362"/>
              <a:gd name="connsiteX2" fmla="*/ 802256 w 3925018"/>
              <a:gd name="connsiteY2" fmla="*/ 345056 h 366362"/>
              <a:gd name="connsiteX3" fmla="*/ 0 w 3925018"/>
              <a:gd name="connsiteY3" fmla="*/ 77638 h 3663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25018" h="366362">
                <a:moveTo>
                  <a:pt x="3925018" y="0"/>
                </a:moveTo>
                <a:cubicBezTo>
                  <a:pt x="3564146" y="126521"/>
                  <a:pt x="3203275" y="253042"/>
                  <a:pt x="2682815" y="310551"/>
                </a:cubicBezTo>
                <a:cubicBezTo>
                  <a:pt x="2162355" y="368060"/>
                  <a:pt x="1249392" y="383875"/>
                  <a:pt x="802256" y="345056"/>
                </a:cubicBezTo>
                <a:cubicBezTo>
                  <a:pt x="355120" y="306237"/>
                  <a:pt x="177560" y="191937"/>
                  <a:pt x="0" y="77638"/>
                </a:cubicBezTo>
              </a:path>
            </a:pathLst>
          </a:custGeom>
          <a:noFill/>
          <a:ln w="28575">
            <a:headEnd type="arrow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914400" y="5866665"/>
            <a:ext cx="27643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dirty="0">
                <a:solidFill>
                  <a:schemeClr val="accent1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המונה נותן אות בכל פעם שֶׁסָּפַר ארבעה מופעים של 1</a:t>
            </a:r>
            <a:endParaRPr lang="en-US" dirty="0">
              <a:solidFill>
                <a:schemeClr val="accent1">
                  <a:lumMod val="75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8308339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 dirty="0"/>
              <a:t>מַתְכּ</a:t>
            </a:r>
            <a:r>
              <a:rPr lang="he-IL" dirty="0" err="1"/>
              <a:t>וֹן </a:t>
            </a:r>
            <a:r>
              <a:rPr lang="he-IL" dirty="0"/>
              <a:t>לתרגום סכימת </a:t>
            </a:r>
            <a:br>
              <a:rPr lang="en-US" dirty="0"/>
            </a:br>
            <a:r>
              <a:rPr lang="he-IL" dirty="0"/>
              <a:t>מעגל לוגי למערכת מעברים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16</a:t>
            </a:fld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04800" y="1524000"/>
            <a:ext cx="8534400" cy="4572000"/>
          </a:xfrm>
        </p:spPr>
        <p:txBody>
          <a:bodyPr>
            <a:noAutofit/>
          </a:bodyPr>
          <a:lstStyle/>
          <a:p>
            <a:pPr>
              <a:spcBef>
                <a:spcPts val="2400"/>
              </a:spcBef>
            </a:pPr>
            <a:r>
              <a:rPr lang="he-IL" sz="2800" dirty="0">
                <a:latin typeface="Arial Rounded MT Bold" panose="020F0704030504030204" pitchFamily="34" charset="0"/>
              </a:rPr>
              <a:t>הרחבת הרעיון שהוצג בדוגמה בשקפים הקודמים</a:t>
            </a:r>
          </a:p>
          <a:p>
            <a:pPr>
              <a:spcBef>
                <a:spcPts val="2400"/>
              </a:spcBef>
            </a:pPr>
            <a:r>
              <a:rPr lang="he-IL" sz="2800" dirty="0">
                <a:latin typeface="Arial Rounded MT Bold" panose="020F0704030504030204" pitchFamily="34" charset="0"/>
              </a:rPr>
              <a:t>ניתן לממש מהדר (</a:t>
            </a:r>
            <a:r>
              <a:rPr lang="en-US" sz="2800" dirty="0"/>
              <a:t>compiler</a:t>
            </a:r>
            <a:r>
              <a:rPr lang="he-IL" sz="2800" dirty="0">
                <a:latin typeface="Arial Rounded MT Bold" panose="020F0704030504030204" pitchFamily="34" charset="0"/>
              </a:rPr>
              <a:t>):</a:t>
            </a:r>
          </a:p>
          <a:p>
            <a:pPr lvl="1">
              <a:spcBef>
                <a:spcPts val="1200"/>
              </a:spcBef>
            </a:pPr>
            <a:r>
              <a:rPr lang="he-IL" sz="2800" dirty="0">
                <a:latin typeface="Arial Rounded MT Bold" panose="020F0704030504030204" pitchFamily="34" charset="0"/>
              </a:rPr>
              <a:t>קלט: סכימת מעגל לוגי</a:t>
            </a:r>
          </a:p>
          <a:p>
            <a:pPr lvl="1">
              <a:spcBef>
                <a:spcPts val="1200"/>
              </a:spcBef>
            </a:pPr>
            <a:r>
              <a:rPr lang="he-IL" sz="2800" dirty="0">
                <a:latin typeface="Arial Rounded MT Bold" panose="020F0704030504030204" pitchFamily="34" charset="0"/>
              </a:rPr>
              <a:t>פלט: מערכת מעברים</a:t>
            </a:r>
          </a:p>
          <a:p>
            <a:pPr>
              <a:spcBef>
                <a:spcPts val="2400"/>
              </a:spcBef>
            </a:pPr>
            <a:r>
              <a:rPr lang="he-IL" sz="2800" dirty="0">
                <a:latin typeface="Arial Rounded MT Bold" panose="020F0704030504030204" pitchFamily="34" charset="0"/>
              </a:rPr>
              <a:t>דוגמה ל-"</a:t>
            </a:r>
            <a:r>
              <a:rPr lang="he-IL" sz="2800" dirty="0">
                <a:solidFill>
                  <a:srgbClr val="2E41FA"/>
                </a:solidFill>
                <a:latin typeface="Arial Rounded MT Bold" panose="020F0704030504030204" pitchFamily="34" charset="0"/>
              </a:rPr>
              <a:t>שפה עילית</a:t>
            </a:r>
            <a:r>
              <a:rPr lang="he-IL" sz="2800" dirty="0">
                <a:latin typeface="Arial Rounded MT Bold" panose="020F0704030504030204" pitchFamily="34" charset="0"/>
              </a:rPr>
              <a:t>" המותאמת לתחום הבעיה</a:t>
            </a:r>
            <a:br>
              <a:rPr lang="en-US" sz="2800" dirty="0">
                <a:latin typeface="Arial Rounded MT Bold" panose="020F0704030504030204" pitchFamily="34" charset="0"/>
              </a:rPr>
            </a:br>
            <a:r>
              <a:rPr lang="he-IL" sz="2800" dirty="0">
                <a:latin typeface="Arial Rounded MT Bold" panose="020F0704030504030204" pitchFamily="34" charset="0"/>
              </a:rPr>
              <a:t>(</a:t>
            </a:r>
            <a:r>
              <a:rPr lang="en-US" sz="2800" dirty="0"/>
              <a:t>problem domain</a:t>
            </a:r>
            <a:r>
              <a:rPr lang="he-IL" sz="2800" dirty="0">
                <a:latin typeface="Arial Rounded MT Bold" panose="020F0704030504030204" pitchFamily="34" charset="0"/>
              </a:rPr>
              <a:t>)</a:t>
            </a:r>
          </a:p>
          <a:p>
            <a:pPr>
              <a:spcBef>
                <a:spcPts val="2400"/>
              </a:spcBef>
            </a:pPr>
            <a:r>
              <a:rPr lang="he-IL" sz="2800" dirty="0">
                <a:latin typeface="Arial Rounded MT Bold" panose="020F0704030504030204" pitchFamily="34" charset="0"/>
              </a:rPr>
              <a:t>מאפשר שימוש בכלים שנפתח בהקשר רחב:</a:t>
            </a:r>
            <a:br>
              <a:rPr lang="en-US" sz="2800" dirty="0">
                <a:latin typeface="Arial Rounded MT Bold" panose="020F0704030504030204" pitchFamily="34" charset="0"/>
              </a:rPr>
            </a:br>
            <a:r>
              <a:rPr lang="he-IL" sz="28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בהנחה שהתרגום מעולם המושגים של הבעיה נכון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5506" y="2209800"/>
            <a:ext cx="1793240" cy="182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507137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7" y="-339810"/>
            <a:ext cx="7772400" cy="1143000"/>
          </a:xfrm>
        </p:spPr>
        <p:txBody>
          <a:bodyPr/>
          <a:lstStyle/>
          <a:p>
            <a:r>
              <a:rPr lang="he-IL" dirty="0"/>
              <a:t>דוגמה: מידול מעגלים לוגיים</a:t>
            </a:r>
            <a:endParaRPr lang="en-US" dirty="0"/>
          </a:p>
        </p:txBody>
      </p:sp>
      <p:sp>
        <p:nvSpPr>
          <p:cNvPr id="39" name="Slide Number Placeholder 3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E3DAB9DA-84F9-45EC-A1D4-01A166BFD3A6}" type="slidenum">
              <a:rPr lang="he-IL" smtClean="0"/>
              <a:pPr algn="l"/>
              <a:t>17</a:t>
            </a:fld>
            <a:endParaRPr lang="he-IL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304800" y="4094118"/>
                <a:ext cx="8321040" cy="41011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rgbClr val="061BE4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2000" b="0" i="1" smtClean="0">
                            <a:solidFill>
                              <a:srgbClr val="061BE4"/>
                            </a:solidFill>
                            <a:latin typeface="Cambria Math" panose="02040503050406030204" pitchFamily="18" charset="0"/>
                          </a:rPr>
                          <m:t>𝑟𝑒𝑔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000" i="1" smtClean="0">
                            <a:solidFill>
                              <a:srgbClr val="061BE4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2000" i="1" smtClean="0">
                            <a:solidFill>
                              <a:srgbClr val="061BE4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endParaRPr lang="he-IL" sz="20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094118"/>
                <a:ext cx="8321040" cy="41011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304800" y="3025938"/>
                <a:ext cx="6675120" cy="41011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rgbClr val="061BE4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2000" b="0" i="1" smtClean="0">
                            <a:solidFill>
                              <a:srgbClr val="061BE4"/>
                            </a:solidFill>
                            <a:latin typeface="Cambria Math" panose="02040503050406030204" pitchFamily="18" charset="0"/>
                          </a:rPr>
                          <m:t>𝑟𝑒𝑔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000" i="1" smtClean="0">
                            <a:solidFill>
                              <a:srgbClr val="061BE4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2000" b="0" i="1" smtClean="0">
                            <a:solidFill>
                              <a:srgbClr val="061BE4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endParaRPr lang="he-IL" sz="2000" dirty="0"/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025938"/>
                <a:ext cx="6675120" cy="41011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TextBox 121"/>
              <p:cNvSpPr txBox="1"/>
              <p:nvPr/>
            </p:nvSpPr>
            <p:spPr>
              <a:xfrm>
                <a:off x="304800" y="4628208"/>
                <a:ext cx="8321040" cy="55188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→ 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〈"/>
                              <m:endChr m:val="〉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  </m:t>
                                  </m:r>
                                  <m:r>
                                    <m:rPr>
                                      <m:brk m:alnAt="2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sup>
                              </m:sSup>
                              <m:r>
                                <m:rPr>
                                  <m:brk m:alnAt="2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groupChr>
                          <m:d>
                            <m:dPr>
                              <m:begChr m:val="〈"/>
                              <m:endChr m:val="〉"/>
                              <m:ctrlPr>
                                <a:rPr lang="he-IL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nor/>
                                </m:rPr>
                                <a:rPr lang="en-US" sz="2000" b="0" i="0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upd</m:t>
                              </m:r>
                              <m:d>
                                <m:d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d>
                            <m:dPr>
                              <m:begChr m:val="〈"/>
                              <m:endChr m:val="〉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</m:oMath>
                  </m:oMathPara>
                </a14:m>
                <a:endParaRPr lang="he-IL" sz="2000" dirty="0"/>
              </a:p>
            </p:txBody>
          </p:sp>
        </mc:Choice>
        <mc:Fallback xmlns="">
          <p:sp>
            <p:nvSpPr>
              <p:cNvPr id="122" name="TextBox 1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4628208"/>
                <a:ext cx="8321040" cy="55188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304800" y="5304068"/>
                <a:ext cx="8321040" cy="446404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000" i="1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 =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  <m:r>
                                <a:rPr lang="en-US" sz="20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𝑟𝑒𝑔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  <m:r>
                                <a:rPr lang="en-US" sz="20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#</m:t>
                              </m:r>
                              <m:r>
                                <a:rPr lang="en-US" sz="20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304068"/>
                <a:ext cx="8321040" cy="4464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/>
              <p:cNvSpPr txBox="1"/>
              <p:nvPr/>
            </p:nvSpPr>
            <p:spPr>
              <a:xfrm>
                <a:off x="304800" y="3560028"/>
                <a:ext cx="8321040" cy="410112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  <m:sup>
                        <m:r>
                          <a:rPr lang="en-US" sz="2000" i="1" smtClean="0">
                            <a:solidFill>
                              <a:srgbClr val="061BE4"/>
                            </a:solidFill>
                            <a:latin typeface="Cambria Math" panose="02040503050406030204" pitchFamily="18" charset="0"/>
                          </a:rPr>
                          <m:t>#</m:t>
                        </m:r>
                        <m:r>
                          <a:rPr lang="en-US" sz="2000" i="1" smtClean="0">
                            <a:solidFill>
                              <a:srgbClr val="061BE4"/>
                            </a:solidFill>
                            <a:latin typeface="Cambria Math" panose="02040503050406030204" pitchFamily="18" charset="0"/>
                          </a:rPr>
                          <m:t>𝑖𝑛</m:t>
                        </m:r>
                      </m:sup>
                    </m:sSup>
                  </m:oMath>
                </a14:m>
                <a:r>
                  <a:rPr lang="en-US" sz="2000" dirty="0"/>
                  <a:t> </a:t>
                </a:r>
                <a:endParaRPr lang="he-IL" sz="2000" dirty="0"/>
              </a:p>
            </p:txBody>
          </p:sp>
        </mc:Choice>
        <mc:Fallback xmlns="">
          <p:sp>
            <p:nvSpPr>
              <p:cNvPr id="126" name="TextBox 1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3560028"/>
                <a:ext cx="8321040" cy="4101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TextBox 126"/>
              <p:cNvSpPr txBox="1"/>
              <p:nvPr/>
            </p:nvSpPr>
            <p:spPr>
              <a:xfrm>
                <a:off x="304800" y="5874450"/>
                <a:ext cx="8321040" cy="754950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〈"/>
                            <m:endChr m:val="〉"/>
                            <m:ctrlPr>
                              <a:rPr lang="he-IL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〈"/>
                                <m:endChr m:val="〉"/>
                                <m:ctrlPr>
                                  <a:rPr lang="he-IL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solidFill>
                                          <a:srgbClr val="061BE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#</m:t>
                                    </m:r>
                                    <m:r>
                                      <a:rPr lang="en-US" sz="2000" b="0" i="1" smtClean="0">
                                        <a:solidFill>
                                          <a:srgbClr val="061BE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𝑟𝑒𝑔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d>
                              <m:dPr>
                                <m:begChr m:val="〈"/>
                                <m:endChr m:val="〉"/>
                                <m:ctrlPr>
                                  <a:rPr lang="he-IL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  <m:sSub>
                                  <m:sSubPr>
                                    <m:ctrlPr>
                                      <a:rPr 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sz="2000" i="1" smtClean="0">
                                        <a:solidFill>
                                          <a:srgbClr val="061BE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#</m:t>
                                    </m:r>
                                    <m:r>
                                      <a:rPr lang="en-US" sz="2000" b="0" i="1" smtClean="0">
                                        <a:solidFill>
                                          <a:srgbClr val="061BE4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𝑖𝑛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000" b="0" i="1" dirty="0">
                    <a:latin typeface="Cambria Math" panose="02040503050406030204" pitchFamily="18" charset="0"/>
                  </a:rPr>
                  <a:t> </a:t>
                </a: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00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  <m:r>
                        <a:rPr lang="en-US" sz="2000" b="0" i="1" smtClean="0">
                          <a:latin typeface="Cambria Math" panose="02040503050406030204" pitchFamily="18" charset="0"/>
                        </a:rPr>
                        <m:t>∪</m:t>
                      </m:r>
                      <m:d>
                        <m:dPr>
                          <m:begChr m:val="{"/>
                          <m:endChr m:val="}"/>
                          <m:ctrlPr>
                            <a:rPr lang="en-US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sz="2000" b="0" i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〈"/>
                              <m:endChr m:val="〉"/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,…,</m:t>
                              </m:r>
                              <m:sSub>
                                <m:sSub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000" b="0" i="1" smtClean="0">
                                      <a:solidFill>
                                        <a:srgbClr val="061BE4"/>
                                      </a:solidFill>
                                      <a:latin typeface="Cambria Math" panose="02040503050406030204" pitchFamily="18" charset="0"/>
                                    </a:rPr>
                                    <m:t>#</m:t>
                                  </m:r>
                                  <m:r>
                                    <a:rPr lang="en-US" sz="2000" b="0" i="1" smtClean="0">
                                      <a:solidFill>
                                        <a:srgbClr val="061BE4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nor/>
                            </m:rPr>
                            <a:rPr lang="en-US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out</m:t>
                          </m:r>
                          <m:d>
                            <m:d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en-US" sz="2000" b="0" dirty="0"/>
              </a:p>
            </p:txBody>
          </p:sp>
        </mc:Choice>
        <mc:Fallback xmlns="">
          <p:sp>
            <p:nvSpPr>
              <p:cNvPr id="127" name="TextBox 1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5874450"/>
                <a:ext cx="8321040" cy="75495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C7075E5D-27EB-4AE9-B662-4DF46339D888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400" y="955590"/>
            <a:ext cx="3016267" cy="16352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F172A7D-34B7-483B-B78E-73499B67B297}"/>
                  </a:ext>
                </a:extLst>
              </p:cNvPr>
              <p:cNvSpPr txBox="1"/>
              <p:nvPr/>
            </p:nvSpPr>
            <p:spPr>
              <a:xfrm>
                <a:off x="4897771" y="1692266"/>
                <a:ext cx="31295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o</m:t>
                      </m:r>
                      <m:r>
                        <m:rPr>
                          <m:sty m:val="p"/>
                        </m:rPr>
                        <a:rPr lang="en-US" b="0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ut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〈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〉,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F172A7D-34B7-483B-B78E-73499B67B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7771" y="1692266"/>
                <a:ext cx="3129575" cy="369332"/>
              </a:xfrm>
              <a:prstGeom prst="rect">
                <a:avLst/>
              </a:prstGeom>
              <a:blipFill>
                <a:blip r:embed="rId9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2D316F3-2D61-4823-B5D0-F902F937BD24}"/>
                  </a:ext>
                </a:extLst>
              </p:cNvPr>
              <p:cNvSpPr txBox="1"/>
              <p:nvPr/>
            </p:nvSpPr>
            <p:spPr>
              <a:xfrm>
                <a:off x="4867579" y="1400645"/>
                <a:ext cx="41531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i="0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upd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〈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〉,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〈"/>
                          <m:endChr m:val="〉"/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sSub>
                                <m:sSub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⊕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2D316F3-2D61-4823-B5D0-F902F937BD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7579" y="1400645"/>
                <a:ext cx="4153125" cy="369332"/>
              </a:xfrm>
              <a:prstGeom prst="rect">
                <a:avLst/>
              </a:prstGeom>
              <a:blipFill>
                <a:blip r:embed="rId10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Arrow: Pentagon 7">
                <a:extLst>
                  <a:ext uri="{FF2B5EF4-FFF2-40B4-BE49-F238E27FC236}">
                    <a16:creationId xmlns:a16="http://schemas.microsoft.com/office/drawing/2014/main" id="{A3953F47-FECD-4BFC-9F85-904ACF08E8A1}"/>
                  </a:ext>
                </a:extLst>
              </p:cNvPr>
              <p:cNvSpPr/>
              <p:nvPr/>
            </p:nvSpPr>
            <p:spPr>
              <a:xfrm>
                <a:off x="3461826" y="1374402"/>
                <a:ext cx="1142786" cy="738664"/>
              </a:xfrm>
              <a:prstGeom prst="homePlate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1400" i="1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a:rPr lang="en-US" sz="1400" i="1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𝑟𝑒𝑔</m:t>
                    </m:r>
                    <m:r>
                      <a:rPr lang="en-US" sz="1400" b="0" i="0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0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sz="1400" b="0" dirty="0">
                    <a:solidFill>
                      <a:srgbClr val="061BE4"/>
                    </a:solidFill>
                  </a:rPr>
                  <a:t> </a:t>
                </a:r>
              </a:p>
              <a:p>
                <a:pPr algn="l" rtl="0"/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a:rPr lang="en-US" sz="1400" b="0" i="1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𝑖𝑛</m:t>
                    </m:r>
                    <m:r>
                      <a:rPr lang="en-US" sz="140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0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b="0" dirty="0">
                    <a:solidFill>
                      <a:srgbClr val="061BE4"/>
                    </a:solidFill>
                  </a:rPr>
                  <a:t> </a:t>
                </a:r>
              </a:p>
              <a:p>
                <a:pPr algn="l" rtl="0"/>
                <a14:m>
                  <m:oMath xmlns:m="http://schemas.openxmlformats.org/officeDocument/2006/math">
                    <m:r>
                      <a:rPr lang="en-US" sz="1400" i="1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#</m:t>
                    </m:r>
                    <m:r>
                      <a:rPr lang="en-US" sz="1400" b="0" i="1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𝑜𝑢𝑡</m:t>
                    </m:r>
                    <m:r>
                      <a:rPr lang="en-US" sz="1400" b="0" i="1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rgbClr val="061BE4"/>
                    </a:solidFill>
                  </a:rPr>
                  <a:t> </a:t>
                </a:r>
              </a:p>
            </p:txBody>
          </p:sp>
        </mc:Choice>
        <mc:Fallback xmlns="">
          <p:sp>
            <p:nvSpPr>
              <p:cNvPr id="8" name="Arrow: Pentagon 7">
                <a:extLst>
                  <a:ext uri="{FF2B5EF4-FFF2-40B4-BE49-F238E27FC236}">
                    <a16:creationId xmlns:a16="http://schemas.microsoft.com/office/drawing/2014/main" id="{A3953F47-FECD-4BFC-9F85-904ACF08E8A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1826" y="1374402"/>
                <a:ext cx="1142786" cy="738664"/>
              </a:xfrm>
              <a:prstGeom prst="homePlate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59D148B1-DBE1-41B7-ACBB-8C77DD23010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967489" y="2596551"/>
            <a:ext cx="2871711" cy="3380823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83428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43774" y="152400"/>
            <a:ext cx="480819" cy="457200"/>
          </a:xfrm>
        </p:spPr>
        <p:txBody>
          <a:bodyPr/>
          <a:lstStyle/>
          <a:p>
            <a:fld id="{E3DAB9DA-84F9-45EC-A1D4-01A166BFD3A6}" type="slidenum">
              <a:rPr lang="he-IL" smtClean="0"/>
              <a:pPr/>
              <a:t>18</a:t>
            </a:fld>
            <a:endParaRPr lang="he-IL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665285" y="471247"/>
            <a:ext cx="8173915" cy="1600200"/>
          </a:xfrm>
          <a:noFill/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/>
          <a:p>
            <a:pPr marL="0" indent="0" algn="ctr" fontAlgn="base">
              <a:buNone/>
            </a:pPr>
            <a:r>
              <a:rPr lang="he-IL" sz="3200" dirty="0">
                <a:solidFill>
                  <a:schemeClr val="bg2">
                    <a:lumMod val="25000"/>
                  </a:schemeClr>
                </a:solidFill>
              </a:rPr>
              <a:t>למרות שהשימוש במערכות מעברים ובטכניקת בדיקות-מודל הוכיח עצמו ונמצא בשימוש תעשייתי</a:t>
            </a:r>
            <a:br>
              <a:rPr lang="en-US" sz="3200" dirty="0">
                <a:solidFill>
                  <a:schemeClr val="bg2">
                    <a:lumMod val="25000"/>
                  </a:schemeClr>
                </a:solidFill>
              </a:rPr>
            </a:br>
            <a:r>
              <a:rPr lang="he-IL" sz="3200" dirty="0">
                <a:solidFill>
                  <a:schemeClr val="bg2">
                    <a:lumMod val="25000"/>
                  </a:schemeClr>
                </a:solidFill>
              </a:rPr>
              <a:t>בעיקר בתחום מעגלי החומרה</a:t>
            </a:r>
          </a:p>
        </p:txBody>
      </p:sp>
      <p:sp>
        <p:nvSpPr>
          <p:cNvPr id="5" name="Content Placeholder 3"/>
          <p:cNvSpPr txBox="1">
            <a:spLocks/>
          </p:cNvSpPr>
          <p:nvPr/>
        </p:nvSpPr>
        <p:spPr>
          <a:xfrm>
            <a:off x="718038" y="3274543"/>
            <a:ext cx="8173915" cy="6858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>
            <a:lvl1pPr indent="0" algn="ctr" fontAlgn="base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None/>
              <a:defRPr kumimoji="0" sz="3200">
                <a:solidFill>
                  <a:schemeClr val="bg2">
                    <a:lumMod val="2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defRPr>
            </a:lvl1pPr>
            <a:lvl2pPr marL="548640" indent="-228600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>
                <a:latin typeface="Gisha" panose="020B0502040204020203" pitchFamily="34" charset="-79"/>
                <a:cs typeface="Gisha" panose="020B0502040204020203" pitchFamily="34" charset="-79"/>
              </a:defRPr>
            </a:lvl2pPr>
            <a:lvl3pPr marL="822960" indent="-228600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>
                <a:latin typeface="Gisha" panose="020B0502040204020203" pitchFamily="34" charset="-79"/>
                <a:cs typeface="Gisha" panose="020B0502040204020203" pitchFamily="34" charset="-79"/>
              </a:defRPr>
            </a:lvl3pPr>
            <a:lvl4pPr marL="1097280" indent="-228600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>
                <a:latin typeface="Gisha" panose="020B0502040204020203" pitchFamily="34" charset="-79"/>
                <a:cs typeface="Gisha" panose="020B0502040204020203" pitchFamily="34" charset="-79"/>
              </a:defRPr>
            </a:lvl4pPr>
            <a:lvl5pPr marL="1371600" indent="-228600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>
                <a:latin typeface="Gisha" panose="020B0502040204020203" pitchFamily="34" charset="-79"/>
                <a:cs typeface="Gisha" panose="020B0502040204020203" pitchFamily="34" charset="-79"/>
              </a:defRPr>
            </a:lvl5pPr>
            <a:lvl6pPr marL="1645920" indent="-228600">
              <a:spcBef>
                <a:spcPts val="370"/>
              </a:spcBef>
              <a:buClr>
                <a:schemeClr val="accent3"/>
              </a:buClr>
              <a:buChar char="•"/>
              <a:defRPr kumimoji="0" baseline="0"/>
            </a:lvl6pPr>
            <a:lvl7pPr marL="1920240" indent="-228600">
              <a:spcBef>
                <a:spcPts val="370"/>
              </a:spcBef>
              <a:buClr>
                <a:schemeClr val="accent2"/>
              </a:buClr>
              <a:buChar char="•"/>
              <a:defRPr kumimoji="0"/>
            </a:lvl7pPr>
            <a:lvl8pPr marL="2194560" indent="-228600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/>
            </a:lvl8pPr>
            <a:lvl9pPr marL="2468880" indent="-228600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/>
            </a:lvl9pPr>
          </a:lstStyle>
          <a:p>
            <a:r>
              <a:rPr lang="he-IL" dirty="0"/>
              <a:t>אנחנו נתרכז בקורס בשימושים בתחום התוכנה</a:t>
            </a:r>
          </a:p>
        </p:txBody>
      </p:sp>
      <p:sp>
        <p:nvSpPr>
          <p:cNvPr id="7" name="Content Placeholder 3"/>
          <p:cNvSpPr txBox="1">
            <a:spLocks/>
          </p:cNvSpPr>
          <p:nvPr/>
        </p:nvSpPr>
        <p:spPr>
          <a:xfrm>
            <a:off x="485042" y="5486400"/>
            <a:ext cx="8173915" cy="114300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vert="horz">
            <a:noAutofit/>
          </a:bodyPr>
          <a:lstStyle>
            <a:lvl1pPr marL="274320" indent="-274320" algn="r" rtl="1" eaLnBrk="1" latinLnBrk="0" hangingPunct="1">
              <a:spcBef>
                <a:spcPts val="580"/>
              </a:spcBef>
              <a:buClr>
                <a:schemeClr val="accent1"/>
              </a:buClr>
              <a:buSzPct val="85000"/>
              <a:buFont typeface="Wingdings 2"/>
              <a:buChar char=""/>
              <a:defRPr kumimoji="0" sz="26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548640" indent="-228600" algn="r" rtl="1" eaLnBrk="1" latinLnBrk="0" hangingPunct="1">
              <a:spcBef>
                <a:spcPts val="370"/>
              </a:spcBef>
              <a:buClr>
                <a:schemeClr val="accent2"/>
              </a:buClr>
              <a:buSzPct val="85000"/>
              <a:buFont typeface="Wingdings 2"/>
              <a:buChar char=""/>
              <a:defRPr kumimoji="0"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822960" indent="-228600" algn="r" rtl="1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SzPct val="85000"/>
              <a:buFont typeface="Wingdings 2"/>
              <a:buChar char=""/>
              <a:defRPr kumimoji="0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097280" indent="-228600" algn="r" rtl="1" eaLnBrk="1" latinLnBrk="0" hangingPunct="1">
              <a:spcBef>
                <a:spcPts val="370"/>
              </a:spcBef>
              <a:buClr>
                <a:schemeClr val="accent3"/>
              </a:buClr>
              <a:buSzPct val="80000"/>
              <a:buFont typeface="Wingdings 2"/>
              <a:buChar char=""/>
              <a:defRPr kumimoji="0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371600" indent="-228600" algn="r" rtl="1" eaLnBrk="1" latinLnBrk="0" hangingPunct="1">
              <a:spcBef>
                <a:spcPts val="370"/>
              </a:spcBef>
              <a:buClr>
                <a:schemeClr val="accent3"/>
              </a:buClr>
              <a:buFontTx/>
              <a:buChar char="o"/>
              <a:defRPr kumimoji="0"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645920" indent="-228600" algn="r" rtl="1" eaLnBrk="1" latinLnBrk="0" hangingPunct="1">
              <a:spcBef>
                <a:spcPts val="370"/>
              </a:spcBef>
              <a:buClr>
                <a:schemeClr val="accent3"/>
              </a:buClr>
              <a:buChar char="•"/>
              <a:defRPr kumimoji="0" sz="1800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920240" indent="-228600" algn="r" rtl="1" eaLnBrk="1" latinLnBrk="0" hangingPunct="1">
              <a:spcBef>
                <a:spcPts val="370"/>
              </a:spcBef>
              <a:buClr>
                <a:schemeClr val="accent2"/>
              </a:buClr>
              <a:buChar char="•"/>
              <a:defRPr kumimoji="0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2194560" indent="-228600" algn="r" rtl="1" eaLnBrk="1" latinLnBrk="0" hangingPunct="1">
              <a:spcBef>
                <a:spcPts val="370"/>
              </a:spcBef>
              <a:buClr>
                <a:schemeClr val="accent1">
                  <a:tint val="60000"/>
                </a:schemeClr>
              </a:buClr>
              <a:buChar char="•"/>
              <a:defRPr kumimoji="0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2468880" indent="-228600" algn="r" rtl="1" eaLnBrk="1" latinLnBrk="0" hangingPunct="1">
              <a:spcBef>
                <a:spcPts val="370"/>
              </a:spcBef>
              <a:buClr>
                <a:schemeClr val="accent2">
                  <a:tint val="60000"/>
                </a:schemeClr>
              </a:buClr>
              <a:buChar char="•"/>
              <a:defRPr kumimoji="0"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buFont typeface="Wingdings 2"/>
              <a:buNone/>
            </a:pPr>
            <a:r>
              <a:rPr lang="he-IL" sz="3200" dirty="0">
                <a:solidFill>
                  <a:schemeClr val="bg2">
                    <a:lumMod val="2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לכן, נגדיר תרגום ממבנה שנקרא </a:t>
            </a:r>
            <a:r>
              <a:rPr lang="he-IL" sz="3200" dirty="0">
                <a:solidFill>
                  <a:schemeClr val="bg2">
                    <a:lumMod val="25000"/>
                  </a:schemeClr>
                </a:solidFill>
                <a:highlight>
                  <a:srgbClr val="FFFF00"/>
                </a:highlight>
                <a:latin typeface="Gisha" panose="020B0502040204020203" pitchFamily="34" charset="-79"/>
                <a:cs typeface="Gisha" panose="020B0502040204020203" pitchFamily="34" charset="-79"/>
              </a:rPr>
              <a:t>"גרף תוכנית"</a:t>
            </a:r>
          </a:p>
          <a:p>
            <a:pPr marL="0" indent="0" algn="ctr" fontAlgn="base">
              <a:buFont typeface="Wingdings 2"/>
              <a:buNone/>
            </a:pPr>
            <a:r>
              <a:rPr lang="he-IL" sz="3200" dirty="0">
                <a:solidFill>
                  <a:schemeClr val="bg2">
                    <a:lumMod val="2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(סוג של תרשים זרימה) למערכת מעברים</a:t>
            </a:r>
          </a:p>
        </p:txBody>
      </p:sp>
      <p:pic>
        <p:nvPicPr>
          <p:cNvPr id="1030" name="Picture 6" descr="http://i.space.com/images/i/000/008/844/original/nasa-logo.jpg?1394675317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020001"/>
              </a:clrFrom>
              <a:clrTo>
                <a:srgbClr val="020001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1" y="4267200"/>
            <a:ext cx="1937156" cy="1036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s://tctechcrunch2011.files.wordpress.com/2013/07/ht_microsoft_cc_120823_wg.jpg?w=400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3810000"/>
            <a:ext cx="4006821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616" y="2209800"/>
            <a:ext cx="996697" cy="947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415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ttp://upload.wikimedia.org/wikipedia/commons/thumb/3/3f/Crocodile_warning_sign_02.svg/513px-Crocodile_warning_sign_02.svg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315" y="3522769"/>
            <a:ext cx="1407287" cy="1242692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ounded Rectangle 11"/>
          <p:cNvSpPr/>
          <p:nvPr/>
        </p:nvSpPr>
        <p:spPr>
          <a:xfrm>
            <a:off x="1524000" y="1489801"/>
            <a:ext cx="5943600" cy="397947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 Rounded MT Bold" panose="020F07040305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762000"/>
          </a:xfrm>
        </p:spPr>
        <p:txBody>
          <a:bodyPr anchor="t">
            <a:normAutofit/>
          </a:bodyPr>
          <a:lstStyle/>
          <a:p>
            <a:r>
              <a:rPr lang="he-IL" sz="3600" dirty="0">
                <a:latin typeface="Arial Rounded MT Bold" panose="020F0704030504030204" pitchFamily="34" charset="0"/>
              </a:rPr>
              <a:t>מעברים מֻתְנִים במערכת מעברים</a:t>
            </a:r>
            <a:endParaRPr lang="en-US" sz="3600" dirty="0">
              <a:latin typeface="Arial Rounded MT Bold" panose="020F0704030504030204" pitchFamily="34" charset="0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Arial Rounded MT Bold" panose="020F0704030504030204" pitchFamily="34" charset="0"/>
              </a:rPr>
              <a:pPr/>
              <a:t>19</a:t>
            </a:fld>
            <a:endParaRPr lang="he-IL">
              <a:latin typeface="Arial Rounded MT Bold" panose="020F07040305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228600" y="1066800"/>
                <a:ext cx="8610600" cy="5638800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spcBef>
                    <a:spcPts val="1800"/>
                  </a:spcBef>
                </a:pPr>
                <a:r>
                  <a:rPr lang="he-IL" dirty="0">
                    <a:latin typeface="Arial Rounded MT Bold" panose="020F0704030504030204" pitchFamily="34" charset="0"/>
                  </a:rPr>
                  <a:t>תוכניות תלויות-נתונים בנויות מפקודות מהצורה:</a:t>
                </a:r>
              </a:p>
              <a:p>
                <a:pPr algn="ctr" rtl="0">
                  <a:spcBef>
                    <a:spcPts val="1800"/>
                  </a:spcBef>
                  <a:spcAft>
                    <a:spcPts val="1200"/>
                  </a:spcAft>
                  <a:buNone/>
                </a:pPr>
                <a:r>
                  <a:rPr lang="en-US" dirty="0">
                    <a:solidFill>
                      <a:srgbClr val="2E41FA"/>
                    </a:solidFill>
                    <a:latin typeface="Consolas" panose="020B0609020204030204" pitchFamily="49" charset="0"/>
                  </a:rPr>
                  <a:t>if</a:t>
                </a:r>
                <a:r>
                  <a:rPr lang="en-US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𝑥</m:t>
                    </m:r>
                    <m:r>
                      <a:rPr lang="en-US" b="0" i="1" dirty="0" smtClean="0">
                        <a:latin typeface="Cambria Math"/>
                      </a:rPr>
                      <m:t>%</m:t>
                    </m:r>
                    <m:r>
                      <a:rPr lang="en-US" b="0" i="1" dirty="0" smtClean="0">
                        <a:latin typeface="Cambria Math"/>
                      </a:rPr>
                      <m:t>2</m:t>
                    </m:r>
                    <m:r>
                      <a:rPr lang="en-US" b="0" i="1" dirty="0" smtClean="0">
                        <a:latin typeface="Cambria Math"/>
                      </a:rPr>
                      <m:t>=</m:t>
                    </m:r>
                    <m:r>
                      <a:rPr lang="en-US" b="0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 </a:t>
                </a:r>
                <a:r>
                  <a:rPr lang="en-US" dirty="0">
                    <a:solidFill>
                      <a:srgbClr val="2E41FA"/>
                    </a:solidFill>
                    <a:latin typeface="Consolas" panose="020B0609020204030204" pitchFamily="49" charset="0"/>
                  </a:rPr>
                  <a:t>then</a:t>
                </a:r>
                <a:r>
                  <a:rPr lang="en-US" dirty="0">
                    <a:latin typeface="Consolas" panose="020B0609020204030204" pitchFamily="49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𝑥</m:t>
                    </m:r>
                    <m:r>
                      <a:rPr lang="en-US" b="0" i="1" dirty="0" smtClean="0">
                        <a:latin typeface="Cambria Math"/>
                      </a:rPr>
                      <m:t>≔</m:t>
                    </m:r>
                    <m:r>
                      <a:rPr lang="en-US" b="0" i="1" dirty="0" smtClean="0">
                        <a:latin typeface="Cambria Math"/>
                      </a:rPr>
                      <m:t>3</m:t>
                    </m:r>
                    <m:r>
                      <a:rPr lang="en-US" b="0" i="1" dirty="0" smtClean="0">
                        <a:latin typeface="Cambria Math"/>
                      </a:rPr>
                      <m:t>𝑥</m:t>
                    </m:r>
                    <m:r>
                      <a:rPr lang="en-US" b="0" i="1" dirty="0" smtClean="0">
                        <a:latin typeface="Cambria Math"/>
                      </a:rPr>
                      <m:t>+</m:t>
                    </m:r>
                    <m:r>
                      <a:rPr lang="en-US" b="0" i="1" dirty="0" smtClean="0">
                        <a:latin typeface="Cambria Math"/>
                      </a:rPr>
                      <m:t>1</m:t>
                    </m:r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 </a:t>
                </a:r>
                <a:r>
                  <a:rPr lang="en-US" dirty="0">
                    <a:solidFill>
                      <a:srgbClr val="2E41FA"/>
                    </a:solidFill>
                    <a:latin typeface="Consolas" panose="020B0609020204030204" pitchFamily="49" charset="0"/>
                  </a:rPr>
                  <a:t>else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/>
                      </a:rPr>
                      <m:t>𝑥</m:t>
                    </m:r>
                    <m:r>
                      <a:rPr lang="en-US" b="0" i="1" dirty="0" smtClean="0">
                        <a:latin typeface="Cambria Math"/>
                      </a:rPr>
                      <m:t> :=</m:t>
                    </m:r>
                    <m:r>
                      <a:rPr lang="en-US" b="0" i="1" dirty="0" smtClean="0">
                        <a:latin typeface="Cambria Math"/>
                      </a:rPr>
                      <m:t>𝑥</m:t>
                    </m:r>
                    <m:r>
                      <m:rPr>
                        <m:lit/>
                      </m:rPr>
                      <a:rPr lang="en-US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he-IL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dirty="0">
                    <a:latin typeface="Consolas" panose="020B0609020204030204" pitchFamily="49" charset="0"/>
                  </a:rPr>
                  <a:t> </a:t>
                </a:r>
                <a:r>
                  <a:rPr lang="en-US" dirty="0" err="1">
                    <a:solidFill>
                      <a:srgbClr val="2E41FA"/>
                    </a:solidFill>
                    <a:latin typeface="Consolas" panose="020B0609020204030204" pitchFamily="49" charset="0"/>
                  </a:rPr>
                  <a:t>fi</a:t>
                </a:r>
                <a:endParaRPr lang="en-US" dirty="0">
                  <a:solidFill>
                    <a:srgbClr val="2E41FA"/>
                  </a:solidFill>
                  <a:latin typeface="Consolas" panose="020B0609020204030204" pitchFamily="49" charset="0"/>
                </a:endParaRPr>
              </a:p>
              <a:p>
                <a:pPr algn="r">
                  <a:spcBef>
                    <a:spcPts val="1800"/>
                  </a:spcBef>
                </a:pPr>
                <a:r>
                  <a:rPr lang="he-IL" dirty="0">
                    <a:latin typeface="Arial Rounded MT Bold" panose="020F0704030504030204" pitchFamily="34" charset="0"/>
                  </a:rPr>
                  <a:t>אפשרויות למידול כמערכת מעברים:</a:t>
                </a:r>
              </a:p>
              <a:p>
                <a:pPr lvl="1"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he-IL" dirty="0">
                    <a:latin typeface="Arial Rounded MT Bold" panose="020F0704030504030204" pitchFamily="34" charset="0"/>
                  </a:rPr>
                  <a:t>אפשר </a:t>
                </a:r>
                <a:r>
                  <a:rPr lang="he-IL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להשמיט</a:t>
                </a:r>
                <a:r>
                  <a:rPr lang="he-IL" dirty="0">
                    <a:latin typeface="Arial Rounded MT Bold" panose="020F0704030504030204" pitchFamily="34" charset="0"/>
                  </a:rPr>
                  <a:t> את התנאים ולתרגם למעבר לא דטרמיניסטי</a:t>
                </a:r>
              </a:p>
              <a:p>
                <a:pPr lvl="1">
                  <a:spcBef>
                    <a:spcPts val="1800"/>
                  </a:spcBef>
                </a:pPr>
                <a:r>
                  <a:rPr lang="he-IL" dirty="0">
                    <a:latin typeface="Arial Rounded MT Bold" panose="020F0704030504030204" pitchFamily="34" charset="0"/>
                  </a:rPr>
                  <a:t>אפשר להגדיר </a:t>
                </a:r>
                <a:r>
                  <a:rPr lang="he-IL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שפה עילית נוספת </a:t>
                </a:r>
                <a:r>
                  <a:rPr lang="he-IL" dirty="0">
                    <a:latin typeface="Arial Rounded MT Bold" panose="020F0704030504030204" pitchFamily="34" charset="0"/>
                  </a:rPr>
                  <a:t>שתתורגם למערכת מעברים:</a:t>
                </a:r>
                <a:endParaRPr lang="en-US" dirty="0">
                  <a:latin typeface="Arial Rounded MT Bold" panose="020F0704030504030204" pitchFamily="34" charset="0"/>
                </a:endParaRPr>
              </a:p>
              <a:p>
                <a:pPr>
                  <a:spcBef>
                    <a:spcPts val="16800"/>
                  </a:spcBef>
                </a:pPr>
                <a:r>
                  <a:rPr lang="he-IL" dirty="0">
                    <a:latin typeface="Arial Rounded MT Bold" panose="020F0704030504030204" pitchFamily="34" charset="0"/>
                  </a:rPr>
                  <a:t>נקרא לזה </a:t>
                </a:r>
                <a:r>
                  <a:rPr lang="he-IL" dirty="0">
                    <a:solidFill>
                      <a:srgbClr val="2E41FA"/>
                    </a:solidFill>
                    <a:latin typeface="Arial Rounded MT Bold" panose="020F0704030504030204" pitchFamily="34" charset="0"/>
                  </a:rPr>
                  <a:t>גרף </a:t>
                </a:r>
                <a:r>
                  <a:rPr lang="he-IL" dirty="0" err="1">
                    <a:solidFill>
                      <a:srgbClr val="2E41FA"/>
                    </a:solidFill>
                    <a:latin typeface="Arial Rounded MT Bold" panose="020F0704030504030204" pitchFamily="34" charset="0"/>
                  </a:rPr>
                  <a:t>תוכנית</a:t>
                </a:r>
                <a:r>
                  <a:rPr lang="he-IL" dirty="0">
                    <a:solidFill>
                      <a:srgbClr val="2E41FA"/>
                    </a:solidFill>
                    <a:latin typeface="Arial Rounded MT Bold" panose="020F0704030504030204" pitchFamily="34" charset="0"/>
                  </a:rPr>
                  <a:t> (</a:t>
                </a:r>
                <a:r>
                  <a:rPr lang="en-US" dirty="0">
                    <a:solidFill>
                      <a:srgbClr val="2E41FA"/>
                    </a:solidFill>
                  </a:rPr>
                  <a:t>program graph</a:t>
                </a:r>
                <a:r>
                  <a:rPr lang="he-IL" dirty="0">
                    <a:solidFill>
                      <a:srgbClr val="2E41FA"/>
                    </a:solidFill>
                    <a:latin typeface="Arial Rounded MT Bold" panose="020F0704030504030204" pitchFamily="34" charset="0"/>
                  </a:rPr>
                  <a:t>)</a:t>
                </a:r>
              </a:p>
              <a:p>
                <a:pPr lvl="1">
                  <a:spcBef>
                    <a:spcPts val="1200"/>
                  </a:spcBef>
                </a:pPr>
                <a:r>
                  <a:rPr lang="he-IL" dirty="0">
                    <a:latin typeface="Arial Rounded MT Bold" panose="020F0704030504030204" pitchFamily="34" charset="0"/>
                  </a:rPr>
                  <a:t>בהמשך נראה איך פורסים (</a:t>
                </a:r>
                <a:r>
                  <a:rPr lang="en-US" dirty="0"/>
                  <a:t>unfold</a:t>
                </a:r>
                <a:r>
                  <a:rPr lang="he-IL" dirty="0">
                    <a:latin typeface="Arial Rounded MT Bold" panose="020F0704030504030204" pitchFamily="34" charset="0"/>
                  </a:rPr>
                  <a:t>) גרף-תוכנית למערכת מעברים (באופן אוטומטי)</a:t>
                </a:r>
              </a:p>
              <a:p>
                <a:pPr lvl="1">
                  <a:spcBef>
                    <a:spcPts val="1800"/>
                  </a:spcBef>
                  <a:buNone/>
                </a:pPr>
                <a:endParaRPr lang="en-US" b="1" dirty="0"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228600" y="1066800"/>
                <a:ext cx="8610600" cy="5638800"/>
              </a:xfrm>
              <a:blipFill>
                <a:blip r:embed="rId4"/>
                <a:stretch>
                  <a:fillRect l="-992" t="-1622" r="-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" name="Group 29"/>
          <p:cNvGrpSpPr/>
          <p:nvPr/>
        </p:nvGrpSpPr>
        <p:grpSpPr>
          <a:xfrm>
            <a:off x="2878975" y="3879084"/>
            <a:ext cx="4114800" cy="1414975"/>
            <a:chOff x="1828800" y="4807249"/>
            <a:chExt cx="4114800" cy="2092430"/>
          </a:xfrm>
        </p:grpSpPr>
        <p:sp>
          <p:nvSpPr>
            <p:cNvPr id="13" name="Rounded Rectangle 12"/>
            <p:cNvSpPr/>
            <p:nvPr/>
          </p:nvSpPr>
          <p:spPr>
            <a:xfrm>
              <a:off x="1828800" y="5562600"/>
              <a:ext cx="685800" cy="533400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  <p:sp>
          <p:nvSpPr>
            <p:cNvPr id="14" name="Rounded Rectangle 13"/>
            <p:cNvSpPr/>
            <p:nvPr/>
          </p:nvSpPr>
          <p:spPr>
            <a:xfrm>
              <a:off x="5257800" y="5029200"/>
              <a:ext cx="685800" cy="533400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  <p:sp>
          <p:nvSpPr>
            <p:cNvPr id="15" name="Rounded Rectangle 14"/>
            <p:cNvSpPr/>
            <p:nvPr/>
          </p:nvSpPr>
          <p:spPr>
            <a:xfrm>
              <a:off x="5257800" y="6096000"/>
              <a:ext cx="685800" cy="533400"/>
            </a:xfrm>
            <a:prstGeom prst="roundRect">
              <a:avLst/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Arial Rounded MT Bold" panose="020F0704030504030204" pitchFamily="34" charset="0"/>
              </a:endParaRPr>
            </a:p>
          </p:txBody>
        </p:sp>
        <p:cxnSp>
          <p:nvCxnSpPr>
            <p:cNvPr id="18" name="Straight Arrow Connector 17"/>
            <p:cNvCxnSpPr>
              <a:stCxn id="13" idx="0"/>
              <a:endCxn id="14" idx="1"/>
            </p:cNvCxnSpPr>
            <p:nvPr/>
          </p:nvCxnSpPr>
          <p:spPr>
            <a:xfrm rot="5400000" flipH="1" flipV="1">
              <a:off x="3581400" y="3886200"/>
              <a:ext cx="266700" cy="3086100"/>
            </a:xfrm>
            <a:prstGeom prst="bentConnector2">
              <a:avLst/>
            </a:prstGeom>
            <a:ln w="2857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/>
                <p:cNvSpPr txBox="1"/>
                <p:nvPr/>
              </p:nvSpPr>
              <p:spPr>
                <a:xfrm>
                  <a:off x="2295271" y="4807249"/>
                  <a:ext cx="2670475" cy="5461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 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%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= 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1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: </m:t>
                        </m:r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/>
                          </a:rPr>
                          <m:t>≔</m:t>
                        </m:r>
                        <m: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/>
                          </a:rPr>
                          <m:t>3</m:t>
                        </m:r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/>
                          </a:rPr>
                          <m:t>+</m:t>
                        </m:r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/>
                          </a:rPr>
                          <m:t>1</m:t>
                        </m:r>
                      </m:oMath>
                    </m:oMathPara>
                  </a14:m>
                  <a:endParaRPr lang="en-US" dirty="0">
                    <a:solidFill>
                      <a:srgbClr val="2E41FA"/>
                    </a:solidFill>
                    <a:latin typeface="Arial Rounded MT Bold" panose="020F0704030504030204" pitchFamily="34" charset="0"/>
                  </a:endParaRPr>
                </a:p>
              </p:txBody>
            </p:sp>
          </mc:Choice>
          <mc:Fallback xmlns="">
            <p:sp>
              <p:nvSpPr>
                <p:cNvPr id="22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5271" y="4807249"/>
                  <a:ext cx="2670475" cy="54615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Straight Arrow Connector 17"/>
            <p:cNvCxnSpPr>
              <a:stCxn id="13" idx="2"/>
              <a:endCxn id="15" idx="1"/>
            </p:cNvCxnSpPr>
            <p:nvPr/>
          </p:nvCxnSpPr>
          <p:spPr>
            <a:xfrm rot="16200000" flipH="1">
              <a:off x="3581400" y="4686300"/>
              <a:ext cx="266700" cy="3086100"/>
            </a:xfrm>
            <a:prstGeom prst="bentConnector2">
              <a:avLst/>
            </a:prstGeom>
            <a:ln w="28575"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/>
                <p:cNvSpPr txBox="1"/>
                <p:nvPr/>
              </p:nvSpPr>
              <p:spPr>
                <a:xfrm>
                  <a:off x="2362709" y="6353520"/>
                  <a:ext cx="2380332" cy="5461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/>
                          </a:rPr>
                          <m:t> 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%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= 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 : </m:t>
                        </m:r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/>
                          </a:rPr>
                          <m:t>≔</m:t>
                        </m:r>
                        <m:r>
                          <a:rPr lang="en-US" i="1" dirty="0" smtClean="0">
                            <a:solidFill>
                              <a:srgbClr val="2E41FA"/>
                            </a:solidFill>
                            <a:latin typeface="Cambria Math"/>
                          </a:rPr>
                          <m:t>𝑥</m:t>
                        </m:r>
                        <m: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US" b="0" i="1" dirty="0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oMath>
                    </m:oMathPara>
                  </a14:m>
                  <a:endParaRPr lang="en-US" dirty="0">
                    <a:solidFill>
                      <a:srgbClr val="0070C0"/>
                    </a:solidFill>
                    <a:latin typeface="Arial Rounded MT Bold" panose="020F0704030504030204" pitchFamily="34" charset="0"/>
                  </a:endParaRPr>
                </a:p>
              </p:txBody>
            </p:sp>
          </mc:Choice>
          <mc:Fallback xmlns="">
            <p:sp>
              <p:nvSpPr>
                <p:cNvPr id="29" name="TextBox 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62709" y="6353520"/>
                  <a:ext cx="2380332" cy="546159"/>
                </a:xfrm>
                <a:prstGeom prst="rect">
                  <a:avLst/>
                </a:prstGeom>
                <a:blipFill>
                  <a:blip r:embed="rId6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" name="TextBox 4"/>
          <p:cNvSpPr txBox="1"/>
          <p:nvPr/>
        </p:nvSpPr>
        <p:spPr>
          <a:xfrm>
            <a:off x="381000" y="4793924"/>
            <a:ext cx="1856597" cy="707886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none" rtlCol="1">
            <a:spAutoFit/>
          </a:bodyPr>
          <a:lstStyle/>
          <a:p>
            <a:pPr algn="ctr"/>
            <a:r>
              <a:rPr lang="he-IL" sz="2000" dirty="0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זאת לא</a:t>
            </a:r>
            <a:br>
              <a:rPr lang="en-US" sz="2000" dirty="0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</a:br>
            <a:r>
              <a:rPr lang="he-IL" sz="2000" dirty="0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מערכת מעברים!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251" y="1963948"/>
            <a:ext cx="386343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e-IL" sz="1400" dirty="0">
                <a:latin typeface="Gisha" panose="020B0502040204020203" pitchFamily="34" charset="-79"/>
                <a:cs typeface="Gisha" panose="020B0502040204020203" pitchFamily="34" charset="-79"/>
              </a:rPr>
              <a:t>ראו: </a:t>
            </a:r>
            <a:r>
              <a:rPr lang="he-IL" sz="1400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  <a:hlinkClick r:id="rId7"/>
              </a:rPr>
              <a:t>השערת קולץ</a:t>
            </a:r>
            <a:r>
              <a:rPr lang="en-US" sz="1400" dirty="0">
                <a:solidFill>
                  <a:srgbClr val="061BE4"/>
                </a:solidFill>
                <a:latin typeface="Gisha" panose="020B0502040204020203" pitchFamily="34" charset="-79"/>
                <a:cs typeface="Gisha" panose="020B0502040204020203" pitchFamily="34" charset="-79"/>
                <a:hlinkClick r:id="rId7"/>
              </a:rPr>
              <a:t>https://he.wikipedia.org/wiki/</a:t>
            </a:r>
            <a:r>
              <a:rPr lang="he-IL" sz="1400" dirty="0">
                <a:solidFill>
                  <a:srgbClr val="002060"/>
                </a:solidFill>
                <a:latin typeface="Gisha" panose="020B0502040204020203" pitchFamily="34" charset="-79"/>
                <a:cs typeface="Gisha" panose="020B0502040204020203" pitchFamily="34" charset="-79"/>
                <a:hlinkClick r:id="rId7"/>
              </a:rPr>
              <a:t> </a:t>
            </a:r>
            <a:endParaRPr lang="en-US" sz="1400" dirty="0">
              <a:solidFill>
                <a:srgbClr val="002060"/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3CF228A2-7360-4698-AEC1-39DE9FB74355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H="1">
            <a:off x="2878975" y="4209527"/>
            <a:ext cx="4114800" cy="360704"/>
          </a:xfrm>
          <a:prstGeom prst="bentConnector5">
            <a:avLst>
              <a:gd name="adj1" fmla="val -5556"/>
              <a:gd name="adj2" fmla="val -135790"/>
              <a:gd name="adj3" fmla="val 105556"/>
            </a:avLst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5F82249-3947-4060-9876-CF858928FF7B}"/>
                  </a:ext>
                </a:extLst>
              </p:cNvPr>
              <p:cNvSpPr txBox="1"/>
              <p:nvPr/>
            </p:nvSpPr>
            <p:spPr>
              <a:xfrm>
                <a:off x="5814578" y="3779994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he-IL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:</m:t>
                      </m:r>
                      <m:r>
                        <a:rPr lang="en-US" i="1" dirty="0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𝑜𝑡</m:t>
                      </m:r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𝑖𝑛𝑔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25F82249-3947-4060-9876-CF858928F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14578" y="3779994"/>
                <a:ext cx="4572000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4ECD5C73-AA61-4BF0-8AF2-4F44D1C62B1C}"/>
              </a:ext>
            </a:extLst>
          </p:cNvPr>
          <p:cNvCxnSpPr>
            <a:cxnSpLocks/>
            <a:stCxn id="15" idx="3"/>
            <a:endCxn id="13" idx="1"/>
          </p:cNvCxnSpPr>
          <p:nvPr/>
        </p:nvCxnSpPr>
        <p:spPr>
          <a:xfrm flipH="1" flipV="1">
            <a:off x="2878975" y="4570231"/>
            <a:ext cx="4114800" cy="360704"/>
          </a:xfrm>
          <a:prstGeom prst="bentConnector5">
            <a:avLst>
              <a:gd name="adj1" fmla="val -5556"/>
              <a:gd name="adj2" fmla="val -135790"/>
              <a:gd name="adj3" fmla="val 105556"/>
            </a:avLst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B98425-7BAD-42FB-B4D3-08C65D9C8355}"/>
                  </a:ext>
                </a:extLst>
              </p:cNvPr>
              <p:cNvSpPr txBox="1"/>
              <p:nvPr/>
            </p:nvSpPr>
            <p:spPr>
              <a:xfrm>
                <a:off x="5793216" y="4947879"/>
                <a:ext cx="45720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he-IL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:</m:t>
                      </m:r>
                      <m:r>
                        <a:rPr lang="en-US" i="1" dirty="0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𝑜𝑡</m:t>
                      </m:r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b="0" i="1" dirty="0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𝑖𝑛𝑔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B3B98425-7BAD-42FB-B4D3-08C65D9C83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216" y="4947879"/>
                <a:ext cx="4572000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3BB0122-0927-4048-B7CA-190EDB107341}"/>
              </a:ext>
            </a:extLst>
          </p:cNvPr>
          <p:cNvCxnSpPr/>
          <p:nvPr/>
        </p:nvCxnSpPr>
        <p:spPr>
          <a:xfrm flipV="1">
            <a:off x="2878975" y="4747892"/>
            <a:ext cx="152400" cy="399975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0" name="Elbow Connector 29"/>
          <p:cNvCxnSpPr/>
          <p:nvPr/>
        </p:nvCxnSpPr>
        <p:spPr>
          <a:xfrm flipH="1">
            <a:off x="3244251" y="4270259"/>
            <a:ext cx="4076700" cy="347126"/>
          </a:xfrm>
          <a:prstGeom prst="bentConnector4">
            <a:avLst>
              <a:gd name="adj1" fmla="val -15129"/>
              <a:gd name="adj2" fmla="val 491403"/>
            </a:avLst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 dirty="0"/>
              <a:t>דוגמה: שכלול מודל מכונת המשקאות</a:t>
            </a:r>
            <a:br>
              <a:rPr lang="he-IL" dirty="0"/>
            </a:br>
            <a:r>
              <a:rPr lang="he-IL" sz="2700" dirty="0"/>
              <a:t>(אנחנו בונים כאן </a:t>
            </a:r>
            <a:r>
              <a:rPr lang="he-IL" sz="2700" dirty="0">
                <a:solidFill>
                  <a:srgbClr val="061BE4"/>
                </a:solidFill>
              </a:rPr>
              <a:t>גרף </a:t>
            </a:r>
            <a:r>
              <a:rPr lang="he-IL" sz="2700" dirty="0" err="1">
                <a:solidFill>
                  <a:srgbClr val="061BE4"/>
                </a:solidFill>
              </a:rPr>
              <a:t>תוכנית</a:t>
            </a:r>
            <a:r>
              <a:rPr lang="he-IL" sz="2700" dirty="0"/>
              <a:t>, לא מערכת מעברים)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5334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he-IL" sz="2400" dirty="0"/>
              <a:t>סופרים כמות בקבוקי הספרייט והקולה ומחזירים מטבע כשהמכונה ריקה:</a:t>
            </a:r>
            <a:endParaRPr lang="en-US" sz="2400" dirty="0">
              <a:latin typeface="cmr1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20</a:t>
            </a:fld>
            <a:endParaRPr lang="he-IL"/>
          </a:p>
        </p:txBody>
      </p:sp>
      <p:pic>
        <p:nvPicPr>
          <p:cNvPr id="2050" name="Picture 2" descr="http://www.uselectitblog.com/wp-content/uploads/2011/04/Pepsi-Social-Vending-Machine-1-287x300.jpg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4455" y="4724400"/>
            <a:ext cx="1734781" cy="181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ounded Rectangle 4"/>
          <p:cNvSpPr/>
          <p:nvPr/>
        </p:nvSpPr>
        <p:spPr>
          <a:xfrm>
            <a:off x="2710851" y="3923133"/>
            <a:ext cx="1600200" cy="6942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start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7451" y="3923133"/>
            <a:ext cx="1600200" cy="69425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Arial Rounded MT Bold" panose="020F0704030504030204" pitchFamily="34" charset="0"/>
                <a:cs typeface="Aharoni" panose="02010803020104030203" pitchFamily="2" charset="-79"/>
              </a:rPr>
              <a:t>select</a:t>
            </a:r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253651" y="4270259"/>
            <a:ext cx="45720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>
            <a:off x="4311051" y="4270259"/>
            <a:ext cx="1676400" cy="0"/>
          </a:xfrm>
          <a:prstGeom prst="straightConnector1">
            <a:avLst/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4450007" y="3923133"/>
                <a:ext cx="14437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  <m:brk m:alnAt="2"/>
                        </m:rPr>
                        <a:rPr lang="en-US">
                          <a:solidFill>
                            <a:srgbClr val="FF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/>
                        </a:rPr>
                        <m:t>rue</m:t>
                      </m:r>
                      <m:r>
                        <m:rPr>
                          <m:brk m:alnAt="2"/>
                        </m:rP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:  </m:t>
                      </m:r>
                      <m:r>
                        <a:rPr lang="en-US" i="1">
                          <a:solidFill>
                            <a:srgbClr val="2E41FA"/>
                          </a:solidFill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0007" y="3923133"/>
                <a:ext cx="144379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Elbow Connector 19"/>
          <p:cNvCxnSpPr/>
          <p:nvPr/>
        </p:nvCxnSpPr>
        <p:spPr>
          <a:xfrm rot="16200000" flipV="1">
            <a:off x="5149251" y="2284833"/>
            <a:ext cx="12700" cy="3276600"/>
          </a:xfrm>
          <a:prstGeom prst="bentConnector3">
            <a:avLst>
              <a:gd name="adj1" fmla="val 3090567"/>
            </a:avLst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980583" y="3189221"/>
                <a:ext cx="23826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2"/>
                        </m:rP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𝑐𝑜𝑘𝑒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&gt;</m:t>
                      </m:r>
                      <m:r>
                        <m:rPr>
                          <m:brk m:alnAt="2"/>
                        </m:rP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0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  </m:t>
                      </m:r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: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  </m:t>
                      </m:r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𝑐𝑜𝑘𝑒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0583" y="3189221"/>
                <a:ext cx="2382639" cy="369332"/>
              </a:xfrm>
              <a:prstGeom prst="rect">
                <a:avLst/>
              </a:prstGeom>
              <a:blipFill>
                <a:blip r:embed="rId4"/>
                <a:stretch>
                  <a:fillRect r="-28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Elbow Connector 23"/>
          <p:cNvCxnSpPr/>
          <p:nvPr/>
        </p:nvCxnSpPr>
        <p:spPr>
          <a:xfrm rot="5400000">
            <a:off x="5149251" y="2979085"/>
            <a:ext cx="12700" cy="3276600"/>
          </a:xfrm>
          <a:prstGeom prst="bentConnector3">
            <a:avLst>
              <a:gd name="adj1" fmla="val 5060378"/>
            </a:avLst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3762203" y="4914623"/>
                <a:ext cx="281940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2"/>
                        </m:rP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𝑠𝑝𝑟𝑖𝑡𝑒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&gt;</m:t>
                      </m:r>
                      <m:r>
                        <m:rPr>
                          <m:brk m:alnAt="2"/>
                        </m:rP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0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  </m:t>
                      </m:r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:</m:t>
                      </m:r>
                      <m:r>
                        <m:rPr>
                          <m:brk m:alnAt="2"/>
                        </m:rPr>
                        <a:rPr lang="en-US" i="1" smtClean="0">
                          <a:solidFill>
                            <a:srgbClr val="061BE4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i="1">
                          <a:solidFill>
                            <a:srgbClr val="061BE4"/>
                          </a:solidFill>
                          <a:latin typeface="Cambria Math"/>
                        </a:rPr>
                        <m:t>𝑠𝑝𝑟𝑖𝑡𝑒</m:t>
                      </m:r>
                      <m:r>
                        <m:rPr>
                          <m:nor/>
                        </m:rPr>
                        <a:rPr lang="en-US" b="0" i="0" smtClean="0">
                          <a:solidFill>
                            <a:srgbClr val="061BE4"/>
                          </a:solidFill>
                          <a:latin typeface="Cambria Math" panose="02040503050406030204" pitchFamily="18" charset="0"/>
                        </a:rPr>
                        <m:t>−−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62203" y="4914623"/>
                <a:ext cx="2819400" cy="369332"/>
              </a:xfrm>
              <a:prstGeom prst="rect">
                <a:avLst/>
              </a:prstGeom>
              <a:blipFill>
                <a:blip r:embed="rId5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3517301" y="5631080"/>
                <a:ext cx="4276707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brk m:alnAt="2"/>
                        </m:rP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𝑐𝑜𝑘𝑒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m:rPr>
                          <m:brk m:alnAt="2"/>
                        </m:rP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0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 ∧ </m:t>
                      </m:r>
                      <m:r>
                        <m:rPr>
                          <m:brk m:alnAt="2"/>
                        </m:rP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𝑠𝑝𝑟𝑖𝑡</m:t>
                      </m:r>
                      <m:r>
                        <a:rPr lang="en-US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𝑒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brk m:alnAt="2"/>
                        </m:rP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0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  </m:t>
                      </m:r>
                      <m:r>
                        <a:rPr lang="en-US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/>
                        </a:rPr>
                        <m:t>: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  </m:t>
                      </m:r>
                      <m:r>
                        <m:rPr>
                          <m:brk m:alnAt="2"/>
                        </m:rPr>
                        <a:rPr lang="en-US" i="1">
                          <a:solidFill>
                            <a:srgbClr val="2E41FA"/>
                          </a:solidFill>
                          <a:latin typeface="Cambria Math"/>
                        </a:rPr>
                        <m:t>𝑟</m:t>
                      </m:r>
                      <m:r>
                        <a:rPr lang="en-US" i="1">
                          <a:solidFill>
                            <a:srgbClr val="2E41FA"/>
                          </a:solidFill>
                          <a:latin typeface="Cambria Math"/>
                        </a:rPr>
                        <m:t>𝑒𝑡</m:t>
                      </m:r>
                      <m:r>
                        <m:rPr>
                          <m:lit/>
                          <m:brk m:alnAt="2"/>
                        </m:rPr>
                        <a:rPr lang="en-US" i="1">
                          <a:solidFill>
                            <a:srgbClr val="2E41FA"/>
                          </a:solidFill>
                          <a:latin typeface="Cambria Math"/>
                        </a:rPr>
                        <m:t>_</m:t>
                      </m:r>
                      <m:r>
                        <a:rPr lang="en-US" i="1">
                          <a:solidFill>
                            <a:srgbClr val="2E41FA"/>
                          </a:solidFill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7301" y="5631080"/>
                <a:ext cx="4276707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Elbow Connector 35"/>
          <p:cNvCxnSpPr/>
          <p:nvPr/>
        </p:nvCxnSpPr>
        <p:spPr>
          <a:xfrm rot="16200000" flipV="1">
            <a:off x="3041650" y="3694534"/>
            <a:ext cx="12700" cy="457200"/>
          </a:xfrm>
          <a:prstGeom prst="bentConnector3">
            <a:avLst>
              <a:gd name="adj1" fmla="val 7098118"/>
            </a:avLst>
          </a:prstGeom>
          <a:ln w="38100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ectangle 37"/>
              <p:cNvSpPr/>
              <p:nvPr/>
            </p:nvSpPr>
            <p:spPr>
              <a:xfrm>
                <a:off x="1554786" y="2602564"/>
                <a:ext cx="37278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  <m:brk m:alnAt="2"/>
                        </m:rPr>
                        <a:rPr lang="en-US" smtClean="0">
                          <a:solidFill>
                            <a:srgbClr val="FF0000"/>
                          </a:solidFill>
                          <a:latin typeface="Cambria Math"/>
                        </a:rPr>
                        <m:t>t</m:t>
                      </m:r>
                      <m:r>
                        <m:rPr>
                          <m:sty m:val="p"/>
                        </m:rPr>
                        <a:rPr lang="en-US">
                          <a:solidFill>
                            <a:srgbClr val="FF0000"/>
                          </a:solidFill>
                          <a:latin typeface="Cambria Math"/>
                        </a:rPr>
                        <m:t>rue</m:t>
                      </m:r>
                      <m:r>
                        <m:rPr>
                          <m:brk m:alnAt="2"/>
                        </m:rP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FF000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: </m:t>
                      </m:r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𝑛𝑐𝑜𝑘𝑒</m:t>
                      </m:r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𝑠𝑝𝑟𝑖𝑡𝑒</m:t>
                      </m:r>
                      <m:r>
                        <a:rPr lang="en-US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10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8" name="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4786" y="2602564"/>
                <a:ext cx="3727815" cy="369332"/>
              </a:xfrm>
              <a:prstGeom prst="rect">
                <a:avLst/>
              </a:prstGeom>
              <a:blipFill>
                <a:blip r:embed="rId7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6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 dirty="0"/>
              <a:t>דוגמה: שכלול מודל מכונת המשקאות</a:t>
            </a:r>
            <a:br>
              <a:rPr lang="he-IL" dirty="0"/>
            </a:br>
            <a:r>
              <a:rPr lang="he-IL" sz="2700" dirty="0"/>
              <a:t>(אנחנו בונים כאן </a:t>
            </a:r>
            <a:r>
              <a:rPr lang="he-IL" sz="2700" dirty="0">
                <a:solidFill>
                  <a:srgbClr val="061BE4"/>
                </a:solidFill>
              </a:rPr>
              <a:t>גרף </a:t>
            </a:r>
            <a:r>
              <a:rPr lang="he-IL" sz="2700" dirty="0" err="1">
                <a:solidFill>
                  <a:srgbClr val="061BE4"/>
                </a:solidFill>
              </a:rPr>
              <a:t>תוכנית</a:t>
            </a:r>
            <a:r>
              <a:rPr lang="he-IL" sz="2700" dirty="0"/>
              <a:t>, לא מערכת מעברים)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533400"/>
          </a:xfrm>
        </p:spPr>
        <p:txBody>
          <a:bodyPr>
            <a:normAutofit fontScale="92500"/>
          </a:bodyPr>
          <a:lstStyle/>
          <a:p>
            <a:pPr>
              <a:buNone/>
            </a:pPr>
            <a:r>
              <a:rPr lang="he-IL" sz="2400" dirty="0"/>
              <a:t>סופרים כמות בקבוקי הספרייט והקולה ומחזירים מטבע כשהמכונה ריקה:</a:t>
            </a:r>
            <a:endParaRPr lang="en-US" sz="2400" dirty="0">
              <a:latin typeface="cmr1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1" name="Table 2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8696531"/>
                  </p:ext>
                </p:extLst>
              </p:nvPr>
            </p:nvGraphicFramePr>
            <p:xfrm>
              <a:off x="1714500" y="4343400"/>
              <a:ext cx="5715000" cy="2225040"/>
            </p:xfrm>
            <a:graphic>
              <a:graphicData uri="http://schemas.openxmlformats.org/drawingml/2006/table">
                <a:tbl>
                  <a:tblPr rtl="1" firstRow="1" bandRow="1">
                    <a:tableStyleId>{5DA37D80-6434-44D0-A028-1B22A696006F}</a:tableStyleId>
                  </a:tblPr>
                  <a:tblGrid>
                    <a:gridCol w="16127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022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0" dirty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פעולה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0" dirty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השפעה על משתנים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𝑐𝑜𝑖𝑛</m:t>
                                </m:r>
                              </m:oMath>
                            </m:oMathPara>
                          </a14:m>
                          <a:endParaRPr lang="he-IL" dirty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 rtl="0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𝑟𝑒𝑡</m:t>
                                </m:r>
                                <m:r>
                                  <a:rPr lang="he-IL" sz="1800" i="1" dirty="0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𝑐𝑜𝑖𝑛</m:t>
                                </m:r>
                              </m:oMath>
                            </m:oMathPara>
                          </a14:m>
                          <a:endParaRPr lang="he-IL" dirty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 dirty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𝑔𝑒𝑡</m:t>
                                </m:r>
                                <m:r>
                                  <a:rPr lang="he-IL" sz="1800" i="1" dirty="0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𝑠𝑝𝑟𝑖𝑡𝑒</m:t>
                                </m:r>
                              </m:oMath>
                            </m:oMathPara>
                          </a14:m>
                          <a:endParaRPr lang="he-IL" dirty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𝑛𝑠𝑝𝑟𝑖𝑡𝑒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 := </m:t>
                                </m:r>
                                <m:r>
                                  <a:rPr lang="en-US" i="1" dirty="0" err="1" smtClean="0">
                                    <a:latin typeface="Cambria Math" panose="02040503050406030204" pitchFamily="18" charset="0"/>
                                  </a:rPr>
                                  <m:t>𝑛𝑠𝑝𝑟𝑖𝑡𝑒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 − </m:t>
                                </m:r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he-IL" dirty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𝑔𝑒𝑡</m:t>
                                </m:r>
                                <m:r>
                                  <a:rPr lang="he-IL" sz="1800" i="1" dirty="0" smtClean="0">
                                    <a:latin typeface="Cambria Math" panose="02040503050406030204" pitchFamily="18" charset="0"/>
                                  </a:rPr>
                                  <m:t>_</m:t>
                                </m:r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𝑐𝑜𝑘𝑒</m:t>
                                </m:r>
                              </m:oMath>
                            </m:oMathPara>
                          </a14:m>
                          <a:endParaRPr lang="he-IL" dirty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𝑐𝑜𝑘𝑒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:= </m:t>
                                </m:r>
                                <m:r>
                                  <a:rPr lang="en-US" i="1" dirty="0" err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𝑐𝑜𝑘𝑒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− 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he-IL" dirty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i="1" dirty="0" smtClean="0">
                                    <a:latin typeface="Cambria Math" panose="02040503050406030204" pitchFamily="18" charset="0"/>
                                  </a:rPr>
                                  <m:t>𝑟𝑒𝑓𝑖𝑙𝑙</m:t>
                                </m:r>
                              </m:oMath>
                            </m:oMathPara>
                          </a14:m>
                          <a:endParaRPr lang="he-IL" dirty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i="1" dirty="0" smtClean="0">
                                    <a:latin typeface="Cambria Math"/>
                                  </a:rPr>
                                  <m:t>𝑛𝑠𝑝𝑟𝑖𝑡𝑒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 :=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i="1" dirty="0" smtClean="0">
                                    <a:latin typeface="Cambria Math"/>
                                  </a:rPr>
                                  <m:t>max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; </m:t>
                                </m:r>
                                <m:r>
                                  <a:rPr lang="en-US" i="1" dirty="0" err="1" smtClean="0">
                                    <a:latin typeface="Cambria Math"/>
                                  </a:rPr>
                                  <m:t>𝑛</m:t>
                                </m:r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𝑐𝑜𝑘𝑒</m:t>
                                </m:r>
                                <m:r>
                                  <a:rPr lang="en-US" i="1" dirty="0" smtClean="0">
                                    <a:latin typeface="Cambria Math"/>
                                  </a:rPr>
                                  <m:t>:=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i="1" dirty="0" smtClean="0">
                                    <a:latin typeface="Cambria Math"/>
                                  </a:rPr>
                                  <m:t>max</m:t>
                                </m:r>
                              </m:oMath>
                            </m:oMathPara>
                          </a14:m>
                          <a:endParaRPr lang="he-IL" dirty="0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1" name="Table 2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78696531"/>
                  </p:ext>
                </p:extLst>
              </p:nvPr>
            </p:nvGraphicFramePr>
            <p:xfrm>
              <a:off x="1714500" y="4343400"/>
              <a:ext cx="5715000" cy="2225040"/>
            </p:xfrm>
            <a:graphic>
              <a:graphicData uri="http://schemas.openxmlformats.org/drawingml/2006/table">
                <a:tbl>
                  <a:tblPr rtl="1" firstRow="1" bandRow="1">
                    <a:tableStyleId>{5DA37D80-6434-44D0-A028-1B22A696006F}</a:tableStyleId>
                  </a:tblPr>
                  <a:tblGrid>
                    <a:gridCol w="161271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10229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פעולה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 rtl="1"/>
                          <a:r>
                            <a:rPr lang="he-IL" b="0">
                              <a:latin typeface="Gisha" panose="020B0502040204020203" pitchFamily="34" charset="-79"/>
                              <a:cs typeface="Gisha" panose="020B0502040204020203" pitchFamily="34" charset="-79"/>
                            </a:rPr>
                            <a:t>השפעה על משתנים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7" t="-108197" r="-255094" b="-4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7" t="-208197" r="-255094" b="-3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rtl="1"/>
                          <a:endParaRPr lang="he-IL">
                            <a:latin typeface="Gisha" panose="020B0502040204020203" pitchFamily="34" charset="-79"/>
                            <a:cs typeface="Gisha" panose="020B0502040204020203" pitchFamily="34" charset="-79"/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7" t="-308197" r="-255094" b="-2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525" t="-308197" r="-446" b="-2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7" t="-408197" r="-255094" b="-1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525" t="-408197" r="-446" b="-1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7" t="-508197" r="-255094" b="-131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9525" t="-508197" r="-446" b="-1311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21</a:t>
            </a:fld>
            <a:endParaRPr lang="he-IL"/>
          </a:p>
        </p:txBody>
      </p:sp>
      <p:pic>
        <p:nvPicPr>
          <p:cNvPr id="2050" name="Picture 2" descr="http://www.uselectitblog.com/wp-content/uploads/2011/04/Pepsi-Social-Vending-Machine-1-287x300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84455" y="4724400"/>
            <a:ext cx="1734781" cy="1813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09600" y="2711643"/>
                <a:ext cx="3368486" cy="47410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𝑠𝑒𝑙𝑒𝑐𝑡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𝑠𝑝𝑟𝑖𝑡𝑒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&gt;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 :  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𝑔</m:t>
                          </m:r>
                          <m: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𝑒𝑡</m:t>
                          </m:r>
                          <m:r>
                            <m:rPr>
                              <m:lit/>
                              <m:brk m:alnAt="2"/>
                            </m:rP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_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𝑝𝑟𝑖𝑡𝑒</m:t>
                          </m:r>
                        </m:e>
                      </m:groupChr>
                      <m:r>
                        <a:rPr lang="en-US" b="0" i="1" smtClean="0">
                          <a:latin typeface="Cambria Math"/>
                        </a:rPr>
                        <m:t>𝑠𝑡𝑎𝑟𝑡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711643"/>
                <a:ext cx="3368486" cy="4741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258544" y="2723569"/>
                <a:ext cx="2882735" cy="470129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𝑠𝑒𝑙𝑒𝑐𝑡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𝑐𝑜𝑘𝑒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&gt;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 :  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𝑔</m:t>
                          </m:r>
                          <m: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𝑒𝑡</m:t>
                          </m:r>
                          <m:r>
                            <m:rPr>
                              <m:lit/>
                              <m:brk m:alnAt="2"/>
                            </m:rP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_</m:t>
                          </m:r>
                          <m: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 panose="02040503050406030204" pitchFamily="18" charset="0"/>
                            </a:rPr>
                            <m:t>𝑐𝑜𝑘𝑒</m:t>
                          </m:r>
                        </m:e>
                      </m:groupChr>
                      <m:r>
                        <a:rPr lang="en-US" b="0" i="1" smtClean="0">
                          <a:latin typeface="Cambria Math"/>
                        </a:rPr>
                        <m:t>𝑠𝑡𝑎𝑟𝑡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544" y="2723569"/>
                <a:ext cx="2882735" cy="470129"/>
              </a:xfrm>
              <a:prstGeom prst="rect">
                <a:avLst/>
              </a:prstGeom>
              <a:blipFill>
                <a:blip r:embed="rId5"/>
                <a:stretch>
                  <a:fillRect r="-1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258544" y="2123715"/>
                <a:ext cx="2362570" cy="47410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𝑠𝑡𝑎𝑟𝑡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2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rue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:  </m:t>
                          </m:r>
                          <m: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𝑟𝑒𝑓𝑖𝑙𝑙</m:t>
                          </m:r>
                        </m:e>
                      </m:groupChr>
                      <m:r>
                        <a:rPr lang="en-US" b="0" i="1" smtClean="0">
                          <a:latin typeface="Cambria Math"/>
                        </a:rPr>
                        <m:t>𝑠𝑡𝑎𝑟𝑡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8544" y="2123715"/>
                <a:ext cx="2362570" cy="4741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09600" y="2065852"/>
                <a:ext cx="2329227" cy="47410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𝑠𝑡𝑎𝑟𝑡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2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rue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:  </m:t>
                          </m:r>
                          <m: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𝑐𝑜𝑖𝑛</m:t>
                          </m:r>
                        </m:e>
                      </m:groupChr>
                      <m:r>
                        <a:rPr lang="en-US" b="0" i="1" smtClean="0">
                          <a:latin typeface="Cambria Math"/>
                        </a:rPr>
                        <m:t>𝑠𝑒𝑙𝑒𝑐𝑡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065852"/>
                <a:ext cx="2329227" cy="4741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2938827" y="3511059"/>
                <a:ext cx="4079899" cy="47410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/>
                        </a:rPr>
                        <m:t>𝑠𝑒𝑙𝑒𝑐𝑡</m:t>
                      </m:r>
                      <m:r>
                        <a:rPr lang="en-US" b="0" i="1" smtClean="0">
                          <a:latin typeface="Cambria Math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𝑐𝑜𝑘𝑒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∧ 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𝑠𝑝𝑟𝑖𝑡𝑒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 :  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𝑒𝑡</m:t>
                          </m:r>
                          <m:r>
                            <m:rPr>
                              <m:lit/>
                              <m:brk m:alnAt="2"/>
                            </m:rP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_</m:t>
                          </m:r>
                          <m: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𝑐𝑜𝑖𝑛</m:t>
                          </m:r>
                        </m:e>
                      </m:groupChr>
                      <m:r>
                        <a:rPr lang="en-US" b="0" i="1" smtClean="0">
                          <a:latin typeface="Cambria Math"/>
                        </a:rPr>
                        <m:t>𝑠𝑡𝑎𝑟𝑡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8827" y="3511059"/>
                <a:ext cx="4079899" cy="47410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957628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גרף תוכנית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22</a:t>
            </a:fld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381000" y="1773772"/>
            <a:ext cx="8686800" cy="4572000"/>
          </a:xfrm>
        </p:spPr>
        <p:txBody>
          <a:bodyPr/>
          <a:lstStyle/>
          <a:p>
            <a:pPr>
              <a:spcBef>
                <a:spcPts val="2400"/>
              </a:spcBef>
            </a:pPr>
            <a:r>
              <a:rPr lang="he-IL" dirty="0"/>
              <a:t>כלי למידול תוכניות עם משתנים ותנאים</a:t>
            </a:r>
          </a:p>
          <a:p>
            <a:pPr>
              <a:spcBef>
                <a:spcPts val="2400"/>
              </a:spcBef>
            </a:pPr>
            <a:r>
              <a:rPr lang="he-IL" dirty="0"/>
              <a:t>גרף מְכֻוָּן עם סימונים על הקשתות:</a:t>
            </a:r>
          </a:p>
          <a:p>
            <a:pPr lvl="1">
              <a:spcBef>
                <a:spcPts val="2400"/>
              </a:spcBef>
            </a:pPr>
            <a:r>
              <a:rPr lang="he-IL" dirty="0"/>
              <a:t>הצמתים הם </a:t>
            </a:r>
            <a:r>
              <a:rPr lang="he-IL" dirty="0">
                <a:solidFill>
                  <a:srgbClr val="00B050"/>
                </a:solidFill>
              </a:rPr>
              <a:t>המקומות </a:t>
            </a:r>
            <a:r>
              <a:rPr lang="he-IL"/>
              <a:t>בתוכנית = </a:t>
            </a:r>
            <a:r>
              <a:rPr lang="he-IL" dirty="0"/>
              <a:t>ערך של ה-</a:t>
            </a:r>
            <a:r>
              <a:rPr lang="en-US" dirty="0"/>
              <a:t>program</a:t>
            </a:r>
            <a:r>
              <a:rPr lang="en-US" dirty="0">
                <a:latin typeface="Arial Rounded MT Bold" panose="020F0704030504030204" pitchFamily="34" charset="0"/>
              </a:rPr>
              <a:t> </a:t>
            </a:r>
            <a:r>
              <a:rPr lang="en-US" dirty="0"/>
              <a:t>counter</a:t>
            </a:r>
            <a:endParaRPr lang="he-IL" dirty="0"/>
          </a:p>
          <a:p>
            <a:pPr lvl="1">
              <a:spcBef>
                <a:spcPts val="2400"/>
              </a:spcBef>
            </a:pPr>
            <a:r>
              <a:rPr lang="he-IL" dirty="0"/>
              <a:t>הקשתות מסומנות בביטויים מהצורה  </a:t>
            </a:r>
            <a:r>
              <a:rPr lang="he-IL" dirty="0">
                <a:solidFill>
                  <a:srgbClr val="061BE4"/>
                </a:solidFill>
              </a:rPr>
              <a:t>פעולה</a:t>
            </a:r>
            <a:r>
              <a:rPr lang="he-IL" dirty="0">
                <a:solidFill>
                  <a:srgbClr val="2E41FA"/>
                </a:solidFill>
              </a:rPr>
              <a:t> </a:t>
            </a:r>
            <a:r>
              <a:rPr lang="he-IL" dirty="0"/>
              <a:t>: </a:t>
            </a:r>
            <a:r>
              <a:rPr lang="he-IL" dirty="0">
                <a:solidFill>
                  <a:srgbClr val="FF0000"/>
                </a:solidFill>
              </a:rPr>
              <a:t>תנאי </a:t>
            </a:r>
            <a:endParaRPr lang="he-IL" dirty="0"/>
          </a:p>
          <a:p>
            <a:pPr lvl="1">
              <a:spcBef>
                <a:spcPts val="2400"/>
              </a:spcBef>
            </a:pPr>
            <a:r>
              <a:rPr lang="he-IL" dirty="0">
                <a:solidFill>
                  <a:srgbClr val="FF0000"/>
                </a:solidFill>
              </a:rPr>
              <a:t>התנאים</a:t>
            </a:r>
            <a:r>
              <a:rPr lang="he-IL" dirty="0"/>
              <a:t> קובעים איזה קשתות "מאופשרות"</a:t>
            </a:r>
          </a:p>
          <a:p>
            <a:pPr lvl="1">
              <a:spcBef>
                <a:spcPts val="2400"/>
              </a:spcBef>
            </a:pPr>
            <a:r>
              <a:rPr lang="he-IL" dirty="0">
                <a:solidFill>
                  <a:srgbClr val="061BE4"/>
                </a:solidFill>
              </a:rPr>
              <a:t>הפעולות</a:t>
            </a:r>
            <a:r>
              <a:rPr lang="he-IL" dirty="0">
                <a:solidFill>
                  <a:srgbClr val="2E41FA"/>
                </a:solidFill>
              </a:rPr>
              <a:t> </a:t>
            </a:r>
            <a:r>
              <a:rPr lang="he-IL" dirty="0"/>
              <a:t>מעדכנות את ערכי המשתנים</a:t>
            </a: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85208" y="930531"/>
            <a:ext cx="2819400" cy="1295401"/>
            <a:chOff x="1828800" y="4758936"/>
            <a:chExt cx="4114800" cy="2258879"/>
          </a:xfrm>
        </p:grpSpPr>
        <p:sp>
          <p:nvSpPr>
            <p:cNvPr id="6" name="Rounded Rectangle 5"/>
            <p:cNvSpPr/>
            <p:nvPr/>
          </p:nvSpPr>
          <p:spPr>
            <a:xfrm>
              <a:off x="1828800" y="5562600"/>
              <a:ext cx="685800" cy="533400"/>
            </a:xfrm>
            <a:prstGeom prst="round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7" name="Rounded Rectangle 6"/>
            <p:cNvSpPr/>
            <p:nvPr/>
          </p:nvSpPr>
          <p:spPr>
            <a:xfrm>
              <a:off x="5257800" y="5029200"/>
              <a:ext cx="685800" cy="533400"/>
            </a:xfrm>
            <a:prstGeom prst="round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sp>
          <p:nvSpPr>
            <p:cNvPr id="8" name="Rounded Rectangle 7"/>
            <p:cNvSpPr/>
            <p:nvPr/>
          </p:nvSpPr>
          <p:spPr>
            <a:xfrm>
              <a:off x="5257800" y="6096000"/>
              <a:ext cx="685800" cy="533400"/>
            </a:xfrm>
            <a:prstGeom prst="roundRect">
              <a:avLst/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1600"/>
            </a:p>
          </p:txBody>
        </p:sp>
        <p:cxnSp>
          <p:nvCxnSpPr>
            <p:cNvPr id="9" name="Straight Arrow Connector 17"/>
            <p:cNvCxnSpPr>
              <a:stCxn id="6" idx="0"/>
              <a:endCxn id="7" idx="1"/>
            </p:cNvCxnSpPr>
            <p:nvPr/>
          </p:nvCxnSpPr>
          <p:spPr>
            <a:xfrm rot="5400000" flipH="1" flipV="1">
              <a:off x="3581400" y="3886200"/>
              <a:ext cx="266700" cy="3086100"/>
            </a:xfrm>
            <a:prstGeom prst="bentConnector2">
              <a:avLst/>
            </a:prstGeom>
            <a:ln w="28575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/>
                <p:cNvSpPr txBox="1"/>
                <p:nvPr/>
              </p:nvSpPr>
              <p:spPr>
                <a:xfrm>
                  <a:off x="2203496" y="4758936"/>
                  <a:ext cx="2854027" cy="632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rtl="0"/>
                  <a:r>
                    <a:rPr lang="en-US" sz="1600" dirty="0">
                      <a:latin typeface="cmmi1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%</m:t>
                      </m:r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1</m:t>
                      </m:r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: </m:t>
                      </m:r>
                      <m:r>
                        <a:rPr lang="en-US" sz="16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≔</m:t>
                      </m:r>
                      <m:r>
                        <a:rPr lang="en-US" sz="16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3</m:t>
                      </m:r>
                      <m:r>
                        <a:rPr lang="en-US" sz="16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6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1</m:t>
                      </m:r>
                    </m:oMath>
                  </a14:m>
                  <a:endParaRPr lang="en-US" sz="1600" dirty="0">
                    <a:solidFill>
                      <a:srgbClr val="2E41FA"/>
                    </a:solidFill>
                    <a:latin typeface="cmr10"/>
                  </a:endParaRPr>
                </a:p>
              </p:txBody>
            </p:sp>
          </mc:Choice>
          <mc:Fallback xmlns="">
            <p:sp>
              <p:nvSpPr>
                <p:cNvPr id="10" name="TextBox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03496" y="4758936"/>
                  <a:ext cx="2854027" cy="632083"/>
                </a:xfrm>
                <a:prstGeom prst="rect">
                  <a:avLst/>
                </a:prstGeom>
                <a:blipFill>
                  <a:blip r:embed="rId2"/>
                  <a:stretch>
                    <a:fillRect l="-3427" r="-59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7"/>
            <p:cNvCxnSpPr>
              <a:stCxn id="6" idx="2"/>
              <a:endCxn id="8" idx="1"/>
            </p:cNvCxnSpPr>
            <p:nvPr/>
          </p:nvCxnSpPr>
          <p:spPr>
            <a:xfrm rot="16200000" flipH="1">
              <a:off x="3581400" y="4686300"/>
              <a:ext cx="266700" cy="3086100"/>
            </a:xfrm>
            <a:prstGeom prst="bentConnector2">
              <a:avLst/>
            </a:prstGeom>
            <a:ln w="28575"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2273481" y="6385732"/>
                  <a:ext cx="2558790" cy="63208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 rtl="0"/>
                  <a:r>
                    <a:rPr lang="en-US" sz="1600" dirty="0">
                      <a:latin typeface="cmmi1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%</m:t>
                      </m:r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2</m:t>
                      </m:r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0</m:t>
                      </m:r>
                      <m:r>
                        <a:rPr lang="en-US" sz="1600" i="1" dirty="0" smtClean="0">
                          <a:solidFill>
                            <a:srgbClr val="FF0000"/>
                          </a:solidFill>
                          <a:latin typeface="Cambria Math"/>
                        </a:rPr>
                        <m:t> : </m:t>
                      </m:r>
                      <m:r>
                        <a:rPr lang="en-US" sz="16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 :</m:t>
                      </m:r>
                      <m:r>
                        <a:rPr lang="en-US" sz="16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rgbClr val="2E41FA"/>
                          </a:solidFill>
                          <a:latin typeface="Cambria Math"/>
                        </a:rPr>
                        <m:t>𝑥</m:t>
                      </m:r>
                      <m:r>
                        <a:rPr lang="en-US" sz="1600" b="0" i="1" dirty="0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US" sz="1600" b="0" i="1" dirty="0" smtClean="0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a14:m>
                  <a:endParaRPr lang="en-US" sz="1600" dirty="0">
                    <a:solidFill>
                      <a:srgbClr val="2E41FA"/>
                    </a:solidFill>
                    <a:latin typeface="cmr10"/>
                  </a:endParaRPr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73481" y="6385732"/>
                  <a:ext cx="2558790" cy="632083"/>
                </a:xfrm>
                <a:prstGeom prst="rect">
                  <a:avLst/>
                </a:prstGeom>
                <a:blipFill>
                  <a:blip r:embed="rId3"/>
                  <a:stretch>
                    <a:fillRect l="-3125" r="-5556" b="-33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3" name="TextBox 12"/>
          <p:cNvSpPr txBox="1"/>
          <p:nvPr/>
        </p:nvSpPr>
        <p:spPr>
          <a:xfrm>
            <a:off x="186646" y="6022134"/>
            <a:ext cx="8730192" cy="40011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sz="2000" dirty="0">
                <a:latin typeface="Gisha" panose="020B0502040204020203" pitchFamily="34" charset="-79"/>
                <a:cs typeface="Gisha" panose="020B0502040204020203" pitchFamily="34" charset="-79"/>
              </a:rPr>
              <a:t>אנחנו נתרגם גרפי </a:t>
            </a:r>
            <a:r>
              <a:rPr lang="he-IL" sz="2000" dirty="0" err="1">
                <a:latin typeface="Gisha" panose="020B0502040204020203" pitchFamily="34" charset="-79"/>
                <a:cs typeface="Gisha" panose="020B0502040204020203" pitchFamily="34" charset="-79"/>
              </a:rPr>
              <a:t>תוכנית</a:t>
            </a:r>
            <a:r>
              <a:rPr lang="he-IL" sz="2000" dirty="0">
                <a:latin typeface="Gisha" panose="020B0502040204020203" pitchFamily="34" charset="-79"/>
                <a:cs typeface="Gisha" panose="020B0502040204020203" pitchFamily="34" charset="-79"/>
              </a:rPr>
              <a:t> למערכות מעברים שיינתנו כקלט ל-</a:t>
            </a:r>
            <a:r>
              <a:rPr lang="en-US" sz="2000" dirty="0">
                <a:latin typeface="Gisha" panose="020B0502040204020203" pitchFamily="34" charset="-79"/>
                <a:cs typeface="Gisha" panose="020B0502040204020203" pitchFamily="34" charset="-79"/>
              </a:rPr>
              <a:t>Model Checker</a:t>
            </a:r>
            <a:endParaRPr lang="he-IL" sz="20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דוגמה: ספירת האלקטורים בארה"ב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23</a:t>
            </a:fld>
            <a:endParaRPr lang="he-IL"/>
          </a:p>
        </p:txBody>
      </p:sp>
      <p:sp>
        <p:nvSpPr>
          <p:cNvPr id="5" name="Rounded Rectangle 4"/>
          <p:cNvSpPr/>
          <p:nvPr/>
        </p:nvSpPr>
        <p:spPr>
          <a:xfrm>
            <a:off x="3733800" y="2033270"/>
            <a:ext cx="1447800" cy="2514600"/>
          </a:xfrm>
          <a:prstGeom prst="roundRect">
            <a:avLst/>
          </a:prstGeom>
          <a:solidFill>
            <a:schemeClr val="tx2">
              <a:lumMod val="20000"/>
              <a:lumOff val="8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1" anchor="ctr"/>
          <a:lstStyle/>
          <a:p>
            <a:pPr algn="ctr"/>
            <a:r>
              <a:rPr lang="en-US" dirty="0"/>
              <a:t>Counting</a:t>
            </a:r>
            <a:endParaRPr lang="he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914400" y="1906748"/>
                <a:ext cx="2805127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𝐶𝑎𝑙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𝐶𝑎𝑙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906748"/>
                <a:ext cx="2805127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4724400" y="2947670"/>
            <a:ext cx="457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7" name="Rectangle 26"/>
          <p:cNvSpPr/>
          <p:nvPr/>
        </p:nvSpPr>
        <p:spPr>
          <a:xfrm>
            <a:off x="3733800" y="3481070"/>
            <a:ext cx="457200" cy="304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/>
              <p:cNvSpPr txBox="1"/>
              <p:nvPr/>
            </p:nvSpPr>
            <p:spPr>
              <a:xfrm>
                <a:off x="5181600" y="3170686"/>
                <a:ext cx="2783647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𝐹𝑙𝑜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𝐹𝑙𝑜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nor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27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4" name="TextBox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3170686"/>
                <a:ext cx="278364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914400" y="3184363"/>
                <a:ext cx="2788456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𝐹𝑙𝑜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𝐹𝑙𝑜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nor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27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3184363"/>
                <a:ext cx="2788456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Freeform 38"/>
          <p:cNvSpPr/>
          <p:nvPr/>
        </p:nvSpPr>
        <p:spPr>
          <a:xfrm>
            <a:off x="5181600" y="2261870"/>
            <a:ext cx="1591407" cy="202223"/>
          </a:xfrm>
          <a:custGeom>
            <a:avLst/>
            <a:gdLst>
              <a:gd name="connsiteX0" fmla="*/ 17584 w 1591407"/>
              <a:gd name="connsiteY0" fmla="*/ 0 h 202223"/>
              <a:gd name="connsiteX1" fmla="*/ 1591407 w 1591407"/>
              <a:gd name="connsiteY1" fmla="*/ 0 h 202223"/>
              <a:gd name="connsiteX2" fmla="*/ 1591407 w 1591407"/>
              <a:gd name="connsiteY2" fmla="*/ 202223 h 202223"/>
              <a:gd name="connsiteX3" fmla="*/ 0 w 1591407"/>
              <a:gd name="connsiteY3" fmla="*/ 202223 h 202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407" h="202223">
                <a:moveTo>
                  <a:pt x="17584" y="0"/>
                </a:moveTo>
                <a:lnTo>
                  <a:pt x="1591407" y="0"/>
                </a:lnTo>
                <a:lnTo>
                  <a:pt x="1591407" y="202223"/>
                </a:lnTo>
                <a:lnTo>
                  <a:pt x="0" y="202223"/>
                </a:ln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1" name="Freeform 40"/>
          <p:cNvSpPr/>
          <p:nvPr/>
        </p:nvSpPr>
        <p:spPr>
          <a:xfrm>
            <a:off x="5181600" y="2859802"/>
            <a:ext cx="1591407" cy="202223"/>
          </a:xfrm>
          <a:custGeom>
            <a:avLst/>
            <a:gdLst>
              <a:gd name="connsiteX0" fmla="*/ 17584 w 1591407"/>
              <a:gd name="connsiteY0" fmla="*/ 0 h 202223"/>
              <a:gd name="connsiteX1" fmla="*/ 1591407 w 1591407"/>
              <a:gd name="connsiteY1" fmla="*/ 0 h 202223"/>
              <a:gd name="connsiteX2" fmla="*/ 1591407 w 1591407"/>
              <a:gd name="connsiteY2" fmla="*/ 202223 h 202223"/>
              <a:gd name="connsiteX3" fmla="*/ 0 w 1591407"/>
              <a:gd name="connsiteY3" fmla="*/ 202223 h 202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407" h="202223">
                <a:moveTo>
                  <a:pt x="17584" y="0"/>
                </a:moveTo>
                <a:lnTo>
                  <a:pt x="1591407" y="0"/>
                </a:lnTo>
                <a:lnTo>
                  <a:pt x="1591407" y="202223"/>
                </a:lnTo>
                <a:lnTo>
                  <a:pt x="0" y="202223"/>
                </a:ln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/>
              <p:cNvSpPr txBox="1"/>
              <p:nvPr/>
            </p:nvSpPr>
            <p:spPr>
              <a:xfrm>
                <a:off x="5181600" y="1906748"/>
                <a:ext cx="2789097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𝐶𝑎𝑙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𝐶𝑎𝑙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nor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36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42" name="TextBox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1906748"/>
                <a:ext cx="2789097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Freeform 42"/>
          <p:cNvSpPr/>
          <p:nvPr/>
        </p:nvSpPr>
        <p:spPr>
          <a:xfrm flipH="1">
            <a:off x="2133600" y="2261870"/>
            <a:ext cx="1591407" cy="202223"/>
          </a:xfrm>
          <a:custGeom>
            <a:avLst/>
            <a:gdLst>
              <a:gd name="connsiteX0" fmla="*/ 17584 w 1591407"/>
              <a:gd name="connsiteY0" fmla="*/ 0 h 202223"/>
              <a:gd name="connsiteX1" fmla="*/ 1591407 w 1591407"/>
              <a:gd name="connsiteY1" fmla="*/ 0 h 202223"/>
              <a:gd name="connsiteX2" fmla="*/ 1591407 w 1591407"/>
              <a:gd name="connsiteY2" fmla="*/ 202223 h 202223"/>
              <a:gd name="connsiteX3" fmla="*/ 0 w 1591407"/>
              <a:gd name="connsiteY3" fmla="*/ 202223 h 202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407" h="202223">
                <a:moveTo>
                  <a:pt x="17584" y="0"/>
                </a:moveTo>
                <a:lnTo>
                  <a:pt x="1591407" y="0"/>
                </a:lnTo>
                <a:lnTo>
                  <a:pt x="1591407" y="202223"/>
                </a:lnTo>
                <a:lnTo>
                  <a:pt x="0" y="202223"/>
                </a:lnTo>
              </a:path>
            </a:pathLst>
          </a:custGeom>
          <a:noFill/>
          <a:ln>
            <a:solidFill>
              <a:srgbClr val="2E41FA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4" name="Freeform 43"/>
          <p:cNvSpPr/>
          <p:nvPr/>
        </p:nvSpPr>
        <p:spPr>
          <a:xfrm flipH="1">
            <a:off x="2133600" y="3507447"/>
            <a:ext cx="1591407" cy="202223"/>
          </a:xfrm>
          <a:custGeom>
            <a:avLst/>
            <a:gdLst>
              <a:gd name="connsiteX0" fmla="*/ 17584 w 1591407"/>
              <a:gd name="connsiteY0" fmla="*/ 0 h 202223"/>
              <a:gd name="connsiteX1" fmla="*/ 1591407 w 1591407"/>
              <a:gd name="connsiteY1" fmla="*/ 0 h 202223"/>
              <a:gd name="connsiteX2" fmla="*/ 1591407 w 1591407"/>
              <a:gd name="connsiteY2" fmla="*/ 202223 h 202223"/>
              <a:gd name="connsiteX3" fmla="*/ 0 w 1591407"/>
              <a:gd name="connsiteY3" fmla="*/ 202223 h 202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407" h="202223">
                <a:moveTo>
                  <a:pt x="17584" y="0"/>
                </a:moveTo>
                <a:lnTo>
                  <a:pt x="1591407" y="0"/>
                </a:lnTo>
                <a:lnTo>
                  <a:pt x="1591407" y="202223"/>
                </a:lnTo>
                <a:lnTo>
                  <a:pt x="0" y="202223"/>
                </a:lnTo>
              </a:path>
            </a:pathLst>
          </a:custGeom>
          <a:noFill/>
          <a:ln>
            <a:solidFill>
              <a:srgbClr val="2E41FA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181600" y="2533600"/>
                <a:ext cx="2718501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𝑁𝑌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nor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T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27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2533600"/>
                <a:ext cx="271850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Freeform 45"/>
          <p:cNvSpPr/>
          <p:nvPr/>
        </p:nvSpPr>
        <p:spPr>
          <a:xfrm>
            <a:off x="5181600" y="3481070"/>
            <a:ext cx="1591407" cy="202223"/>
          </a:xfrm>
          <a:custGeom>
            <a:avLst/>
            <a:gdLst>
              <a:gd name="connsiteX0" fmla="*/ 17584 w 1591407"/>
              <a:gd name="connsiteY0" fmla="*/ 0 h 202223"/>
              <a:gd name="connsiteX1" fmla="*/ 1591407 w 1591407"/>
              <a:gd name="connsiteY1" fmla="*/ 0 h 202223"/>
              <a:gd name="connsiteX2" fmla="*/ 1591407 w 1591407"/>
              <a:gd name="connsiteY2" fmla="*/ 202223 h 202223"/>
              <a:gd name="connsiteX3" fmla="*/ 0 w 1591407"/>
              <a:gd name="connsiteY3" fmla="*/ 202223 h 202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407" h="202223">
                <a:moveTo>
                  <a:pt x="17584" y="0"/>
                </a:moveTo>
                <a:lnTo>
                  <a:pt x="1591407" y="0"/>
                </a:lnTo>
                <a:lnTo>
                  <a:pt x="1591407" y="202223"/>
                </a:lnTo>
                <a:lnTo>
                  <a:pt x="0" y="202223"/>
                </a:ln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7" name="Freeform 46"/>
          <p:cNvSpPr/>
          <p:nvPr/>
        </p:nvSpPr>
        <p:spPr>
          <a:xfrm flipH="1">
            <a:off x="2133600" y="2871470"/>
            <a:ext cx="1591407" cy="202223"/>
          </a:xfrm>
          <a:custGeom>
            <a:avLst/>
            <a:gdLst>
              <a:gd name="connsiteX0" fmla="*/ 17584 w 1591407"/>
              <a:gd name="connsiteY0" fmla="*/ 0 h 202223"/>
              <a:gd name="connsiteX1" fmla="*/ 1591407 w 1591407"/>
              <a:gd name="connsiteY1" fmla="*/ 0 h 202223"/>
              <a:gd name="connsiteX2" fmla="*/ 1591407 w 1591407"/>
              <a:gd name="connsiteY2" fmla="*/ 202223 h 202223"/>
              <a:gd name="connsiteX3" fmla="*/ 0 w 1591407"/>
              <a:gd name="connsiteY3" fmla="*/ 202223 h 2022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407" h="202223">
                <a:moveTo>
                  <a:pt x="17584" y="0"/>
                </a:moveTo>
                <a:lnTo>
                  <a:pt x="1591407" y="0"/>
                </a:lnTo>
                <a:lnTo>
                  <a:pt x="1591407" y="202223"/>
                </a:lnTo>
                <a:lnTo>
                  <a:pt x="0" y="202223"/>
                </a:lnTo>
              </a:path>
            </a:pathLst>
          </a:custGeom>
          <a:noFill/>
          <a:ln>
            <a:solidFill>
              <a:srgbClr val="2E41FA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/>
              <p:cNvSpPr txBox="1"/>
              <p:nvPr/>
            </p:nvSpPr>
            <p:spPr>
              <a:xfrm>
                <a:off x="914400" y="2540792"/>
                <a:ext cx="267977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𝑁𝑌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1" i="0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Y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𝑇𝑟𝑢𝑒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;</m:t>
                      </m:r>
                      <m:r>
                        <m:rPr>
                          <m:nor/>
                        </m:rPr>
                        <a:rPr lang="en-US" b="0" i="1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+=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27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48" name="Text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540792"/>
                <a:ext cx="2679773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/>
              <p:cNvSpPr txBox="1"/>
              <p:nvPr/>
            </p:nvSpPr>
            <p:spPr>
              <a:xfrm>
                <a:off x="5562600" y="3862070"/>
                <a:ext cx="476412" cy="52322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ctr" rtl="0"/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⋮</m:t>
                    </m:r>
                  </m:oMath>
                </a14:m>
                <a:r>
                  <a:rPr lang="en-US" sz="2800" b="0" i="0" dirty="0">
                    <a:latin typeface="+mj-lt"/>
                  </a:rPr>
                  <a:t>  </a:t>
                </a:r>
                <a:endParaRPr lang="he-IL" sz="2800" dirty="0"/>
              </a:p>
            </p:txBody>
          </p:sp>
        </mc:Choice>
        <mc:Fallback xmlns="">
          <p:sp>
            <p:nvSpPr>
              <p:cNvPr id="40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2600" y="3862070"/>
                <a:ext cx="476412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2971800" y="3862070"/>
                <a:ext cx="476412" cy="52322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sz="2800" b="0" i="1" dirty="0" smtClean="0">
                        <a:latin typeface="Cambria Math" panose="02040503050406030204" pitchFamily="18" charset="0"/>
                      </a:rPr>
                      <m:t>⋮</m:t>
                    </m:r>
                  </m:oMath>
                </a14:m>
                <a:r>
                  <a:rPr lang="en-US" sz="2800" b="0" i="0" dirty="0">
                    <a:latin typeface="+mj-lt"/>
                  </a:rPr>
                  <a:t>  </a:t>
                </a:r>
                <a:endParaRPr lang="he-IL" sz="2800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71800" y="3862070"/>
                <a:ext cx="476412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ounded Rectangle 50"/>
          <p:cNvSpPr/>
          <p:nvPr/>
        </p:nvSpPr>
        <p:spPr>
          <a:xfrm>
            <a:off x="5791200" y="5715000"/>
            <a:ext cx="1447800" cy="838200"/>
          </a:xfrm>
          <a:prstGeom prst="roundRect">
            <a:avLst/>
          </a:prstGeom>
          <a:solidFill>
            <a:srgbClr val="FF000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52" name="Rounded Rectangle 51"/>
          <p:cNvSpPr/>
          <p:nvPr/>
        </p:nvSpPr>
        <p:spPr>
          <a:xfrm>
            <a:off x="1752600" y="5715000"/>
            <a:ext cx="1447800" cy="838200"/>
          </a:xfrm>
          <a:prstGeom prst="roundRect">
            <a:avLst/>
          </a:prstGeom>
          <a:solidFill>
            <a:srgbClr val="2E41FA"/>
          </a:solidFill>
          <a:ln>
            <a:solidFill>
              <a:srgbClr val="00206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53" name="Straight Arrow Connector 52"/>
          <p:cNvCxnSpPr>
            <a:stCxn id="5" idx="2"/>
          </p:cNvCxnSpPr>
          <p:nvPr/>
        </p:nvCxnSpPr>
        <p:spPr>
          <a:xfrm>
            <a:off x="4457700" y="4547870"/>
            <a:ext cx="1409700" cy="1143000"/>
          </a:xfrm>
          <a:prstGeom prst="straightConnector1">
            <a:avLst/>
          </a:prstGeom>
          <a:noFill/>
          <a:ln>
            <a:solidFill>
              <a:srgbClr val="FF0000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/>
              <p:cNvSpPr txBox="1"/>
              <p:nvPr/>
            </p:nvSpPr>
            <p:spPr>
              <a:xfrm>
                <a:off x="5257800" y="4852670"/>
                <a:ext cx="2555315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270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𝑇𝑟𝑢𝑚𝑝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𝑤𝑖𝑛𝑠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4" name="TextBox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7800" y="4852670"/>
                <a:ext cx="2555315" cy="369332"/>
              </a:xfrm>
              <a:prstGeom prst="rect">
                <a:avLst/>
              </a:prstGeom>
              <a:blipFill>
                <a:blip r:embed="rId10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/>
          <p:cNvCxnSpPr>
            <a:stCxn id="5" idx="2"/>
          </p:cNvCxnSpPr>
          <p:nvPr/>
        </p:nvCxnSpPr>
        <p:spPr>
          <a:xfrm flipH="1">
            <a:off x="3200400" y="4547870"/>
            <a:ext cx="1257300" cy="1219200"/>
          </a:xfrm>
          <a:prstGeom prst="straightConnector1">
            <a:avLst/>
          </a:prstGeom>
          <a:noFill/>
          <a:ln>
            <a:solidFill>
              <a:srgbClr val="2E41FA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/>
              <p:cNvSpPr txBox="1"/>
              <p:nvPr/>
            </p:nvSpPr>
            <p:spPr>
              <a:xfrm>
                <a:off x="1272819" y="4856507"/>
                <a:ext cx="2492414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270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𝐵𝑖𝑑𝑒𝑛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_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𝑤𝑖𝑛𝑠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9" name="TextBox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2819" y="4856507"/>
                <a:ext cx="2492414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/>
          <p:cNvCxnSpPr>
            <a:endCxn id="5" idx="0"/>
          </p:cNvCxnSpPr>
          <p:nvPr/>
        </p:nvCxnSpPr>
        <p:spPr>
          <a:xfrm>
            <a:off x="4457700" y="1576070"/>
            <a:ext cx="0" cy="457200"/>
          </a:xfrm>
          <a:prstGeom prst="straightConnector1">
            <a:avLst/>
          </a:prstGeom>
          <a:noFill/>
          <a:ln>
            <a:solidFill>
              <a:srgbClr val="7030A0"/>
            </a:solidFill>
            <a:headEnd type="none" w="med" len="med"/>
            <a:tailEnd type="triangl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7D4ACB2F-BC36-4DAF-9092-C82C90AAE0B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959"/>
          <a:stretch/>
        </p:blipFill>
        <p:spPr bwMode="auto">
          <a:xfrm>
            <a:off x="2133600" y="5732085"/>
            <a:ext cx="677237" cy="791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2">
            <a:extLst>
              <a:ext uri="{FF2B5EF4-FFF2-40B4-BE49-F238E27FC236}">
                <a16:creationId xmlns:a16="http://schemas.microsoft.com/office/drawing/2014/main" id="{04DBD2E4-BF93-4104-93FB-32F57585E4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310"/>
          <a:stretch/>
        </p:blipFill>
        <p:spPr bwMode="auto">
          <a:xfrm>
            <a:off x="6201994" y="5734971"/>
            <a:ext cx="700482" cy="791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/>
              <p:cNvSpPr txBox="1"/>
              <p:nvPr/>
            </p:nvSpPr>
            <p:spPr>
              <a:xfrm>
                <a:off x="3798866" y="1261039"/>
                <a:ext cx="3399329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!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𝐶𝑎𝑙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∧!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𝑁𝑌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∧!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𝐹𝑙𝑜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⋯∧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0" name="TextBox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8866" y="1261039"/>
                <a:ext cx="3399329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332336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CD77F6B-0930-4490-8A35-905861F04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397" y="1051369"/>
            <a:ext cx="8584394" cy="5654231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AA0032A-83B3-484A-ABDE-D452F454E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24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3E7CF4D-4A99-4579-B501-889D2B7EC90D}"/>
                  </a:ext>
                </a:extLst>
              </p:cNvPr>
              <p:cNvSpPr txBox="1"/>
              <p:nvPr/>
            </p:nvSpPr>
            <p:spPr>
              <a:xfrm>
                <a:off x="2590800" y="291525"/>
                <a:ext cx="346896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he-IL" sz="3200" dirty="0">
                    <a:latin typeface="Gisha" panose="020B0502040204020203" pitchFamily="34" charset="-79"/>
                    <a:cs typeface="Gisha" panose="020B0502040204020203" pitchFamily="34" charset="-79"/>
                  </a:rPr>
                  <a:t>חישוב </a:t>
                </a:r>
                <a14:m>
                  <m:oMath xmlns:m="http://schemas.openxmlformats.org/officeDocument/2006/math">
                    <m:r>
                      <a:rPr lang="he-IL" sz="32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𝑅𝑒𝑎𝑐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𝑇𝑆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lang="en-US" sz="3200" dirty="0"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03E7CF4D-4A99-4579-B501-889D2B7EC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291525"/>
                <a:ext cx="3468963" cy="584775"/>
              </a:xfrm>
              <a:prstGeom prst="rect">
                <a:avLst/>
              </a:prstGeom>
              <a:blipFill>
                <a:blip r:embed="rId3"/>
                <a:stretch>
                  <a:fillRect t="-13542" r="-4394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4374484C-0305-43C2-ABC1-C1236FACFF81}"/>
              </a:ext>
            </a:extLst>
          </p:cNvPr>
          <p:cNvSpPr txBox="1"/>
          <p:nvPr/>
        </p:nvSpPr>
        <p:spPr>
          <a:xfrm>
            <a:off x="3657600" y="5377577"/>
            <a:ext cx="2133600" cy="1328023"/>
          </a:xfrm>
          <a:prstGeom prst="wedgeRoundRectCallout">
            <a:avLst>
              <a:gd name="adj1" fmla="val -100887"/>
              <a:gd name="adj2" fmla="val -10252"/>
              <a:gd name="adj3" fmla="val 16667"/>
            </a:avLst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pPr algn="l" rtl="0"/>
            <a:r>
              <a:rPr lang="nl-NL" dirty="0">
                <a:solidFill>
                  <a:srgbClr val="FFFF00"/>
                </a:solidFill>
                <a:latin typeface="Consolas" panose="020B0609020204030204" pitchFamily="49" charset="0"/>
              </a:rPr>
              <a:t>len(S)=1</a:t>
            </a:r>
          </a:p>
          <a:p>
            <a:pPr algn="l" rtl="0"/>
            <a:r>
              <a:rPr lang="nl-NL" dirty="0">
                <a:solidFill>
                  <a:srgbClr val="FFFF00"/>
                </a:solidFill>
                <a:latin typeface="Consolas" panose="020B0609020204030204" pitchFamily="49" charset="0"/>
              </a:rPr>
              <a:t>len(S)=98</a:t>
            </a:r>
          </a:p>
          <a:p>
            <a:pPr algn="l" rtl="0"/>
            <a:r>
              <a:rPr lang="nl-NL" dirty="0">
                <a:solidFill>
                  <a:srgbClr val="FFFF00"/>
                </a:solidFill>
                <a:latin typeface="Consolas" panose="020B0609020204030204" pitchFamily="49" charset="0"/>
              </a:rPr>
              <a:t>len(S)=4633</a:t>
            </a:r>
          </a:p>
          <a:p>
            <a:pPr algn="l" rtl="0"/>
            <a:r>
              <a:rPr lang="nl-NL" dirty="0">
                <a:solidFill>
                  <a:srgbClr val="FFFF00"/>
                </a:solidFill>
                <a:latin typeface="Consolas" panose="020B0609020204030204" pitchFamily="49" charset="0"/>
              </a:rPr>
              <a:t>len(S)=139085</a:t>
            </a:r>
            <a:r>
              <a:rPr lang="en-US" dirty="0">
                <a:solidFill>
                  <a:srgbClr val="FFFF00"/>
                </a:solidFill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8296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>
                <a:latin typeface="Arial Rounded MT Bold" panose="020F0704030504030204" pitchFamily="34" charset="0"/>
              </a:rPr>
              <a:t>הגדרות פורמליות: הצבות, תנאים והשפעה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10551" y="1066800"/>
                <a:ext cx="8763000" cy="51816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3000"/>
                  </a:spcBef>
                  <a:spcAft>
                    <a:spcPts val="1200"/>
                  </a:spcAft>
                </a:pPr>
                <a:r>
                  <a:rPr lang="he-IL" sz="2000" dirty="0">
                    <a:latin typeface="Arial Rounded MT Bold" panose="020F0704030504030204" pitchFamily="34" charset="0"/>
                  </a:rPr>
                  <a:t>נקרא לקבוצת המשתנים שבתוכנית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</m:oMath>
                </a14:m>
                <a:endParaRPr lang="en-US" sz="2000" dirty="0">
                  <a:latin typeface="Arial Rounded MT Bold" panose="020F0704030504030204" pitchFamily="34" charset="0"/>
                </a:endParaRPr>
              </a:p>
              <a:p>
                <a:pPr>
                  <a:spcBef>
                    <a:spcPts val="0"/>
                  </a:spcBef>
                  <a:spcAft>
                    <a:spcPts val="600"/>
                  </a:spcAft>
                </a:pPr>
                <a:r>
                  <a:rPr lang="he-IL" sz="2000" dirty="0">
                    <a:latin typeface="Arial Rounded MT Bold" panose="020F0704030504030204" pitchFamily="34" charset="0"/>
                  </a:rPr>
                  <a:t>לקבוצת ההשמות (</a:t>
                </a:r>
                <a:r>
                  <a:rPr lang="en-US" sz="2000" dirty="0"/>
                  <a:t>evaluations</a:t>
                </a:r>
                <a:r>
                  <a:rPr lang="he-IL" sz="2000" dirty="0">
                    <a:latin typeface="Arial Rounded MT Bold" panose="020F0704030504030204" pitchFamily="34" charset="0"/>
                  </a:rPr>
                  <a:t>)</a:t>
                </a:r>
                <a:r>
                  <a:rPr lang="en-US" sz="2000" dirty="0">
                    <a:latin typeface="Arial Rounded MT Bold" panose="020F0704030504030204" pitchFamily="34" charset="0"/>
                  </a:rPr>
                  <a:t> :</a:t>
                </a:r>
                <a:r>
                  <a:rPr lang="he-IL" sz="2000" dirty="0">
                    <a:latin typeface="Arial Rounded MT Bold" panose="020F07040305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𝐸𝑣𝑎𝑙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𝑉𝑎𝑟</m:t>
                    </m:r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endParaRPr lang="he-IL" sz="2000" dirty="0">
                  <a:solidFill>
                    <a:srgbClr val="FF0000"/>
                  </a:solidFill>
                  <a:latin typeface="Arial Rounded MT Bold" panose="020F0704030504030204" pitchFamily="34" charset="0"/>
                </a:endParaRPr>
              </a:p>
              <a:p>
                <a:pPr lvl="1"/>
                <a:r>
                  <a:rPr lang="he-IL" sz="2000" dirty="0">
                    <a:latin typeface="Arial Rounded MT Bold" panose="020F0704030504030204" pitchFamily="34" charset="0"/>
                  </a:rPr>
                  <a:t>השמה היא פונקציה המתאימה לכל משתנה ערך.</a:t>
                </a:r>
              </a:p>
              <a:p>
                <a:pPr lvl="1"/>
                <a:r>
                  <a:rPr lang="he-IL" sz="2000" dirty="0">
                    <a:latin typeface="Arial Rounded MT Bold" panose="020F0704030504030204" pitchFamily="34" charset="0"/>
                  </a:rPr>
                  <a:t>נתאר בד"כ כקבוצת זוגות: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Hi</m:t>
                    </m:r>
                    <m:r>
                      <m:rPr>
                        <m:nor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}</m:t>
                    </m:r>
                  </m:oMath>
                </a14:m>
                <a:endParaRPr lang="en-US" sz="2000" dirty="0">
                  <a:latin typeface="Arial Rounded MT Bold" panose="020F0704030504030204" pitchFamily="34" charset="0"/>
                </a:endParaRPr>
              </a:p>
              <a:p>
                <a:pPr>
                  <a:spcBef>
                    <a:spcPts val="1800"/>
                  </a:spcBef>
                  <a:spcAft>
                    <a:spcPts val="600"/>
                  </a:spcAft>
                </a:pPr>
                <a:r>
                  <a:rPr lang="he-IL" sz="2000" dirty="0">
                    <a:latin typeface="Arial Rounded MT Bold" panose="020F0704030504030204" pitchFamily="34" charset="0"/>
                  </a:rPr>
                  <a:t>לקבוצת התנאים (</a:t>
                </a:r>
                <a:r>
                  <a:rPr lang="en-US" sz="2000" dirty="0"/>
                  <a:t>conditions</a:t>
                </a:r>
                <a:r>
                  <a:rPr lang="he-IL" sz="2000" dirty="0">
                    <a:latin typeface="Arial Rounded MT Bold" panose="020F0704030504030204" pitchFamily="34" charset="0"/>
                  </a:rPr>
                  <a:t>):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𝐶𝑜𝑛𝑑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(</m:t>
                    </m:r>
                    <m:r>
                      <a:rPr lang="en-US" sz="2000" i="1" dirty="0" err="1" smtClean="0">
                        <a:solidFill>
                          <a:srgbClr val="FF0000"/>
                        </a:solidFill>
                        <a:latin typeface="Cambria Math"/>
                      </a:rPr>
                      <m:t>𝑉𝑎𝑟</m:t>
                    </m:r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 </a:t>
                </a:r>
                <a:endParaRPr lang="he-IL" sz="2000" dirty="0">
                  <a:latin typeface="Arial Rounded MT Bold" panose="020F070403050403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000" i="1" dirty="0" smtClean="0">
                        <a:latin typeface="Cambria Math"/>
                      </a:rPr>
                      <m:t>: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𝐶𝑜𝑛𝑑</m:t>
                    </m:r>
                    <m:d>
                      <m:dPr>
                        <m:ctrlPr>
                          <a:rPr lang="en-US" sz="20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𝑉𝑎𝑟</m:t>
                        </m:r>
                      </m:e>
                    </m:d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i="1" dirty="0" err="1" smtClean="0">
                        <a:latin typeface="Cambria Math"/>
                      </a:rPr>
                      <m:t>𝐸𝑣𝑎𝑙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 smtClean="0">
                            <a:latin typeface="Cambria Math"/>
                          </a:rPr>
                          <m:t>𝑉𝑎𝑟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𝑇𝑟𝑢𝑒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𝐹𝑎𝑙𝑠𝑒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he-IL" sz="2000" dirty="0">
                  <a:latin typeface="Arial Rounded MT Bold" panose="020F0704030504030204" pitchFamily="34" charset="0"/>
                </a:endParaRPr>
              </a:p>
              <a:p>
                <a:pPr lvl="1"/>
                <a:r>
                  <a:rPr lang="he-IL" sz="2000" dirty="0">
                    <a:latin typeface="Arial Rounded MT Bold" panose="020F0704030504030204" pitchFamily="34" charset="0"/>
                  </a:rPr>
                  <a:t>פונקציה הקובעת ערך אמת לכל תנאי ולכל השמה</a:t>
                </a:r>
                <a:endParaRPr lang="en-US" sz="2000" dirty="0">
                  <a:latin typeface="Arial Rounded MT Bold" panose="020F070403050403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he-IL" sz="2000" b="0" i="1" smtClean="0">
                        <a:latin typeface="Cambria Math" panose="02040503050406030204" pitchFamily="18" charset="0"/>
                      </a:rPr>
                      <m:t>⊨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↦</m:t>
                            </m:r>
                            <m:r>
                              <m:rPr>
                                <m:nor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m:rPr>
                                <m:nor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Hi</m:t>
                            </m:r>
                            <m:r>
                              <m:rPr>
                                <m:nor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𝑟𝑢𝑒</m:t>
                    </m:r>
                  </m:oMath>
                </a14:m>
                <a:endParaRPr lang="en-US" sz="2000" b="0" dirty="0">
                  <a:latin typeface="Arial Rounded MT Bold" panose="020F070403050403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Hi</m:t>
                        </m:r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⊨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lang="he-IL" sz="2000" dirty="0">
                  <a:solidFill>
                    <a:srgbClr val="061BE4"/>
                  </a:solidFill>
                  <a:latin typeface="Arial Rounded MT Bold" panose="020F070403050403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Hi</m:t>
                        </m:r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⊭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he-IL" sz="2000" dirty="0">
                  <a:solidFill>
                    <a:srgbClr val="061BE4"/>
                  </a:solidFill>
                  <a:latin typeface="Arial Rounded MT Bold" panose="020F0704030504030204" pitchFamily="34" charset="0"/>
                </a:endParaRPr>
              </a:p>
              <a:p>
                <a:pPr>
                  <a:spcBef>
                    <a:spcPts val="1800"/>
                  </a:spcBef>
                  <a:spcAft>
                    <a:spcPts val="600"/>
                  </a:spcAft>
                </a:pPr>
                <a:r>
                  <a:rPr lang="he-IL" sz="2000" dirty="0">
                    <a:latin typeface="Arial Rounded MT Bold" panose="020F0704030504030204" pitchFamily="34" charset="0"/>
                  </a:rPr>
                  <a:t>לקבוצת הפעולות</a:t>
                </a:r>
                <a:r>
                  <a:rPr lang="en-US" sz="2000" dirty="0">
                    <a:latin typeface="Arial Rounded MT Bold" panose="020F0704030504030204" pitchFamily="34" charset="0"/>
                  </a:rPr>
                  <a:t>:</a:t>
                </a:r>
                <a:r>
                  <a:rPr lang="he-IL" sz="2000" dirty="0">
                    <a:latin typeface="Arial Rounded MT Bold" panose="020F07040305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𝐴𝑐𝑡</m:t>
                    </m:r>
                  </m:oMath>
                </a14:m>
                <a:endParaRPr lang="he-IL" sz="2000" dirty="0">
                  <a:latin typeface="Arial Rounded MT Bold" panose="020F0704030504030204" pitchFamily="34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Effect</m:t>
                    </m:r>
                    <m:r>
                      <a:rPr lang="en-US" sz="2000" i="1" dirty="0" smtClean="0">
                        <a:latin typeface="Cambria Math"/>
                      </a:rPr>
                      <m:t>: </m:t>
                    </m:r>
                    <m:r>
                      <a:rPr lang="en-US" sz="2000" i="1" dirty="0" smtClean="0">
                        <a:latin typeface="Cambria Math"/>
                      </a:rPr>
                      <m:t>𝐴𝑐𝑡</m:t>
                    </m:r>
                    <m:r>
                      <a:rPr lang="en-US" sz="2000" b="0" i="1" dirty="0" smtClean="0">
                        <a:latin typeface="Cambria Math"/>
                      </a:rPr>
                      <m:t>×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err="1" smtClean="0">
                        <a:latin typeface="Cambria Math"/>
                      </a:rPr>
                      <m:t>𝐸𝑣𝑎𝑙</m:t>
                    </m:r>
                    <m:d>
                      <m:dPr>
                        <m:ctrlPr>
                          <a:rPr lang="en-US" sz="20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 dirty="0" err="1" smtClean="0">
                            <a:latin typeface="Cambria Math"/>
                          </a:rPr>
                          <m:t>𝑉𝑎𝑟</m:t>
                        </m:r>
                      </m:e>
                    </m:d>
                    <m:r>
                      <a:rPr lang="en-US" sz="2000" b="0" i="1" dirty="0" smtClean="0">
                        <a:latin typeface="Cambria Math"/>
                      </a:rPr>
                      <m:t>→</m:t>
                    </m:r>
                    <m:r>
                      <a:rPr lang="en-US" sz="2000" i="1" dirty="0" smtClean="0">
                        <a:latin typeface="Cambria Math"/>
                      </a:rPr>
                      <m:t> </m:t>
                    </m:r>
                    <m:r>
                      <a:rPr lang="en-US" sz="2000" i="1" dirty="0" err="1" smtClean="0">
                        <a:latin typeface="Cambria Math"/>
                      </a:rPr>
                      <m:t>𝐸𝑣𝑎𝑙</m:t>
                    </m:r>
                    <m:r>
                      <a:rPr lang="en-US" sz="2000" i="1" dirty="0" smtClean="0">
                        <a:latin typeface="Cambria Math"/>
                      </a:rPr>
                      <m:t>(</m:t>
                    </m:r>
                    <m:r>
                      <a:rPr lang="en-US" sz="2000" i="1" dirty="0" err="1" smtClean="0">
                        <a:latin typeface="Cambria Math"/>
                      </a:rPr>
                      <m:t>𝑉𝑎𝑟</m:t>
                    </m:r>
                    <m:r>
                      <a:rPr lang="en-US" sz="2000" i="1" dirty="0" smtClean="0">
                        <a:latin typeface="Cambria Math"/>
                      </a:rPr>
                      <m:t>)</m:t>
                    </m:r>
                  </m:oMath>
                </a14:m>
                <a:endParaRPr lang="en-US" sz="2000" dirty="0">
                  <a:latin typeface="Arial Rounded MT Bold" panose="020F0704030504030204" pitchFamily="34" charset="0"/>
                </a:endParaRPr>
              </a:p>
              <a:p>
                <a:pPr lvl="1"/>
                <a:r>
                  <a:rPr lang="he-IL" sz="2000" dirty="0">
                    <a:latin typeface="Arial Rounded MT Bold" panose="020F0704030504030204" pitchFamily="34" charset="0"/>
                  </a:rPr>
                  <a:t>פונקציה המתאימה לכל פעולה ולכל השמה את ההשמה שתהיה לאחר הפעולה</a:t>
                </a:r>
                <a:r>
                  <a:rPr lang="en-US" sz="2000" dirty="0">
                    <a:latin typeface="Arial Rounded MT Bold" panose="020F0704030504030204" pitchFamily="34" charset="0"/>
                  </a:rPr>
                  <a:t>.</a:t>
                </a:r>
              </a:p>
              <a:p>
                <a:pPr lvl="1" algn="r"/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000" b="0" i="1" smtClean="0">
                        <a:latin typeface="Cambria Math" panose="02040503050406030204" pitchFamily="18" charset="0"/>
                      </a:rPr>
                      <m:t>Effect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nor/>
                          </m:rPr>
                          <a:rPr lang="en-US" sz="2000" b="0" i="0" dirty="0" smtClean="0">
                            <a:latin typeface="Cambria Math" panose="02040503050406030204" pitchFamily="18" charset="0"/>
                          </a:rPr>
                          <m:t>++</m:t>
                        </m:r>
                        <m:r>
                          <a:rPr lang="en-US" sz="20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en-US" sz="20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↦</m:t>
                            </m:r>
                            <m:r>
                              <m:rPr>
                                <m:nor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′</m:t>
                            </m:r>
                            <m:r>
                              <m:rPr>
                                <m:nor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Hi</m:t>
                            </m:r>
                            <m:r>
                              <m:rPr>
                                <m:nor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he-IL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he-IL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↦</m:t>
                        </m:r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Hi</m:t>
                        </m:r>
                        <m:r>
                          <m:rPr>
                            <m:nor/>
                          </m:rPr>
                          <a:rPr lang="en-US" sz="2000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</m:oMath>
                </a14:m>
                <a:endParaRPr lang="en-US" sz="2000" dirty="0">
                  <a:latin typeface="Arial Rounded MT Bold" panose="020F0704030504030204" pitchFamily="34" charset="0"/>
                </a:endParaRPr>
              </a:p>
              <a:p>
                <a:pPr lvl="1"/>
                <a:endParaRPr lang="he-IL" sz="2000" dirty="0"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10551" y="1066800"/>
                <a:ext cx="8763000" cy="5181600"/>
              </a:xfrm>
              <a:blipFill>
                <a:blip r:embed="rId2"/>
                <a:stretch>
                  <a:fillRect t="-471" r="-487" b="-116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Arial Rounded MT Bold" panose="020F0704030504030204" pitchFamily="34" charset="0"/>
              </a:rPr>
              <a:pPr/>
              <a:t>25</a:t>
            </a:fld>
            <a:endParaRPr lang="he-IL">
              <a:latin typeface="Arial Rounded MT Bold" panose="020F0704030504030204" pitchFamily="34" charset="0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661DAA78-10F2-496C-8417-16BCF9CB0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62" y="1676400"/>
            <a:ext cx="2743200" cy="26616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he-IL" dirty="0">
                <a:latin typeface="Arial Rounded MT Bold" panose="020F0704030504030204" pitchFamily="34" charset="0"/>
              </a:rPr>
              <a:t>הגדרה: גרף תוכנית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838200" y="1066800"/>
                <a:ext cx="8153400" cy="5791200"/>
              </a:xfrm>
            </p:spPr>
            <p:txBody>
              <a:bodyPr>
                <a:normAutofit fontScale="85000" lnSpcReduction="20000"/>
              </a:bodyPr>
              <a:lstStyle/>
              <a:p>
                <a:pPr marL="0" indent="0" algn="r">
                  <a:lnSpc>
                    <a:spcPct val="160000"/>
                  </a:lnSpc>
                  <a:spcAft>
                    <a:spcPts val="1200"/>
                  </a:spcAft>
                  <a:buNone/>
                </a:pPr>
                <a:r>
                  <a:rPr lang="he-IL" sz="2400" dirty="0">
                    <a:latin typeface="Arial Rounded MT Bold" panose="020F0704030504030204" pitchFamily="34" charset="0"/>
                  </a:rPr>
                  <a:t>גרף תוכנית (</a:t>
                </a:r>
                <a:r>
                  <a:rPr lang="en-US" sz="2400" dirty="0">
                    <a:solidFill>
                      <a:srgbClr val="FF0000"/>
                    </a:solidFill>
                  </a:rPr>
                  <a:t>program graph</a:t>
                </a:r>
                <a:r>
                  <a:rPr lang="he-IL" sz="2400" dirty="0">
                    <a:latin typeface="Arial Rounded MT Bold" panose="020F0704030504030204" pitchFamily="34" charset="0"/>
                  </a:rPr>
                  <a:t>) מעל קבוצת משתנים  </a:t>
                </a:r>
                <a:r>
                  <a:rPr lang="en-US" sz="2400" dirty="0">
                    <a:latin typeface="Arial Rounded MT Bold" panose="020F07040305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𝑉𝑎𝑟</m:t>
                    </m:r>
                  </m:oMath>
                </a14:m>
                <a:r>
                  <a:rPr lang="he-IL" sz="2400" dirty="0">
                    <a:latin typeface="Arial Rounded MT Bold" panose="020F0704030504030204" pitchFamily="34" charset="0"/>
                  </a:rPr>
                  <a:t> הוא שביעיה סדורה</a:t>
                </a:r>
              </a:p>
              <a:p>
                <a:pPr marL="0" indent="0">
                  <a:lnSpc>
                    <a:spcPct val="16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⟨"/>
                          <m:endChr m:val="⟩"/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latin typeface="Cambria Math"/>
                            </a:rPr>
                            <m:t>𝐿𝑜𝑐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, 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𝐴𝑐𝑡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, ⊨,</m:t>
                          </m:r>
                          <m:r>
                            <m:rPr>
                              <m:nor/>
                            </m:rPr>
                            <a:rPr lang="en-US" sz="2400" i="1" dirty="0">
                              <a:latin typeface="Cambria Math"/>
                            </a:rPr>
                            <m:t>Effect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, →, 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𝐿𝑜𝑐</m:t>
                          </m:r>
                          <m:r>
                            <a:rPr lang="en-US" sz="2400" i="1" baseline="-25000" dirty="0">
                              <a:latin typeface="Cambria Math"/>
                            </a:rPr>
                            <m:t>0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, </m:t>
                          </m:r>
                          <m:r>
                            <a:rPr lang="en-US" sz="2400" i="1" dirty="0">
                              <a:latin typeface="Cambria Math"/>
                            </a:rPr>
                            <m:t>𝑔</m:t>
                          </m:r>
                          <m:r>
                            <a:rPr lang="en-US" sz="2400" i="1" baseline="-25000" dirty="0">
                              <a:latin typeface="Cambria Math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he-IL" sz="2400" dirty="0">
                  <a:latin typeface="Arial Rounded MT Bold" panose="020F0704030504030204" pitchFamily="34" charset="0"/>
                </a:endParaRP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spcAft>
                    <a:spcPts val="1200"/>
                  </a:spcAft>
                  <a:buNone/>
                </a:pPr>
                <a:r>
                  <a:rPr lang="he-IL" sz="2400" dirty="0">
                    <a:latin typeface="Arial Rounded MT Bold" panose="020F0704030504030204" pitchFamily="34" charset="0"/>
                  </a:rPr>
                  <a:t>באשר:</a:t>
                </a:r>
              </a:p>
              <a:p>
                <a:pPr marL="457200" lvl="1">
                  <a:lnSpc>
                    <a:spcPct val="170000"/>
                  </a:lnSpc>
                  <a:spcAft>
                    <a:spcPts val="1200"/>
                  </a:spcAft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100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𝐿𝑜𝑐</m:t>
                    </m:r>
                  </m:oMath>
                </a14:m>
                <a:r>
                  <a:rPr lang="he-IL" sz="2100" i="1" dirty="0">
                    <a:solidFill>
                      <a:srgbClr val="2E41FA"/>
                    </a:solidFill>
                    <a:latin typeface="Arial Rounded MT Bold" panose="020F0704030504030204" pitchFamily="34" charset="0"/>
                  </a:rPr>
                  <a:t> </a:t>
                </a:r>
                <a:r>
                  <a:rPr lang="he-IL" sz="2100" dirty="0">
                    <a:latin typeface="Arial Rounded MT Bold" panose="020F0704030504030204" pitchFamily="34" charset="0"/>
                  </a:rPr>
                  <a:t>היא קבוצת </a:t>
                </a:r>
                <a:r>
                  <a:rPr lang="he-IL" sz="2100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המקומות</a:t>
                </a:r>
                <a:r>
                  <a:rPr lang="he-IL" sz="2100" dirty="0">
                    <a:latin typeface="Arial Rounded MT Bold" panose="020F0704030504030204" pitchFamily="34" charset="0"/>
                  </a:rPr>
                  <a:t> (</a:t>
                </a:r>
                <a:r>
                  <a:rPr lang="en-US" sz="2100" dirty="0"/>
                  <a:t>locations</a:t>
                </a:r>
                <a:r>
                  <a:rPr lang="he-IL" sz="2100" dirty="0">
                    <a:latin typeface="Arial Rounded MT Bold" panose="020F0704030504030204" pitchFamily="34" charset="0"/>
                  </a:rPr>
                  <a:t>) </a:t>
                </a:r>
              </a:p>
              <a:p>
                <a:pPr marL="457200" lvl="1">
                  <a:lnSpc>
                    <a:spcPct val="160000"/>
                  </a:lnSpc>
                  <a:spcAft>
                    <a:spcPts val="1200"/>
                  </a:spcAft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100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𝐿𝑜𝑐</m:t>
                    </m:r>
                    <m:r>
                      <a:rPr lang="en-US" sz="2100" i="1" baseline="-25000" dirty="0" smtClean="0">
                        <a:solidFill>
                          <a:srgbClr val="061BE4"/>
                        </a:solidFill>
                        <a:latin typeface="Cambria Math"/>
                      </a:rPr>
                      <m:t>0</m:t>
                    </m:r>
                    <m:r>
                      <a:rPr lang="en-US" sz="2100" b="0" i="1" dirty="0" smtClean="0">
                        <a:latin typeface="Cambria Math"/>
                      </a:rPr>
                      <m:t>⊆</m:t>
                    </m:r>
                    <m:r>
                      <a:rPr lang="en-US" sz="2100" i="1" dirty="0" smtClean="0">
                        <a:latin typeface="Cambria Math"/>
                      </a:rPr>
                      <m:t> </m:t>
                    </m:r>
                    <m:r>
                      <a:rPr lang="en-US" sz="2100" i="1" dirty="0" smtClean="0">
                        <a:latin typeface="Cambria Math"/>
                      </a:rPr>
                      <m:t>𝐿𝑜𝑐</m:t>
                    </m:r>
                  </m:oMath>
                </a14:m>
                <a:r>
                  <a:rPr lang="he-IL" sz="2100" dirty="0">
                    <a:latin typeface="Arial Rounded MT Bold" panose="020F0704030504030204" pitchFamily="34" charset="0"/>
                  </a:rPr>
                  <a:t> היא קבוצת מקומות </a:t>
                </a:r>
                <a:r>
                  <a:rPr lang="he-IL" sz="2100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ההתחלה</a:t>
                </a:r>
              </a:p>
              <a:p>
                <a:pPr marL="457200" lvl="1">
                  <a:lnSpc>
                    <a:spcPct val="160000"/>
                  </a:lnSpc>
                  <a:spcAft>
                    <a:spcPts val="1200"/>
                  </a:spcAft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100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𝐴𝑐𝑡</m:t>
                    </m:r>
                  </m:oMath>
                </a14:m>
                <a:r>
                  <a:rPr lang="he-IL" sz="2100" dirty="0">
                    <a:latin typeface="Arial Rounded MT Bold" panose="020F0704030504030204" pitchFamily="34" charset="0"/>
                  </a:rPr>
                  <a:t> היא קבוצת </a:t>
                </a:r>
                <a:r>
                  <a:rPr lang="he-IL" sz="2100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הפעולות</a:t>
                </a:r>
                <a:endParaRPr lang="en-US" sz="2100" dirty="0">
                  <a:solidFill>
                    <a:srgbClr val="FF0000"/>
                  </a:solidFill>
                  <a:latin typeface="Arial Rounded MT Bold" panose="020F0704030504030204" pitchFamily="34" charset="0"/>
                </a:endParaRPr>
              </a:p>
              <a:p>
                <a:pPr marL="457200" lvl="1">
                  <a:lnSpc>
                    <a:spcPct val="160000"/>
                  </a:lnSpc>
                  <a:spcAft>
                    <a:spcPts val="1200"/>
                  </a:spcAft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he-IL" sz="2100" i="1" dirty="0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100" i="1" dirty="0" smtClean="0">
                        <a:latin typeface="Cambria Math"/>
                      </a:rPr>
                      <m:t>: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𝐶𝑜𝑛𝑑</m:t>
                    </m:r>
                    <m:d>
                      <m:dPr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𝑉𝑎𝑟</m:t>
                        </m:r>
                      </m:e>
                    </m:d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100" i="1" dirty="0" err="1" smtClean="0">
                        <a:latin typeface="Cambria Math"/>
                      </a:rPr>
                      <m:t>𝐸𝑣𝑎𝑙</m:t>
                    </m:r>
                    <m:d>
                      <m:dPr>
                        <m:ctrlPr>
                          <a:rPr lang="en-US" sz="21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 err="1" smtClean="0">
                            <a:latin typeface="Cambria Math"/>
                          </a:rPr>
                          <m:t>𝑉𝑎𝑟</m:t>
                        </m:r>
                      </m:e>
                    </m:d>
                    <m:r>
                      <a:rPr lang="en-US" sz="2100" b="0" i="1" dirty="0" smtClean="0">
                        <a:latin typeface="Cambria Math"/>
                      </a:rPr>
                      <m:t>→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𝑇𝑟𝑢𝑒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𝐹𝑎𝑙𝑠𝑒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he-IL" sz="2100" dirty="0">
                    <a:latin typeface="Arial Rounded MT Bold" panose="020F0704030504030204" pitchFamily="34" charset="0"/>
                  </a:rPr>
                  <a:t> היא </a:t>
                </a:r>
                <a:r>
                  <a:rPr lang="he-IL" sz="2100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פונקציית הערכת התנאים</a:t>
                </a:r>
              </a:p>
              <a:p>
                <a:pPr marL="457200" lvl="2">
                  <a:lnSpc>
                    <a:spcPct val="160000"/>
                  </a:lnSpc>
                  <a:spcAft>
                    <a:spcPts val="1200"/>
                  </a:spcAft>
                  <a:buClr>
                    <a:schemeClr val="accent2"/>
                  </a:buClr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100" i="1" dirty="0" smtClean="0">
                        <a:solidFill>
                          <a:srgbClr val="061BE4"/>
                        </a:solidFill>
                        <a:latin typeface="Cambria Math"/>
                      </a:rPr>
                      <m:t>Effect</m:t>
                    </m:r>
                    <m:r>
                      <a:rPr lang="en-US" sz="2100" i="1" dirty="0" smtClean="0">
                        <a:latin typeface="Cambria Math"/>
                      </a:rPr>
                      <m:t>: </m:t>
                    </m:r>
                    <m:r>
                      <a:rPr lang="en-US" sz="2100" i="1" dirty="0" smtClean="0">
                        <a:latin typeface="Cambria Math"/>
                      </a:rPr>
                      <m:t>𝐴𝑐𝑡</m:t>
                    </m:r>
                    <m:r>
                      <a:rPr lang="en-US" sz="2100" b="0" i="1" dirty="0" smtClean="0">
                        <a:latin typeface="Cambria Math"/>
                      </a:rPr>
                      <m:t>×</m:t>
                    </m:r>
                    <m:r>
                      <a:rPr lang="en-US" sz="2100" i="1" dirty="0" err="1" smtClean="0">
                        <a:latin typeface="Cambria Math"/>
                      </a:rPr>
                      <m:t>𝐸𝑣𝑎𝑙</m:t>
                    </m:r>
                    <m:d>
                      <m:dPr>
                        <m:ctrlPr>
                          <a:rPr lang="en-US" sz="21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i="1" dirty="0" err="1" smtClean="0">
                            <a:latin typeface="Cambria Math"/>
                          </a:rPr>
                          <m:t>𝑉𝑎𝑟</m:t>
                        </m:r>
                      </m:e>
                    </m:d>
                    <m:r>
                      <a:rPr lang="en-US" sz="2100" b="0" i="1" dirty="0" smtClean="0">
                        <a:latin typeface="Cambria Math"/>
                      </a:rPr>
                      <m:t>→</m:t>
                    </m:r>
                    <m:r>
                      <a:rPr lang="en-US" sz="2100" i="1" dirty="0" err="1" smtClean="0">
                        <a:latin typeface="Cambria Math"/>
                      </a:rPr>
                      <m:t>𝐸𝑣𝑎𝑙</m:t>
                    </m:r>
                    <m:r>
                      <a:rPr lang="en-US" sz="2100" i="1" dirty="0" smtClean="0">
                        <a:latin typeface="Cambria Math"/>
                      </a:rPr>
                      <m:t>(</m:t>
                    </m:r>
                    <m:r>
                      <a:rPr lang="en-US" sz="2100" i="1" dirty="0" err="1" smtClean="0">
                        <a:latin typeface="Cambria Math"/>
                      </a:rPr>
                      <m:t>𝑉𝑎𝑟</m:t>
                    </m:r>
                    <m:r>
                      <a:rPr lang="en-US" sz="210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he-IL" sz="2100" dirty="0">
                    <a:latin typeface="Arial Rounded MT Bold" panose="020F0704030504030204" pitchFamily="34" charset="0"/>
                  </a:rPr>
                  <a:t> היא </a:t>
                </a:r>
                <a:r>
                  <a:rPr lang="he-IL" sz="2100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פונקציית ההשפעה</a:t>
                </a:r>
              </a:p>
              <a:p>
                <a:pPr marL="457200" lvl="2">
                  <a:lnSpc>
                    <a:spcPct val="160000"/>
                  </a:lnSpc>
                  <a:spcAft>
                    <a:spcPts val="1200"/>
                  </a:spcAft>
                  <a:buClr>
                    <a:schemeClr val="accent2"/>
                  </a:buClr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100" b="0" i="1" dirty="0" smtClean="0">
                        <a:solidFill>
                          <a:srgbClr val="061BE4"/>
                        </a:solidFill>
                        <a:latin typeface="Cambria Math"/>
                        <a:sym typeface="Symbol"/>
                      </a:rPr>
                      <m:t>→ </m:t>
                    </m:r>
                    <m:r>
                      <a:rPr lang="en-US" sz="2100" b="0" i="1" dirty="0" smtClean="0">
                        <a:latin typeface="Cambria Math"/>
                      </a:rPr>
                      <m:t>⊆</m:t>
                    </m:r>
                    <m:r>
                      <a:rPr lang="en-US" sz="2100" i="1" dirty="0" smtClean="0">
                        <a:latin typeface="Cambria Math"/>
                      </a:rPr>
                      <m:t> </m:t>
                    </m:r>
                    <m:r>
                      <a:rPr lang="en-US" sz="2100" i="1" dirty="0" err="1" smtClean="0">
                        <a:latin typeface="Cambria Math"/>
                      </a:rPr>
                      <m:t>𝐿𝑜𝑐</m:t>
                    </m:r>
                    <m:r>
                      <a:rPr lang="en-US" sz="2100" b="0" i="1" dirty="0" smtClean="0">
                        <a:latin typeface="Cambria Math"/>
                      </a:rPr>
                      <m:t>×</m:t>
                    </m:r>
                    <m:r>
                      <a:rPr lang="en-US" sz="2100" i="1" dirty="0" smtClean="0">
                        <a:latin typeface="Cambria Math"/>
                      </a:rPr>
                      <m:t> </m:t>
                    </m:r>
                    <m:r>
                      <a:rPr lang="en-US" sz="2100" i="1" dirty="0" smtClean="0">
                        <a:latin typeface="Cambria Math"/>
                      </a:rPr>
                      <m:t>𝐶𝑜𝑛𝑑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)× </m:t>
                    </m:r>
                    <m:r>
                      <a:rPr lang="en-US" sz="2100" i="1" dirty="0" smtClean="0">
                        <a:latin typeface="Cambria Math"/>
                      </a:rPr>
                      <m:t>𝐴𝑐𝑡</m:t>
                    </m:r>
                    <m:r>
                      <a:rPr lang="en-US" sz="2100" b="0" i="1" dirty="0" smtClean="0">
                        <a:latin typeface="Cambria Math"/>
                      </a:rPr>
                      <m:t>×</m:t>
                    </m:r>
                    <m:r>
                      <a:rPr lang="en-US" sz="2100" i="1" dirty="0" smtClean="0">
                        <a:latin typeface="Cambria Math"/>
                      </a:rPr>
                      <m:t> </m:t>
                    </m:r>
                    <m:r>
                      <a:rPr lang="en-US" sz="2100" i="1" dirty="0" err="1" smtClean="0">
                        <a:latin typeface="Cambria Math"/>
                      </a:rPr>
                      <m:t>𝐿𝑜𝑐</m:t>
                    </m:r>
                  </m:oMath>
                </a14:m>
                <a:r>
                  <a:rPr lang="he-IL" sz="2100" dirty="0">
                    <a:latin typeface="Arial Rounded MT Bold" panose="020F0704030504030204" pitchFamily="34" charset="0"/>
                  </a:rPr>
                  <a:t> הוא </a:t>
                </a:r>
                <a:r>
                  <a:rPr lang="he-IL" sz="2100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יחס המעברים</a:t>
                </a:r>
              </a:p>
              <a:p>
                <a:pPr marL="457200" lvl="2">
                  <a:lnSpc>
                    <a:spcPct val="160000"/>
                  </a:lnSpc>
                  <a:spcAft>
                    <a:spcPts val="1200"/>
                  </a:spcAft>
                  <a:buClr>
                    <a:schemeClr val="accent2"/>
                  </a:buClr>
                  <a:buFont typeface="Arial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100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𝑔</m:t>
                    </m:r>
                    <m:r>
                      <a:rPr lang="en-US" sz="2100" i="1" baseline="-25000" dirty="0" smtClean="0">
                        <a:solidFill>
                          <a:srgbClr val="061BE4"/>
                        </a:solidFill>
                        <a:latin typeface="Cambria Math"/>
                      </a:rPr>
                      <m:t>0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𝐿𝑜</m:t>
                    </m:r>
                    <m:sSub>
                      <m:sSubPr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100" b="0" i="1" dirty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100" i="1" dirty="0" err="1" smtClean="0">
                        <a:latin typeface="Cambria Math"/>
                      </a:rPr>
                      <m:t>𝐶𝑜𝑛𝑑</m:t>
                    </m:r>
                    <m:d>
                      <m:dPr>
                        <m:ctrlPr>
                          <a:rPr lang="en-US" sz="21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100" b="0" i="1" dirty="0" smtClean="0">
                            <a:latin typeface="Cambria Math" panose="02040503050406030204" pitchFamily="18" charset="0"/>
                          </a:rPr>
                          <m:t>𝑉𝑎𝑟</m:t>
                        </m:r>
                      </m:e>
                    </m:d>
                  </m:oMath>
                </a14:m>
                <a:r>
                  <a:rPr lang="he-IL" sz="2100" baseline="-25000" dirty="0">
                    <a:latin typeface="Arial Rounded MT Bold" panose="020F0704030504030204" pitchFamily="34" charset="0"/>
                  </a:rPr>
                  <a:t> </a:t>
                </a:r>
                <a:r>
                  <a:rPr lang="he-IL" sz="2100" dirty="0">
                    <a:latin typeface="Arial Rounded MT Bold" panose="020F0704030504030204" pitchFamily="34" charset="0"/>
                  </a:rPr>
                  <a:t>הוא </a:t>
                </a:r>
                <a:r>
                  <a:rPr lang="he-IL" sz="2100" dirty="0">
                    <a:solidFill>
                      <a:srgbClr val="FF0000"/>
                    </a:solidFill>
                    <a:latin typeface="Arial Rounded MT Bold" panose="020F0704030504030204" pitchFamily="34" charset="0"/>
                  </a:rPr>
                  <a:t>תנאי ההתחלה</a:t>
                </a:r>
                <a:endParaRPr lang="he-IL" sz="2100" baseline="-25000" dirty="0">
                  <a:solidFill>
                    <a:srgbClr val="FF0000"/>
                  </a:solidFill>
                  <a:latin typeface="Arial Rounded MT Bold" panose="020F0704030504030204" pitchFamily="34" charset="0"/>
                </a:endParaRPr>
              </a:p>
              <a:p>
                <a:pPr marL="342900" lvl="1" indent="-342900">
                  <a:lnSpc>
                    <a:spcPct val="160000"/>
                  </a:lnSpc>
                  <a:spcAft>
                    <a:spcPts val="1200"/>
                  </a:spcAft>
                  <a:buFont typeface="Arial" pitchFamily="34" charset="0"/>
                  <a:buChar char="•"/>
                </a:pPr>
                <a:endParaRPr lang="en-US" sz="2400" dirty="0">
                  <a:latin typeface="Arial Rounded MT Bold" panose="020F0704030504030204" pitchFamily="34" charset="0"/>
                </a:endParaRPr>
              </a:p>
              <a:p>
                <a:pPr algn="r">
                  <a:lnSpc>
                    <a:spcPct val="160000"/>
                  </a:lnSpc>
                  <a:spcAft>
                    <a:spcPts val="1200"/>
                  </a:spcAft>
                </a:pPr>
                <a:endParaRPr lang="he-IL" sz="2400" dirty="0">
                  <a:latin typeface="Arial Rounded MT Bold" panose="020F0704030504030204" pitchFamily="34" charset="0"/>
                </a:endParaRPr>
              </a:p>
              <a:p>
                <a:pPr algn="r">
                  <a:lnSpc>
                    <a:spcPct val="160000"/>
                  </a:lnSpc>
                  <a:spcAft>
                    <a:spcPts val="1200"/>
                  </a:spcAft>
                </a:pPr>
                <a:endParaRPr lang="he-IL" sz="2400" dirty="0"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838200" y="1066800"/>
                <a:ext cx="8153400" cy="5791200"/>
              </a:xfrm>
              <a:blipFill>
                <a:blip r:embed="rId2"/>
                <a:stretch>
                  <a:fillRect r="-7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>
                <a:latin typeface="Arial Rounded MT Bold" panose="020F0704030504030204" pitchFamily="34" charset="0"/>
              </a:rPr>
              <a:pPr/>
              <a:t>26</a:t>
            </a:fld>
            <a:endParaRPr lang="he-IL">
              <a:latin typeface="Arial Rounded MT Bold" panose="020F0704030504030204" pitchFamily="34" charset="0"/>
            </a:endParaRPr>
          </a:p>
        </p:txBody>
      </p:sp>
      <p:grpSp>
        <p:nvGrpSpPr>
          <p:cNvPr id="6" name="Group 5"/>
          <p:cNvGrpSpPr/>
          <p:nvPr/>
        </p:nvGrpSpPr>
        <p:grpSpPr>
          <a:xfrm>
            <a:off x="620785" y="1905000"/>
            <a:ext cx="1849828" cy="1956212"/>
            <a:chOff x="228600" y="2286000"/>
            <a:chExt cx="1711265" cy="1981200"/>
          </a:xfrm>
        </p:grpSpPr>
        <p:sp>
          <p:nvSpPr>
            <p:cNvPr id="5" name="Rectangle 4"/>
            <p:cNvSpPr/>
            <p:nvPr/>
          </p:nvSpPr>
          <p:spPr>
            <a:xfrm>
              <a:off x="228600" y="2286000"/>
              <a:ext cx="1295400" cy="3048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>
                  <a:latin typeface="Gisha" panose="020B0502040204020203" pitchFamily="34" charset="-79"/>
                  <a:cs typeface="Gisha" panose="020B0502040204020203" pitchFamily="34" charset="-79"/>
                </a:rPr>
                <a:t>מקום בתוכנית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28600" y="3733800"/>
              <a:ext cx="1295400" cy="533400"/>
            </a:xfrm>
            <a:prstGeom prst="rect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1" anchor="ctr"/>
            <a:lstStyle/>
            <a:p>
              <a:pPr algn="ctr"/>
              <a:r>
                <a:rPr lang="he-IL" sz="1400" dirty="0">
                  <a:latin typeface="Gisha" panose="020B0502040204020203" pitchFamily="34" charset="-79"/>
                  <a:cs typeface="Gisha" panose="020B0502040204020203" pitchFamily="34" charset="-79"/>
                </a:rPr>
                <a:t>המקום הבא בתוכנית</a:t>
              </a:r>
            </a:p>
          </p:txBody>
        </p:sp>
        <p:cxnSp>
          <p:nvCxnSpPr>
            <p:cNvPr id="13" name="Straight Arrow Connector 12"/>
            <p:cNvCxnSpPr>
              <a:stCxn id="5" idx="2"/>
              <a:endCxn id="12" idx="0"/>
            </p:cNvCxnSpPr>
            <p:nvPr/>
          </p:nvCxnSpPr>
          <p:spPr>
            <a:xfrm>
              <a:off x="876300" y="2590800"/>
              <a:ext cx="0" cy="1143000"/>
            </a:xfrm>
            <a:prstGeom prst="straightConnector1">
              <a:avLst/>
            </a:prstGeom>
            <a:ln>
              <a:solidFill>
                <a:schemeClr val="accent2">
                  <a:lumMod val="75000"/>
                </a:schemeClr>
              </a:solidFill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/>
                <p:cNvSpPr txBox="1"/>
                <p:nvPr/>
              </p:nvSpPr>
              <p:spPr>
                <a:xfrm>
                  <a:off x="838200" y="2971800"/>
                  <a:ext cx="1101665" cy="333819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 xmlns:m="http://schemas.openxmlformats.org/officeDocument/2006/math">
                      <m:r>
                        <a:rPr lang="en-US" sz="1400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𝑐𝑜𝑛𝑑</m:t>
                      </m:r>
                      <m:r>
                        <a:rPr lang="en-US" sz="140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lang="en-US" sz="1400" dirty="0">
                      <a:latin typeface="Gisha" panose="020B0502040204020203" pitchFamily="34" charset="-79"/>
                      <a:cs typeface="Gisha" panose="020B0502040204020203" pitchFamily="34" charset="-79"/>
                    </a:rPr>
                    <a:t>: </a:t>
                  </a:r>
                  <a14:m>
                    <m:oMath xmlns:m="http://schemas.openxmlformats.org/officeDocument/2006/math">
                      <m:r>
                        <a:rPr lang="en-US" sz="1400" i="1" dirty="0" smtClean="0">
                          <a:solidFill>
                            <a:srgbClr val="061BE4"/>
                          </a:solidFill>
                          <a:latin typeface="Cambria Math" panose="02040503050406030204" pitchFamily="18" charset="0"/>
                        </a:rPr>
                        <m:t>𝑎𝑐𝑡</m:t>
                      </m:r>
                    </m:oMath>
                  </a14:m>
                  <a:endParaRPr lang="he-IL" sz="1400" dirty="0">
                    <a:latin typeface="Gisha" panose="020B0502040204020203" pitchFamily="34" charset="-79"/>
                    <a:cs typeface="Gisha" panose="020B0502040204020203" pitchFamily="34" charset="-79"/>
                  </a:endParaRPr>
                </a:p>
              </p:txBody>
            </p:sp>
          </mc:Choice>
          <mc:Fallback xmlns="">
            <p:sp>
              <p:nvSpPr>
                <p:cNvPr id="15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8200" y="2971800"/>
                  <a:ext cx="1101665" cy="333819"/>
                </a:xfrm>
                <a:prstGeom prst="rect">
                  <a:avLst/>
                </a:prstGeom>
                <a:blipFill>
                  <a:blip r:embed="rId3"/>
                  <a:stretch>
                    <a:fillRect t="-3704"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/>
              <a:t>גרף </a:t>
            </a:r>
            <a:r>
              <a:rPr lang="he-IL" dirty="0" err="1"/>
              <a:t>תוכנית</a:t>
            </a:r>
            <a:r>
              <a:rPr lang="he-IL" dirty="0"/>
              <a:t> למכונת משקאות המשוכללת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2400" y="1116271"/>
                <a:ext cx="7848600" cy="452046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>
                  <a:lnSpc>
                    <a:spcPct val="150000"/>
                  </a:lnSpc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/>
                      </a:rPr>
                      <m:t>𝑉𝑎𝑟</m:t>
                    </m:r>
                    <m:r>
                      <a:rPr lang="en-US" i="1" dirty="0" smtClean="0">
                        <a:solidFill>
                          <a:schemeClr val="tx1"/>
                        </a:solidFill>
                        <a:latin typeface="Cambria Math"/>
                      </a:rPr>
                      <m:t>= {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/>
                      </a:rPr>
                      <m:t>𝑛𝑠𝑝𝑟𝑖𝑡𝑒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/>
                      </a:rPr>
                      <m:t>, 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/>
                      </a:rPr>
                      <m:t>𝑛𝑐𝑜𝑘𝑒</m:t>
                    </m:r>
                    <m:r>
                      <a:rPr lang="en-US" i="1" dirty="0">
                        <a:solidFill>
                          <a:srgbClr val="002060"/>
                        </a:solidFill>
                        <a:latin typeface="Cambria Math"/>
                      </a:rPr>
                      <m:t>}</m:t>
                    </m:r>
                  </m:oMath>
                </a14:m>
                <a:endParaRPr lang="en-US" dirty="0"/>
              </a:p>
              <a:p>
                <a:pPr algn="l" rtl="0">
                  <a:lnSpc>
                    <a:spcPct val="150000"/>
                  </a:lnSpc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𝐿𝑜𝑐</m:t>
                    </m:r>
                    <m:r>
                      <a:rPr lang="en-US" i="1" dirty="0" smtClean="0">
                        <a:latin typeface="Cambria Math"/>
                      </a:rPr>
                      <m:t> = {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𝑠𝑡𝑎𝑟𝑡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𝑠𝑒𝑙𝑒𝑐𝑡</m:t>
                    </m:r>
                    <m:r>
                      <a:rPr lang="en-US" i="1" dirty="0" smtClean="0">
                        <a:latin typeface="Cambria Math"/>
                      </a:rPr>
                      <m:t>}</m:t>
                    </m:r>
                  </m:oMath>
                </a14:m>
                <a:endParaRPr lang="en-US" dirty="0"/>
              </a:p>
              <a:p>
                <a:pPr algn="l" rtl="0">
                  <a:lnSpc>
                    <a:spcPct val="150000"/>
                  </a:lnSpc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𝐴𝑐𝑡</m:t>
                    </m:r>
                    <m:r>
                      <a:rPr lang="en-US" i="1" dirty="0" smtClean="0">
                        <a:latin typeface="Cambria Math"/>
                      </a:rPr>
                      <m:t> = {</m:t>
                    </m:r>
                    <m:r>
                      <a:rPr lang="en-US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𝑔𝑒𝑡</m:t>
                    </m:r>
                    <m:r>
                      <m:rPr>
                        <m:lit/>
                      </m:rPr>
                      <a:rPr lang="en-US" b="0" i="1" dirty="0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i="1" dirty="0" smtClean="0">
                        <a:solidFill>
                          <a:srgbClr val="061BE4"/>
                        </a:solidFill>
                        <a:latin typeface="Cambria Math"/>
                      </a:rPr>
                      <m:t>coke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𝑔𝑒𝑡</m:t>
                    </m:r>
                    <m:r>
                      <m:rPr>
                        <m:lit/>
                      </m:rPr>
                      <a:rPr lang="en-US" b="0" i="1" dirty="0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𝑠𝑝𝑟𝑖𝑡𝑒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𝑐𝑜𝑖𝑛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𝑟𝑒𝑡</m:t>
                    </m:r>
                    <m:r>
                      <m:rPr>
                        <m:lit/>
                      </m:rPr>
                      <a:rPr lang="en-US" b="0" i="1" dirty="0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𝑐𝑜𝑖𝑛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𝑟𝑒𝑓𝑖𝑙𝑙</m:t>
                    </m:r>
                    <m:r>
                      <a:rPr lang="en-US" i="1" dirty="0" smtClean="0">
                        <a:latin typeface="Cambria Math"/>
                      </a:rPr>
                      <m:t>}</m:t>
                    </m:r>
                  </m:oMath>
                </a14:m>
                <a:r>
                  <a:rPr lang="en-US" dirty="0"/>
                  <a:t> </a:t>
                </a:r>
              </a:p>
              <a:p>
                <a:pPr algn="l" rtl="0">
                  <a:lnSpc>
                    <a:spcPct val="150000"/>
                  </a:lnSpc>
                  <a:spcBef>
                    <a:spcPts val="1200"/>
                  </a:spcBef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 smtClean="0">
                        <a:latin typeface="Cambria Math"/>
                      </a:rPr>
                      <m:t>Effect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𝑐𝑜𝑖𝑛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b="0" i="1" dirty="0" smtClean="0">
                        <a:latin typeface="Cambria Math"/>
                      </a:rPr>
                      <m:t>𝜂</m:t>
                    </m:r>
                    <m:r>
                      <a:rPr lang="en-US" i="1" dirty="0" smtClean="0">
                        <a:latin typeface="Cambria Math"/>
                      </a:rPr>
                      <m:t>)=</m:t>
                    </m:r>
                    <m:r>
                      <a:rPr lang="en-US" b="0" i="1" dirty="0" smtClean="0">
                        <a:latin typeface="Cambria Math"/>
                      </a:rPr>
                      <m:t>𝜂</m:t>
                    </m:r>
                  </m:oMath>
                </a14:m>
                <a:endParaRPr lang="el-GR" dirty="0"/>
              </a:p>
              <a:p>
                <a:pPr algn="l" rtl="0">
                  <a:lnSpc>
                    <a:spcPct val="150000"/>
                  </a:lnSpc>
                </a:pPr>
                <a:r>
                  <a:rPr lang="en-US" dirty="0">
                    <a:latin typeface="cmmi1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 smtClean="0">
                        <a:latin typeface="Cambria Math"/>
                      </a:rPr>
                      <m:t>Effect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𝑟𝑒𝑡</m:t>
                    </m:r>
                    <m:r>
                      <m:rPr>
                        <m:lit/>
                      </m:rPr>
                      <a:rPr lang="en-US" b="0" i="1" dirty="0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𝑐𝑜𝑖𝑛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b="0" i="1" dirty="0" smtClean="0">
                        <a:latin typeface="Cambria Math"/>
                      </a:rPr>
                      <m:t>𝜂</m:t>
                    </m:r>
                    <m:r>
                      <a:rPr lang="en-US" i="1" dirty="0" smtClean="0">
                        <a:latin typeface="Cambria Math"/>
                      </a:rPr>
                      <m:t>)=</m:t>
                    </m:r>
                    <m:r>
                      <a:rPr lang="en-US" b="0" i="1" dirty="0" smtClean="0">
                        <a:latin typeface="Cambria Math"/>
                      </a:rPr>
                      <m:t>𝜂</m:t>
                    </m:r>
                    <m:r>
                      <a:rPr lang="el-GR" i="1" dirty="0" smtClean="0">
                        <a:latin typeface="Cambria Math"/>
                      </a:rPr>
                      <m:t> </m:t>
                    </m:r>
                  </m:oMath>
                </a14:m>
                <a:endParaRPr lang="he-IL" i="1" dirty="0">
                  <a:latin typeface="Cambria Math"/>
                </a:endParaRPr>
              </a:p>
              <a:p>
                <a:pPr algn="l" rtl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 smtClean="0">
                        <a:latin typeface="Cambria Math"/>
                      </a:rPr>
                      <m:t>E</m:t>
                    </m:r>
                    <m:r>
                      <m:rPr>
                        <m:nor/>
                      </m:rPr>
                      <a:rPr lang="en-US" i="1" dirty="0">
                        <a:latin typeface="Cambria Math"/>
                      </a:rPr>
                      <m:t>ffect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61BE4"/>
                            </a:solidFill>
                            <a:latin typeface="Cambria Math"/>
                          </a:rPr>
                          <m:t>𝑟𝑒𝑓𝑖𝑙𝑙</m:t>
                        </m:r>
                        <m:r>
                          <m:rPr>
                            <m:nor/>
                          </m:rPr>
                          <a:rPr lang="en-US" dirty="0">
                            <a:latin typeface="Cambria Math"/>
                          </a:rPr>
                          <m:t>,</m:t>
                        </m:r>
                        <m:r>
                          <a:rPr lang="en-US" i="1" dirty="0">
                            <a:latin typeface="Cambria Math"/>
                          </a:rPr>
                          <m:t>  </m:t>
                        </m:r>
                        <m:r>
                          <a:rPr lang="en-US" b="0" i="1" dirty="0" smtClean="0">
                            <a:latin typeface="Cambria Math"/>
                          </a:rPr>
                          <m:t> </m:t>
                        </m:r>
                        <m:r>
                          <a:rPr lang="en-US" i="1" dirty="0">
                            <a:latin typeface="Cambria Math"/>
                          </a:rPr>
                          <m:t>𝜂</m:t>
                        </m:r>
                      </m:e>
                    </m:d>
                    <m:r>
                      <a:rPr lang="en-US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>
                            <a:solidFill>
                              <a:srgbClr val="002060"/>
                            </a:solidFill>
                            <a:latin typeface="Cambria Math"/>
                          </a:rPr>
                          <m:t>𝑛𝑠𝑝𝑟𝑖𝑡𝑒</m:t>
                        </m:r>
                        <m:r>
                          <a:rPr lang="en-US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i="1" dirty="0">
                            <a:latin typeface="Cambria Math"/>
                          </a:rPr>
                          <m:t>:</m:t>
                        </m:r>
                        <m:r>
                          <a:rPr lang="en-US" i="1" dirty="0" smtClean="0">
                            <a:latin typeface="Cambria Math"/>
                          </a:rPr>
                          <m:t>=</m:t>
                        </m:r>
                        <m:r>
                          <a:rPr lang="en-US" i="1" dirty="0">
                            <a:latin typeface="Cambria Math"/>
                          </a:rPr>
                          <m:t>100</m:t>
                        </m:r>
                        <m:r>
                          <a:rPr lang="en-US" i="1" dirty="0">
                            <a:latin typeface="Cambria Math"/>
                          </a:rPr>
                          <m:t>, </m:t>
                        </m:r>
                        <m:r>
                          <a:rPr lang="en-US" i="1" dirty="0" err="1">
                            <a:solidFill>
                              <a:srgbClr val="00206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b="0" i="1" dirty="0" smtClean="0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𝑐𝑜𝑘𝑒</m:t>
                        </m:r>
                        <m:r>
                          <a:rPr lang="en-US" i="1" dirty="0">
                            <a:solidFill>
                              <a:srgbClr val="00206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i="1" dirty="0">
                            <a:latin typeface="Cambria Math"/>
                          </a:rPr>
                          <m:t>:</m:t>
                        </m:r>
                        <m:r>
                          <a:rPr lang="en-US" i="1" dirty="0" smtClean="0">
                            <a:latin typeface="Cambria Math"/>
                          </a:rPr>
                          <m:t>=</m:t>
                        </m:r>
                        <m:r>
                          <a:rPr lang="en-US" i="1" dirty="0">
                            <a:latin typeface="Cambria Math"/>
                          </a:rPr>
                          <m:t>100</m:t>
                        </m:r>
                      </m:e>
                    </m:d>
                  </m:oMath>
                </a14:m>
                <a:r>
                  <a:rPr lang="he-IL" dirty="0"/>
                  <a:t> </a:t>
                </a:r>
                <a:endParaRPr lang="el-GR" dirty="0"/>
              </a:p>
              <a:p>
                <a:pPr algn="l" rtl="0">
                  <a:lnSpc>
                    <a:spcPct val="150000"/>
                  </a:lnSpc>
                </a:pPr>
                <a:r>
                  <a:rPr lang="en-US" dirty="0">
                    <a:latin typeface="cmmi1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 smtClean="0">
                        <a:latin typeface="Cambria Math"/>
                      </a:rPr>
                      <m:t>Effect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𝑔𝑒𝑡</m:t>
                    </m:r>
                    <m:r>
                      <m:rPr>
                        <m:lit/>
                      </m:rPr>
                      <a:rPr lang="en-US" b="0" i="1" dirty="0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𝑠𝑝𝑟𝑖𝑡𝑒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b="0" i="1" dirty="0" smtClean="0">
                        <a:latin typeface="Cambria Math"/>
                      </a:rPr>
                      <m:t>𝜂</m:t>
                    </m:r>
                    <m:r>
                      <a:rPr lang="en-US" i="1" dirty="0" smtClean="0">
                        <a:latin typeface="Cambria Math"/>
                      </a:rPr>
                      <m:t>)=</m:t>
                    </m:r>
                    <m:r>
                      <a:rPr lang="en-US" b="0" i="1" dirty="0" smtClean="0">
                        <a:latin typeface="Cambria Math"/>
                      </a:rPr>
                      <m:t>𝜂</m:t>
                    </m:r>
                    <m:r>
                      <a:rPr lang="en-US" b="1" i="1" dirty="0" smtClean="0">
                        <a:latin typeface="Cambria Math"/>
                      </a:rPr>
                      <m:t>[</m:t>
                    </m:r>
                    <m:r>
                      <a:rPr lang="en-US" i="1" dirty="0" err="1" smtClean="0">
                        <a:solidFill>
                          <a:srgbClr val="002060"/>
                        </a:solidFill>
                        <a:latin typeface="Cambria Math"/>
                      </a:rPr>
                      <m:t>𝑛𝑠𝑝𝑟𝑖𝑡𝑒</m:t>
                    </m:r>
                    <m:r>
                      <a:rPr lang="en-US" b="0" i="1" dirty="0" smtClean="0">
                        <a:solidFill>
                          <a:srgbClr val="002060"/>
                        </a:solidFill>
                        <a:latin typeface="Cambria Math"/>
                      </a:rPr>
                      <m:t> </m:t>
                    </m:r>
                    <m:r>
                      <a:rPr lang="en-US" i="1" dirty="0" smtClean="0">
                        <a:latin typeface="Cambria Math"/>
                      </a:rPr>
                      <m:t>:=</m:t>
                    </m:r>
                    <m:r>
                      <a:rPr lang="en-US" i="1" dirty="0" err="1" smtClean="0">
                        <a:solidFill>
                          <a:srgbClr val="002060"/>
                        </a:solidFill>
                        <a:latin typeface="Cambria Math"/>
                      </a:rPr>
                      <m:t>𝑛𝑠𝑝𝑟𝑖𝑡𝑒</m:t>
                    </m:r>
                    <m:r>
                      <a:rPr lang="en-US" i="1" dirty="0" smtClean="0">
                        <a:latin typeface="Cambria Math"/>
                      </a:rPr>
                      <m:t>−</m:t>
                    </m:r>
                    <m:r>
                      <a:rPr lang="en-US" i="1" dirty="0" smtClean="0">
                        <a:latin typeface="Cambria Math"/>
                      </a:rPr>
                      <m:t>1</m:t>
                    </m:r>
                    <m:r>
                      <a:rPr lang="en-US" b="1" i="1" dirty="0" smtClean="0">
                        <a:latin typeface="Cambria Math"/>
                      </a:rPr>
                      <m:t>]</m:t>
                    </m:r>
                    <m:r>
                      <a:rPr lang="en-US" i="1" dirty="0" smtClean="0"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  <a:p>
                <a:pPr algn="l" rtl="0">
                  <a:lnSpc>
                    <a:spcPct val="150000"/>
                  </a:lnSpc>
                  <a:spcAft>
                    <a:spcPts val="1200"/>
                  </a:spcAft>
                </a:pPr>
                <a:r>
                  <a:rPr lang="en-US" dirty="0">
                    <a:latin typeface="cmmi1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i="1" dirty="0" smtClean="0">
                        <a:latin typeface="Cambria Math"/>
                      </a:rPr>
                      <m:t>Effect</m:t>
                    </m:r>
                    <m:r>
                      <a:rPr lang="en-US" i="1" dirty="0" smtClean="0">
                        <a:latin typeface="Cambria Math"/>
                      </a:rPr>
                      <m:t>(</m:t>
                    </m:r>
                    <m:r>
                      <a:rPr lang="en-US" i="1" dirty="0" smtClean="0">
                        <a:solidFill>
                          <a:srgbClr val="061BE4"/>
                        </a:solidFill>
                        <a:latin typeface="Cambria Math"/>
                      </a:rPr>
                      <m:t>𝑔𝑒𝑡</m:t>
                    </m:r>
                    <m:r>
                      <m:rPr>
                        <m:lit/>
                      </m:rPr>
                      <a:rPr lang="en-US" b="0" i="1" dirty="0" smtClean="0">
                        <a:solidFill>
                          <a:srgbClr val="061BE4"/>
                        </a:solidFill>
                        <a:latin typeface="Cambria Math" panose="02040503050406030204" pitchFamily="18" charset="0"/>
                      </a:rPr>
                      <m:t>_</m:t>
                    </m:r>
                    <m:r>
                      <m:rPr>
                        <m:sty m:val="p"/>
                      </m:rPr>
                      <a:rPr lang="en-US" i="1" dirty="0" smtClean="0">
                        <a:solidFill>
                          <a:srgbClr val="061BE4"/>
                        </a:solidFill>
                        <a:latin typeface="Cambria Math"/>
                      </a:rPr>
                      <m:t>coke</m:t>
                    </m:r>
                    <m:r>
                      <a:rPr lang="en-US" i="1" dirty="0" smtClean="0">
                        <a:latin typeface="Cambria Math"/>
                      </a:rPr>
                      <m:t>, </m:t>
                    </m:r>
                    <m:r>
                      <a:rPr lang="en-US" b="0" i="1" dirty="0" smtClean="0">
                        <a:latin typeface="Cambria Math"/>
                      </a:rPr>
                      <m:t>𝜂</m:t>
                    </m:r>
                    <m:r>
                      <a:rPr lang="en-US" i="1" dirty="0" smtClean="0">
                        <a:latin typeface="Cambria Math"/>
                      </a:rPr>
                      <m:t> )=</m:t>
                    </m:r>
                    <m:r>
                      <a:rPr lang="en-US" b="0" i="1" dirty="0" smtClean="0">
                        <a:latin typeface="Cambria Math"/>
                      </a:rPr>
                      <m:t>𝜂</m:t>
                    </m:r>
                    <m:r>
                      <a:rPr lang="en-US" b="1" i="1" dirty="0" smtClean="0">
                        <a:latin typeface="Cambria Math"/>
                      </a:rPr>
                      <m:t>[</m:t>
                    </m:r>
                    <m:r>
                      <a:rPr lang="en-US" i="1" dirty="0" err="1" smtClean="0">
                        <a:solidFill>
                          <a:srgbClr val="002060"/>
                        </a:solidFill>
                        <a:latin typeface="Cambria Math"/>
                      </a:rPr>
                      <m:t>𝑛</m:t>
                    </m:r>
                    <m: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𝑐𝑜𝑘𝑒</m:t>
                    </m:r>
                    <m:r>
                      <a:rPr lang="en-US" i="1" dirty="0" smtClean="0">
                        <a:latin typeface="Cambria Math"/>
                      </a:rPr>
                      <m:t> :=</m:t>
                    </m:r>
                    <m:r>
                      <a:rPr lang="en-US" i="1" dirty="0" err="1" smtClean="0">
                        <a:solidFill>
                          <a:srgbClr val="002060"/>
                        </a:solidFill>
                        <a:latin typeface="Cambria Math"/>
                      </a:rPr>
                      <m:t>𝑛</m:t>
                    </m:r>
                    <m: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𝑐𝑜𝑘𝑒</m:t>
                    </m:r>
                    <m:r>
                      <a:rPr lang="en-US" i="1" dirty="0" smtClean="0">
                        <a:latin typeface="Cambria Math"/>
                      </a:rPr>
                      <m:t>−</m:t>
                    </m:r>
                    <m:r>
                      <a:rPr lang="en-US" i="1" dirty="0" smtClean="0">
                        <a:latin typeface="Cambria Math"/>
                      </a:rPr>
                      <m:t>1</m:t>
                    </m:r>
                    <m:r>
                      <a:rPr lang="en-US" b="1" i="1" dirty="0" smtClean="0">
                        <a:latin typeface="Cambria Math"/>
                      </a:rPr>
                      <m:t>]</m:t>
                    </m:r>
                  </m:oMath>
                </a14:m>
                <a:r>
                  <a:rPr lang="en-US" dirty="0">
                    <a:latin typeface="cmr10"/>
                  </a:rPr>
                  <a:t> </a:t>
                </a:r>
              </a:p>
              <a:p>
                <a:pPr algn="l" rtl="0">
                  <a:lnSpc>
                    <a:spcPct val="150000"/>
                  </a:lnSpc>
                </a:pP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/>
                      </a:rPr>
                      <m:t>𝐿𝑜𝑐</m:t>
                    </m:r>
                    <m:r>
                      <a:rPr lang="en-US" i="1" baseline="-25000" dirty="0">
                        <a:latin typeface="Cambria Math"/>
                      </a:rPr>
                      <m:t>0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/>
                          </a:rPr>
                          <m:t>𝑠𝑡𝑎𝑟𝑡</m:t>
                        </m:r>
                      </m:e>
                    </m:d>
                  </m:oMath>
                </a14:m>
                <a:endParaRPr lang="en-US" dirty="0"/>
              </a:p>
              <a:p>
                <a:pPr algn="l" rtl="0">
                  <a:lnSpc>
                    <a:spcPct val="150000"/>
                  </a:lnSpc>
                </a:pPr>
                <a:r>
                  <a:rPr lang="en-US" dirty="0">
                    <a:latin typeface="cmr10"/>
                  </a:rPr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/>
                      </a:rPr>
                      <m:t>𝑔</m:t>
                    </m:r>
                    <m:r>
                      <a:rPr lang="en-US" i="1" baseline="-25000" dirty="0" smtClean="0">
                        <a:latin typeface="Cambria Math"/>
                      </a:rPr>
                      <m:t>0</m:t>
                    </m:r>
                    <m:r>
                      <a:rPr lang="en-US" i="1" dirty="0" smtClean="0">
                        <a:latin typeface="Cambria Math"/>
                      </a:rPr>
                      <m:t>=(</m:t>
                    </m:r>
                    <m:r>
                      <a:rPr lang="en-US" i="1" dirty="0" err="1" smtClean="0">
                        <a:solidFill>
                          <a:srgbClr val="002060"/>
                        </a:solidFill>
                        <a:latin typeface="Cambria Math"/>
                      </a:rPr>
                      <m:t>𝑛𝑠𝑝𝑟𝑖𝑡𝑒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en-US" i="1" dirty="0" smtClean="0">
                        <a:latin typeface="Cambria Math"/>
                      </a:rPr>
                      <m:t>100</m:t>
                    </m:r>
                    <m:r>
                      <a:rPr lang="en-US" b="0" i="1" dirty="0" smtClean="0">
                        <a:latin typeface="Cambria Math"/>
                      </a:rPr>
                      <m:t>∧</m:t>
                    </m:r>
                    <m:r>
                      <a:rPr lang="en-US" i="1" dirty="0" err="1" smtClean="0">
                        <a:solidFill>
                          <a:srgbClr val="002060"/>
                        </a:solidFill>
                        <a:latin typeface="Cambria Math"/>
                      </a:rPr>
                      <m:t>𝑛</m:t>
                    </m:r>
                    <m:r>
                      <a:rPr lang="en-US" b="0" i="1" dirty="0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𝑐𝑜𝑘𝑒</m:t>
                    </m:r>
                    <m:r>
                      <a:rPr lang="en-US" i="1" dirty="0" smtClean="0">
                        <a:latin typeface="Cambria Math"/>
                      </a:rPr>
                      <m:t>=</m:t>
                    </m:r>
                    <m:r>
                      <a:rPr lang="en-US" i="1" dirty="0" smtClean="0">
                        <a:latin typeface="Cambria Math"/>
                      </a:rPr>
                      <m:t>100</m:t>
                    </m:r>
                    <m:r>
                      <a:rPr lang="en-US" i="1" dirty="0" smtClean="0">
                        <a:latin typeface="Cambria Math"/>
                      </a:rPr>
                      <m:t>)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116271"/>
                <a:ext cx="7848600" cy="452046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27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5740613" y="5685269"/>
                <a:ext cx="3368486" cy="47410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𝑠𝑒𝑙𝑒𝑐𝑡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𝑠𝑝𝑟𝑖𝑡𝑒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&gt;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 :  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061BE4"/>
                              </a:solidFill>
                              <a:latin typeface="Cambria Math"/>
                            </a:rPr>
                            <m:t>𝑔</m:t>
                          </m:r>
                          <m:r>
                            <a:rPr lang="en-US" b="0" i="1" smtClean="0">
                              <a:solidFill>
                                <a:srgbClr val="061BE4"/>
                              </a:solidFill>
                              <a:latin typeface="Cambria Math"/>
                            </a:rPr>
                            <m:t>𝑒𝑡</m:t>
                          </m:r>
                          <m:r>
                            <m:rPr>
                              <m:lit/>
                              <m:brk m:alnAt="2"/>
                            </m:rP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_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061BE4"/>
                              </a:solidFill>
                              <a:latin typeface="Cambria Math"/>
                            </a:rPr>
                            <m:t>𝑠</m:t>
                          </m:r>
                          <m:r>
                            <a:rPr lang="en-US" b="0" i="1" smtClean="0">
                              <a:solidFill>
                                <a:srgbClr val="061BE4"/>
                              </a:solidFill>
                              <a:latin typeface="Cambria Math"/>
                            </a:rPr>
                            <m:t>𝑝𝑟𝑖𝑡𝑒</m:t>
                          </m:r>
                        </m:e>
                      </m:groupCh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𝑠𝑡𝑎𝑟𝑡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0613" y="5685269"/>
                <a:ext cx="3368486" cy="47410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5987475" y="5143017"/>
                <a:ext cx="3121624" cy="470129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𝑠𝑒𝑙𝑒𝑐𝑡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𝑐𝑜𝑘𝑒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&gt;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 :  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061BE4"/>
                              </a:solidFill>
                              <a:latin typeface="Cambria Math"/>
                            </a:rPr>
                            <m:t>𝑔</m:t>
                          </m:r>
                          <m:r>
                            <a:rPr lang="en-US" b="0" i="1" smtClean="0">
                              <a:solidFill>
                                <a:srgbClr val="061BE4"/>
                              </a:solidFill>
                              <a:latin typeface="Cambria Math"/>
                            </a:rPr>
                            <m:t>𝑒𝑡</m:t>
                          </m:r>
                          <m:r>
                            <m:rPr>
                              <m:lit/>
                              <m:brk m:alnAt="2"/>
                            </m:rP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_</m:t>
                          </m:r>
                          <m:r>
                            <a:rPr lang="en-US" b="0" i="1" smtClean="0">
                              <a:solidFill>
                                <a:srgbClr val="061BE4"/>
                              </a:solidFill>
                              <a:latin typeface="Cambria Math" panose="02040503050406030204" pitchFamily="18" charset="0"/>
                            </a:rPr>
                            <m:t>𝑐𝑜𝑘𝑒</m:t>
                          </m:r>
                        </m:e>
                      </m:groupCh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𝑠𝑡𝑎𝑟𝑡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7475" y="5143017"/>
                <a:ext cx="3121624" cy="47012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746529" y="4596790"/>
                <a:ext cx="2362570" cy="47410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𝑠𝑡𝑎𝑟𝑡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2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rue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:  </m:t>
                          </m:r>
                          <m:r>
                            <a:rPr lang="en-US" b="0" i="1" smtClean="0">
                              <a:solidFill>
                                <a:srgbClr val="061BE4"/>
                              </a:solidFill>
                              <a:latin typeface="Cambria Math"/>
                            </a:rPr>
                            <m:t>𝑟𝑒𝑓𝑖𝑙𝑙</m:t>
                          </m:r>
                        </m:e>
                      </m:groupCh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𝑠𝑡𝑎𝑟𝑡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6529" y="4596790"/>
                <a:ext cx="2362570" cy="47410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779872" y="4050563"/>
                <a:ext cx="2329227" cy="47410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𝑠𝑡𝑎𝑟𝑡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sty m:val="p"/>
                              <m:brk m:alnAt="2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t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rue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/>
                            </a:rPr>
                            <m:t>:  </m:t>
                          </m:r>
                          <m:r>
                            <a:rPr lang="en-US" b="0" i="1" smtClean="0">
                              <a:solidFill>
                                <a:srgbClr val="061BE4"/>
                              </a:solidFill>
                              <a:latin typeface="Cambria Math"/>
                            </a:rPr>
                            <m:t>𝑐𝑜𝑖𝑛</m:t>
                          </m:r>
                        </m:e>
                      </m:groupCh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𝑠𝑒𝑙𝑒𝑐𝑡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872" y="4050563"/>
                <a:ext cx="2329227" cy="47410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5029200" y="6231496"/>
                <a:ext cx="4079899" cy="474104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𝑠𝑒𝑙𝑒𝑐𝑡</m:t>
                      </m: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 </m:t>
                      </m:r>
                      <m:groupChr>
                        <m:groupChrPr>
                          <m:chr m:val="→"/>
                          <m:vertJc m:val="bot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groupChrPr>
                        <m:e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𝑐𝑜𝑘𝑒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∧ 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𝑠𝑝𝑟𝑖𝑡𝑒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=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0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/>
                            </a:rPr>
                            <m:t>  :  </m:t>
                          </m:r>
                          <m:r>
                            <m:rPr>
                              <m:brk m:alnAt="2"/>
                            </m:rPr>
                            <a:rPr lang="en-US" b="0" i="1" smtClean="0">
                              <a:solidFill>
                                <a:srgbClr val="061BE4"/>
                              </a:solidFill>
                              <a:latin typeface="Cambria Math"/>
                            </a:rPr>
                            <m:t>𝑟</m:t>
                          </m:r>
                          <m:r>
                            <a:rPr lang="en-US" b="0" i="1" smtClean="0">
                              <a:solidFill>
                                <a:srgbClr val="061BE4"/>
                              </a:solidFill>
                              <a:latin typeface="Cambria Math"/>
                            </a:rPr>
                            <m:t>𝑒𝑡</m:t>
                          </m:r>
                          <m:r>
                            <m:rPr>
                              <m:lit/>
                              <m:brk m:alnAt="2"/>
                            </m:rPr>
                            <a:rPr lang="en-US" b="0" i="1" smtClean="0">
                              <a:solidFill>
                                <a:srgbClr val="2E41FA"/>
                              </a:solidFill>
                              <a:latin typeface="Cambria Math"/>
                            </a:rPr>
                            <m:t>_</m:t>
                          </m:r>
                          <m:r>
                            <a:rPr lang="en-US" b="0" i="1" smtClean="0">
                              <a:solidFill>
                                <a:srgbClr val="061BE4"/>
                              </a:solidFill>
                              <a:latin typeface="Cambria Math"/>
                            </a:rPr>
                            <m:t>𝑐𝑜𝑖𝑛</m:t>
                          </m:r>
                        </m:e>
                      </m:groupChr>
                      <m:r>
                        <a:rPr lang="en-US" b="0" i="1" smtClean="0">
                          <a:solidFill>
                            <a:srgbClr val="7030A0"/>
                          </a:solidFill>
                          <a:latin typeface="Cambria Math"/>
                        </a:rPr>
                        <m:t>𝑠𝑡𝑎𝑟𝑡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6231496"/>
                <a:ext cx="4079899" cy="474104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228600" y="6019800"/>
            <a:ext cx="4191000" cy="646331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>
                <a:solidFill>
                  <a:schemeClr val="accent2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סימון לבניית פונקציה חדשה הנבדלת מאחרת רק בערך מסוים</a:t>
            </a:r>
          </a:p>
        </p:txBody>
      </p:sp>
      <p:sp>
        <p:nvSpPr>
          <p:cNvPr id="8" name="Freeform 7"/>
          <p:cNvSpPr/>
          <p:nvPr/>
        </p:nvSpPr>
        <p:spPr>
          <a:xfrm>
            <a:off x="2803585" y="4623758"/>
            <a:ext cx="1889558" cy="1457865"/>
          </a:xfrm>
          <a:custGeom>
            <a:avLst/>
            <a:gdLst>
              <a:gd name="connsiteX0" fmla="*/ 0 w 1889558"/>
              <a:gd name="connsiteY0" fmla="*/ 0 h 1457865"/>
              <a:gd name="connsiteX1" fmla="*/ 69011 w 1889558"/>
              <a:gd name="connsiteY1" fmla="*/ 232914 h 1457865"/>
              <a:gd name="connsiteX2" fmla="*/ 276045 w 1889558"/>
              <a:gd name="connsiteY2" fmla="*/ 301925 h 1457865"/>
              <a:gd name="connsiteX3" fmla="*/ 1449238 w 1889558"/>
              <a:gd name="connsiteY3" fmla="*/ 336431 h 1457865"/>
              <a:gd name="connsiteX4" fmla="*/ 1889185 w 1889558"/>
              <a:gd name="connsiteY4" fmla="*/ 672861 h 1457865"/>
              <a:gd name="connsiteX5" fmla="*/ 1509623 w 1889558"/>
              <a:gd name="connsiteY5" fmla="*/ 1457865 h 1457865"/>
              <a:gd name="connsiteX0" fmla="*/ 0 w 1889558"/>
              <a:gd name="connsiteY0" fmla="*/ 0 h 1457865"/>
              <a:gd name="connsiteX1" fmla="*/ 69011 w 1889558"/>
              <a:gd name="connsiteY1" fmla="*/ 232914 h 1457865"/>
              <a:gd name="connsiteX2" fmla="*/ 508958 w 1889558"/>
              <a:gd name="connsiteY2" fmla="*/ 388189 h 1457865"/>
              <a:gd name="connsiteX3" fmla="*/ 1449238 w 1889558"/>
              <a:gd name="connsiteY3" fmla="*/ 336431 h 1457865"/>
              <a:gd name="connsiteX4" fmla="*/ 1889185 w 1889558"/>
              <a:gd name="connsiteY4" fmla="*/ 672861 h 1457865"/>
              <a:gd name="connsiteX5" fmla="*/ 1509623 w 1889558"/>
              <a:gd name="connsiteY5" fmla="*/ 1457865 h 14578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889558" h="1457865">
                <a:moveTo>
                  <a:pt x="0" y="0"/>
                </a:moveTo>
                <a:cubicBezTo>
                  <a:pt x="11502" y="91296"/>
                  <a:pt x="-15815" y="168216"/>
                  <a:pt x="69011" y="232914"/>
                </a:cubicBezTo>
                <a:cubicBezTo>
                  <a:pt x="153837" y="297612"/>
                  <a:pt x="278920" y="370936"/>
                  <a:pt x="508958" y="388189"/>
                </a:cubicBezTo>
                <a:cubicBezTo>
                  <a:pt x="738996" y="405442"/>
                  <a:pt x="1219200" y="288986"/>
                  <a:pt x="1449238" y="336431"/>
                </a:cubicBezTo>
                <a:cubicBezTo>
                  <a:pt x="1679276" y="383876"/>
                  <a:pt x="1879121" y="485955"/>
                  <a:pt x="1889185" y="672861"/>
                </a:cubicBezTo>
                <a:cubicBezTo>
                  <a:pt x="1899249" y="859767"/>
                  <a:pt x="1704436" y="1158816"/>
                  <a:pt x="1509623" y="1457865"/>
                </a:cubicBezTo>
              </a:path>
            </a:pathLst>
          </a:custGeom>
          <a:noFill/>
          <a:ln>
            <a:headEnd type="triangl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6B4965E-0DF9-46F9-A040-9BF8E429BC2D}"/>
              </a:ext>
            </a:extLst>
          </p:cNvPr>
          <p:cNvGrpSpPr/>
          <p:nvPr/>
        </p:nvGrpSpPr>
        <p:grpSpPr>
          <a:xfrm>
            <a:off x="10300065" y="1681985"/>
            <a:ext cx="5540357" cy="3378191"/>
            <a:chOff x="6248400" y="1017275"/>
            <a:chExt cx="5540356" cy="3378189"/>
          </a:xfrm>
        </p:grpSpPr>
        <p:cxnSp>
          <p:nvCxnSpPr>
            <p:cNvPr id="16" name="Elbow Connector 29">
              <a:extLst>
                <a:ext uri="{FF2B5EF4-FFF2-40B4-BE49-F238E27FC236}">
                  <a16:creationId xmlns:a16="http://schemas.microsoft.com/office/drawing/2014/main" id="{B990CE42-14BF-4832-808F-B6B4858F1ED0}"/>
                </a:ext>
              </a:extLst>
            </p:cNvPr>
            <p:cNvCxnSpPr/>
            <p:nvPr/>
          </p:nvCxnSpPr>
          <p:spPr>
            <a:xfrm flipH="1">
              <a:off x="7239000" y="2665313"/>
              <a:ext cx="4076700" cy="347126"/>
            </a:xfrm>
            <a:prstGeom prst="bentConnector4">
              <a:avLst>
                <a:gd name="adj1" fmla="val -15129"/>
                <a:gd name="adj2" fmla="val 491403"/>
              </a:avLst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unded Rectangle 4">
              <a:extLst>
                <a:ext uri="{FF2B5EF4-FFF2-40B4-BE49-F238E27FC236}">
                  <a16:creationId xmlns:a16="http://schemas.microsoft.com/office/drawing/2014/main" id="{018063DD-7575-4511-963B-BC50F79B92C2}"/>
                </a:ext>
              </a:extLst>
            </p:cNvPr>
            <p:cNvSpPr/>
            <p:nvPr/>
          </p:nvSpPr>
          <p:spPr>
            <a:xfrm>
              <a:off x="6705600" y="2318187"/>
              <a:ext cx="1600200" cy="69425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accent2">
                      <a:lumMod val="50000"/>
                    </a:schemeClr>
                  </a:solidFill>
                  <a:latin typeface="Arial Rounded MT Bold" panose="020F0704030504030204" pitchFamily="34" charset="0"/>
                  <a:cs typeface="Aharoni" panose="02010803020104030203" pitchFamily="2" charset="-79"/>
                </a:rPr>
                <a:t>start</a:t>
              </a:r>
            </a:p>
          </p:txBody>
        </p:sp>
        <p:sp>
          <p:nvSpPr>
            <p:cNvPr id="18" name="Rounded Rectangle 12">
              <a:extLst>
                <a:ext uri="{FF2B5EF4-FFF2-40B4-BE49-F238E27FC236}">
                  <a16:creationId xmlns:a16="http://schemas.microsoft.com/office/drawing/2014/main" id="{CAFFEE9B-B281-4E73-ACF6-D84588A97D15}"/>
                </a:ext>
              </a:extLst>
            </p:cNvPr>
            <p:cNvSpPr/>
            <p:nvPr/>
          </p:nvSpPr>
          <p:spPr>
            <a:xfrm>
              <a:off x="9982200" y="2318187"/>
              <a:ext cx="1600200" cy="69425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chemeClr val="accent2">
                      <a:lumMod val="50000"/>
                    </a:schemeClr>
                  </a:solidFill>
                  <a:latin typeface="Arial Rounded MT Bold" panose="020F0704030504030204" pitchFamily="34" charset="0"/>
                  <a:cs typeface="Aharoni" panose="02010803020104030203" pitchFamily="2" charset="-79"/>
                </a:rPr>
                <a:t>select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8E01A30B-0BF2-439D-9D72-855D2D11E0C8}"/>
                </a:ext>
              </a:extLst>
            </p:cNvPr>
            <p:cNvCxnSpPr/>
            <p:nvPr/>
          </p:nvCxnSpPr>
          <p:spPr>
            <a:xfrm>
              <a:off x="6248400" y="2665313"/>
              <a:ext cx="457200" cy="0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49F69F69-FC9A-4339-BF14-76BFFF6ADD3A}"/>
                </a:ext>
              </a:extLst>
            </p:cNvPr>
            <p:cNvCxnSpPr/>
            <p:nvPr/>
          </p:nvCxnSpPr>
          <p:spPr>
            <a:xfrm>
              <a:off x="8305800" y="2665313"/>
              <a:ext cx="1676400" cy="0"/>
            </a:xfrm>
            <a:prstGeom prst="straightConnector1">
              <a:avLst/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7F6407B5-2D2D-4C8F-84E6-E63F58E990BA}"/>
                    </a:ext>
                  </a:extLst>
                </p:cNvPr>
                <p:cNvSpPr/>
                <p:nvPr/>
              </p:nvSpPr>
              <p:spPr>
                <a:xfrm>
                  <a:off x="8444757" y="2318187"/>
                  <a:ext cx="1443794" cy="369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  <m:brk m:alnAt="2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rue</m:t>
                        </m:r>
                        <m:r>
                          <m:rPr>
                            <m:brk m:alnAt="2"/>
                          </m:r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</a:rPr>
                          <m:t>:  </m:t>
                        </m:r>
                        <m:r>
                          <a:rPr lang="en-US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𝑐𝑜𝑖𝑛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1" name="Rectangle 20">
                  <a:extLst>
                    <a:ext uri="{FF2B5EF4-FFF2-40B4-BE49-F238E27FC236}">
                      <a16:creationId xmlns:a16="http://schemas.microsoft.com/office/drawing/2014/main" id="{7F6407B5-2D2D-4C8F-84E6-E63F58E990B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444757" y="2318187"/>
                  <a:ext cx="1443794" cy="369331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Elbow Connector 19">
              <a:extLst>
                <a:ext uri="{FF2B5EF4-FFF2-40B4-BE49-F238E27FC236}">
                  <a16:creationId xmlns:a16="http://schemas.microsoft.com/office/drawing/2014/main" id="{8ECF700D-3288-4A1E-82AD-A95A2BC6E92E}"/>
                </a:ext>
              </a:extLst>
            </p:cNvPr>
            <p:cNvCxnSpPr/>
            <p:nvPr/>
          </p:nvCxnSpPr>
          <p:spPr>
            <a:xfrm rot="16200000" flipV="1">
              <a:off x="9144000" y="679887"/>
              <a:ext cx="12700" cy="3276600"/>
            </a:xfrm>
            <a:prstGeom prst="bentConnector3">
              <a:avLst>
                <a:gd name="adj1" fmla="val 3090567"/>
              </a:avLst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6A6BCEE2-C69B-49E3-A3FC-F8FF104000FF}"/>
                    </a:ext>
                  </a:extLst>
                </p:cNvPr>
                <p:cNvSpPr/>
                <p:nvPr/>
              </p:nvSpPr>
              <p:spPr>
                <a:xfrm>
                  <a:off x="7975331" y="1584275"/>
                  <a:ext cx="2537618" cy="369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"/>
                          </m:rPr>
                          <a:rPr lang="en-US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𝑐𝑜𝑘𝑒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&gt;</m:t>
                        </m:r>
                        <m:r>
                          <m:rPr>
                            <m:brk m:alnAt="2"/>
                          </m:r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b="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𝑔𝑒𝑡</m:t>
                        </m:r>
                        <m:r>
                          <m:rPr>
                            <m:lit/>
                          </m:rPr>
                          <a:rPr lang="en-US" b="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𝑐𝑜𝑘𝑒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6A6BCEE2-C69B-49E3-A3FC-F8FF104000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75331" y="1584275"/>
                  <a:ext cx="2537618" cy="369331"/>
                </a:xfrm>
                <a:prstGeom prst="rect">
                  <a:avLst/>
                </a:prstGeom>
                <a:blipFill>
                  <a:blip r:embed="rId9"/>
                  <a:stretch>
                    <a:fillRect b="-98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" name="Elbow Connector 23">
              <a:extLst>
                <a:ext uri="{FF2B5EF4-FFF2-40B4-BE49-F238E27FC236}">
                  <a16:creationId xmlns:a16="http://schemas.microsoft.com/office/drawing/2014/main" id="{4403C431-AB04-42BD-8EBE-84D23E7830C7}"/>
                </a:ext>
              </a:extLst>
            </p:cNvPr>
            <p:cNvCxnSpPr/>
            <p:nvPr/>
          </p:nvCxnSpPr>
          <p:spPr>
            <a:xfrm rot="5400000">
              <a:off x="9144000" y="1374139"/>
              <a:ext cx="12700" cy="3276600"/>
            </a:xfrm>
            <a:prstGeom prst="bentConnector3">
              <a:avLst>
                <a:gd name="adj1" fmla="val 5060378"/>
              </a:avLst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59F722B7-8FC3-4AD5-952E-D04F08119D72}"/>
                    </a:ext>
                  </a:extLst>
                </p:cNvPr>
                <p:cNvSpPr/>
                <p:nvPr/>
              </p:nvSpPr>
              <p:spPr>
                <a:xfrm>
                  <a:off x="7756952" y="3309676"/>
                  <a:ext cx="2819400" cy="369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"/>
                          </m:rPr>
                          <a:rPr lang="en-US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𝑠𝑝𝑟𝑖𝑡𝑒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brk m:alnAt="2"/>
                          </m:r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b="0" i="1" smtClean="0">
                            <a:solidFill>
                              <a:srgbClr val="061BE4"/>
                            </a:solidFill>
                            <a:latin typeface="Cambria Math" panose="02040503050406030204" pitchFamily="18" charset="0"/>
                          </a:rPr>
                          <m:t>𝑔𝑒𝑡</m:t>
                        </m:r>
                        <m:r>
                          <m:rPr>
                            <m:lit/>
                          </m:rPr>
                          <a:rPr lang="en-US" b="0" i="1" smtClean="0">
                            <a:solidFill>
                              <a:srgbClr val="061BE4"/>
                            </a:solidFill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solidFill>
                              <a:srgbClr val="061BE4"/>
                            </a:solidFill>
                            <a:latin typeface="Cambria Math" panose="02040503050406030204" pitchFamily="18" charset="0"/>
                          </a:rPr>
                          <m:t>𝑠𝑝𝑟𝑖𝑡𝑒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5" name="Rectangle 24">
                  <a:extLst>
                    <a:ext uri="{FF2B5EF4-FFF2-40B4-BE49-F238E27FC236}">
                      <a16:creationId xmlns:a16="http://schemas.microsoft.com/office/drawing/2014/main" id="{59F722B7-8FC3-4AD5-952E-D04F08119D7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6952" y="3309676"/>
                  <a:ext cx="2819400" cy="369331"/>
                </a:xfrm>
                <a:prstGeom prst="rect">
                  <a:avLst/>
                </a:prstGeom>
                <a:blipFill>
                  <a:blip r:embed="rId10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F7FDBEA6-FA23-4E3C-B962-BC73C53879FC}"/>
                    </a:ext>
                  </a:extLst>
                </p:cNvPr>
                <p:cNvSpPr/>
                <p:nvPr/>
              </p:nvSpPr>
              <p:spPr>
                <a:xfrm>
                  <a:off x="7512050" y="4026133"/>
                  <a:ext cx="4276706" cy="369331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"/>
                          </m:rPr>
                          <a:rPr lang="en-US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𝑐𝑜𝑘𝑒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r>
                          <m:rPr>
                            <m:brk m:alnAt="2"/>
                          </m:r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∧ </m:t>
                        </m:r>
                        <m:r>
                          <m:rPr>
                            <m:brk m:alnAt="2"/>
                          </m:r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𝑠𝑝𝑟𝑖𝑡</m:t>
                        </m:r>
                        <m:r>
                          <a:rPr lang="en-US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𝑒</m:t>
                        </m:r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"/>
                          </m:r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m:rPr>
                            <m:brk m:alnAt="2"/>
                          </m:rPr>
                          <a:rPr lang="en-US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𝑟</m:t>
                        </m:r>
                        <m:r>
                          <a:rPr lang="en-US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𝑒𝑡</m:t>
                        </m:r>
                        <m:r>
                          <m:rPr>
                            <m:lit/>
                            <m:brk m:alnAt="2"/>
                          </m:rPr>
                          <a:rPr lang="en-US" i="1">
                            <a:solidFill>
                              <a:srgbClr val="2E41FA"/>
                            </a:solidFill>
                            <a:latin typeface="Cambria Math"/>
                          </a:rPr>
                          <m:t>_</m:t>
                        </m:r>
                        <m:r>
                          <a:rPr lang="en-US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𝑐𝑜𝑖𝑛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F7FDBEA6-FA23-4E3C-B962-BC73C53879F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12050" y="4026133"/>
                  <a:ext cx="4276706" cy="369331"/>
                </a:xfrm>
                <a:prstGeom prst="rect">
                  <a:avLst/>
                </a:prstGeom>
                <a:blipFill>
                  <a:blip r:embed="rId11"/>
                  <a:stretch>
                    <a:fillRect b="-131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Elbow Connector 35">
              <a:extLst>
                <a:ext uri="{FF2B5EF4-FFF2-40B4-BE49-F238E27FC236}">
                  <a16:creationId xmlns:a16="http://schemas.microsoft.com/office/drawing/2014/main" id="{B911197F-751F-42EA-A607-90EDC6EFCEA3}"/>
                </a:ext>
              </a:extLst>
            </p:cNvPr>
            <p:cNvCxnSpPr/>
            <p:nvPr/>
          </p:nvCxnSpPr>
          <p:spPr>
            <a:xfrm rot="16200000" flipV="1">
              <a:off x="7036399" y="2089588"/>
              <a:ext cx="12700" cy="457200"/>
            </a:xfrm>
            <a:prstGeom prst="bentConnector3">
              <a:avLst>
                <a:gd name="adj1" fmla="val 7098118"/>
              </a:avLst>
            </a:prstGeom>
            <a:ln w="381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17D6CC02-AD30-4DEB-B920-92682D15AEAC}"/>
                    </a:ext>
                  </a:extLst>
                </p:cNvPr>
                <p:cNvSpPr/>
                <p:nvPr/>
              </p:nvSpPr>
              <p:spPr>
                <a:xfrm>
                  <a:off x="6282816" y="1017275"/>
                  <a:ext cx="147598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  <m:brk m:alnAt="2"/>
                          </m:rPr>
                          <a:rPr lang="en-US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>
                            <a:solidFill>
                              <a:srgbClr val="FF0000"/>
                            </a:solidFill>
                            <a:latin typeface="Cambria Math"/>
                          </a:rPr>
                          <m:t>rue</m:t>
                        </m:r>
                        <m:r>
                          <m:rPr>
                            <m:brk m:alnAt="2"/>
                          </m:rP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i="1">
                            <a:latin typeface="Cambria Math"/>
                          </a:rPr>
                          <m:t>:</m:t>
                        </m:r>
                        <m:r>
                          <a:rPr lang="en-US" b="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𝑟𝑒𝑓𝑖𝑙𝑙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8" name="Rectangle 27">
                  <a:extLst>
                    <a:ext uri="{FF2B5EF4-FFF2-40B4-BE49-F238E27FC236}">
                      <a16:creationId xmlns:a16="http://schemas.microsoft.com/office/drawing/2014/main" id="{17D6CC02-AD30-4DEB-B920-92682D15AEA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2816" y="1017275"/>
                  <a:ext cx="1475981" cy="369332"/>
                </a:xfrm>
                <a:prstGeom prst="rect">
                  <a:avLst/>
                </a:prstGeom>
                <a:blipFill>
                  <a:blip r:embed="rId12"/>
                  <a:stretch>
                    <a:fillRect b="-114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7" name="Rectangle 46">
            <a:extLst>
              <a:ext uri="{FF2B5EF4-FFF2-40B4-BE49-F238E27FC236}">
                <a16:creationId xmlns:a16="http://schemas.microsoft.com/office/drawing/2014/main" id="{A8C8202F-44BC-43D8-A14D-57B542A16EE4}"/>
              </a:ext>
            </a:extLst>
          </p:cNvPr>
          <p:cNvSpPr/>
          <p:nvPr/>
        </p:nvSpPr>
        <p:spPr>
          <a:xfrm>
            <a:off x="7048294" y="3455806"/>
            <a:ext cx="2421395" cy="4825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lvl="2">
              <a:lnSpc>
                <a:spcPct val="160000"/>
              </a:lnSpc>
              <a:spcAft>
                <a:spcPts val="1200"/>
              </a:spcAft>
              <a:buClr>
                <a:schemeClr val="accent2"/>
              </a:buClr>
            </a:pPr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יחס המעברים</a:t>
            </a:r>
            <a:r>
              <a:rPr lang="en-US" dirty="0">
                <a:latin typeface="Gisha" panose="020B0502040204020203" pitchFamily="34" charset="-79"/>
                <a:cs typeface="Gisha" panose="020B0502040204020203" pitchFamily="34" charset="-79"/>
              </a:rPr>
              <a:t>:</a:t>
            </a:r>
            <a:endParaRPr lang="he-IL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79" name="Picture 78">
            <a:extLst>
              <a:ext uri="{FF2B5EF4-FFF2-40B4-BE49-F238E27FC236}">
                <a16:creationId xmlns:a16="http://schemas.microsoft.com/office/drawing/2014/main" id="{8A1164DF-DAC8-4808-AB4B-3C9CD65E7A8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62600" y="1153059"/>
            <a:ext cx="3393749" cy="20326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46CDE3D-E158-EE4D-B655-6DECA69BAB71}"/>
              </a:ext>
            </a:extLst>
          </p:cNvPr>
          <p:cNvSpPr/>
          <p:nvPr/>
        </p:nvSpPr>
        <p:spPr>
          <a:xfrm>
            <a:off x="641230" y="674914"/>
            <a:ext cx="796937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VENDING_PG = {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'Loc'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{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'start'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'select'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'Loc0'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{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'start'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'Act'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{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'coin'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'refill'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'get_coke'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'get_sprite'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ret_coin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'Eval'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evaluate,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'Effect'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effect,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'to'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{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'start'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'true'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               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'coin'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     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'select'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'start'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'true'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               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'refill'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   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'start'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'select'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ncoke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0'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          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get_coke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 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'start'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'select'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nsprite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0'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        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get_sprite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'start'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'select'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ncoke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 &amp;&amp; 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nsprite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ret_coin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 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'start'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'g0'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{{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'ncoke'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'nsprite'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}}</a:t>
            </a:r>
          </a:p>
          <a:p>
            <a:pPr algn="l" rtl="0"/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algn="l" rtl="0"/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evaluate( 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eta ) :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'true'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        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eta: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True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ncoke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0'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   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eta: eta[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ncoke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]&gt;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nsprite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&gt; 0'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  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eta: eta[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nsprite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]&gt;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ncoke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 &amp;&amp; 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nsprite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=0'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eta: eta[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ncoke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]==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200" dirty="0">
                <a:solidFill>
                  <a:srgbClr val="CD313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eta[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nsprite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]==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endParaRPr lang="en-US" sz="1200" dirty="0">
              <a:solidFill>
                <a:srgbClr val="000000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}[</a:t>
            </a:r>
            <a:r>
              <a:rPr lang="en-US" sz="12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cond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](eta)</a:t>
            </a:r>
          </a:p>
          <a:p>
            <a:pPr algn="l" rtl="0"/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def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effect( act, eta ):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'coin'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 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eta: eta,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ret_coin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eta: eta,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'refill'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 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eta: {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'ncoke'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'nsprite'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get_coke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 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eta: eta | {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ncoke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eta[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ncoke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]-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get_sprite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12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lambda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eta: eta | {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nsprite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eta[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 err="1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nsprite</a:t>
            </a:r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]-</a:t>
            </a:r>
            <a:r>
              <a:rPr lang="en-US" sz="1200" dirty="0">
                <a:solidFill>
                  <a:srgbClr val="09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},</a:t>
            </a:r>
          </a:p>
          <a:p>
            <a:pPr algn="l" rtl="0"/>
            <a:r>
              <a:rPr lang="en-US" sz="12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}[act](eta)</a:t>
            </a:r>
          </a:p>
          <a:p>
            <a:pPr algn="l" rtl="0"/>
            <a:br>
              <a:rPr lang="en-US" sz="12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457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 dirty="0"/>
              <a:t>גרף </a:t>
            </a:r>
            <a:r>
              <a:rPr lang="he-IL" dirty="0" err="1"/>
              <a:t>תוכנית</a:t>
            </a:r>
            <a:r>
              <a:rPr lang="he-IL" dirty="0"/>
              <a:t> למכונת משקאות המשוכללת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28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5105400" y="3344827"/>
                <a:ext cx="306283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he-IL" sz="1600" dirty="0">
                    <a:solidFill>
                      <a:srgbClr val="2B851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פונקציית פירוש תנאים</a:t>
                </a:r>
                <a:r>
                  <a:rPr lang="en-US" sz="1600" dirty="0">
                    <a:solidFill>
                      <a:srgbClr val="2B851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 (</a:t>
                </a:r>
                <a14:m>
                  <m:oMath xmlns:m="http://schemas.openxmlformats.org/officeDocument/2006/math">
                    <m:r>
                      <a:rPr lang="he-IL" sz="1600" b="0" i="1" smtClean="0">
                        <a:solidFill>
                          <a:srgbClr val="2B851F"/>
                        </a:solidFill>
                        <a:latin typeface="Cambria Math" panose="02040503050406030204" pitchFamily="18" charset="0"/>
                        <a:cs typeface="Gisha" panose="020B0502040204020203" pitchFamily="34" charset="-79"/>
                      </a:rPr>
                      <m:t>⊨</m:t>
                    </m:r>
                  </m:oMath>
                </a14:m>
                <a:r>
                  <a:rPr lang="en-US" sz="1600" dirty="0">
                    <a:solidFill>
                      <a:srgbClr val="2B851F"/>
                    </a:solidFill>
                    <a:latin typeface="Gisha" panose="020B0502040204020203" pitchFamily="34" charset="-79"/>
                    <a:cs typeface="Gisha" panose="020B0502040204020203" pitchFamily="34" charset="-79"/>
                  </a:rPr>
                  <a:t>) </a:t>
                </a:r>
                <a:endParaRPr lang="he-IL" sz="1600" dirty="0">
                  <a:solidFill>
                    <a:srgbClr val="2B851F"/>
                  </a:solidFill>
                  <a:latin typeface="Gisha" panose="020B0502040204020203" pitchFamily="34" charset="-79"/>
                  <a:cs typeface="Gisha" panose="020B0502040204020203" pitchFamily="34" charset="-79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3344827"/>
                <a:ext cx="3062835" cy="338554"/>
              </a:xfrm>
              <a:prstGeom prst="rect">
                <a:avLst/>
              </a:prstGeom>
              <a:blipFill>
                <a:blip r:embed="rId2"/>
                <a:stretch>
                  <a:fillRect t="-5455" r="-996" b="-2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/>
          <p:cNvSpPr txBox="1"/>
          <p:nvPr/>
        </p:nvSpPr>
        <p:spPr>
          <a:xfrm>
            <a:off x="5912715" y="5097427"/>
            <a:ext cx="2255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dirty="0">
                <a:solidFill>
                  <a:srgbClr val="2B851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פונקציית פירוש פעולות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12715" y="762000"/>
            <a:ext cx="2255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e-IL" sz="1600" dirty="0">
                <a:solidFill>
                  <a:srgbClr val="2B851F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קוד לבניית גרף התוכנית</a:t>
            </a:r>
          </a:p>
        </p:txBody>
      </p:sp>
    </p:spTree>
    <p:extLst>
      <p:ext uri="{BB962C8B-B14F-4D97-AF65-F5344CB8AC3E}">
        <p14:creationId xmlns:p14="http://schemas.microsoft.com/office/powerpoint/2010/main" val="34307112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468" y="-211963"/>
            <a:ext cx="7772400" cy="1143000"/>
          </a:xfrm>
        </p:spPr>
        <p:txBody>
          <a:bodyPr>
            <a:normAutofit/>
          </a:bodyPr>
          <a:lstStyle/>
          <a:p>
            <a:r>
              <a:rPr lang="he-IL" dirty="0"/>
              <a:t>תרגום מגרף תוכנית למערכת מעברים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381000" y="1752600"/>
                <a:ext cx="8534400" cy="4648200"/>
              </a:xfrm>
            </p:spPr>
            <p:txBody>
              <a:bodyPr>
                <a:noAutofit/>
              </a:bodyPr>
              <a:lstStyle/>
              <a:p>
                <a:pPr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he-IL" sz="2000" dirty="0">
                    <a:latin typeface="Arial Rounded MT Bold" panose="020F0704030504030204" pitchFamily="34" charset="0"/>
                  </a:rPr>
                  <a:t>מצבים: </a:t>
                </a:r>
                <a:r>
                  <a:rPr lang="he-IL" sz="2000" dirty="0">
                    <a:solidFill>
                      <a:srgbClr val="061BE4"/>
                    </a:solidFill>
                    <a:latin typeface="Arial Rounded MT Bold" panose="020F0704030504030204" pitchFamily="34" charset="0"/>
                  </a:rPr>
                  <a:t>פריסה </a:t>
                </a:r>
                <a:r>
                  <a:rPr lang="he-IL" sz="2000" dirty="0">
                    <a:latin typeface="Arial Rounded MT Bold" panose="020F0704030504030204" pitchFamily="34" charset="0"/>
                  </a:rPr>
                  <a:t>(</a:t>
                </a:r>
                <a:r>
                  <a:rPr lang="en-US" sz="2000" dirty="0"/>
                  <a:t>unfolding</a:t>
                </a:r>
                <a:r>
                  <a:rPr lang="he-IL" sz="2000" dirty="0">
                    <a:latin typeface="Arial Rounded MT Bold" panose="020F0704030504030204" pitchFamily="34" charset="0"/>
                  </a:rPr>
                  <a:t>)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he-IL" sz="1600" dirty="0">
                    <a:latin typeface="Arial Rounded MT Bold" panose="020F0704030504030204" pitchFamily="34" charset="0"/>
                  </a:rPr>
                  <a:t>מצב הוא זוג סדור </a:t>
                </a:r>
                <a14:m>
                  <m:oMath xmlns:m="http://schemas.openxmlformats.org/officeDocument/2006/math">
                    <m:r>
                      <a:rPr lang="he-IL" sz="1600" b="0" i="1" smtClean="0">
                        <a:latin typeface="Cambria Math"/>
                      </a:rPr>
                      <m:t>〈</m:t>
                    </m:r>
                    <m:r>
                      <a:rPr lang="en-US" sz="1600" b="0" i="1" smtClean="0">
                        <a:latin typeface="Cambria Math"/>
                      </a:rPr>
                      <m:t>𝑙</m:t>
                    </m:r>
                    <m:r>
                      <a:rPr lang="en-US" sz="1600" b="0" i="1" smtClean="0">
                        <a:latin typeface="Cambria Math"/>
                      </a:rPr>
                      <m:t>, </m:t>
                    </m:r>
                    <m:r>
                      <a:rPr lang="en-US" sz="1600" b="0" i="1" smtClean="0">
                        <a:latin typeface="Cambria Math"/>
                      </a:rPr>
                      <m:t>𝜂</m:t>
                    </m:r>
                    <m:r>
                      <a:rPr lang="en-US" sz="1600" b="0" i="1" smtClean="0">
                        <a:latin typeface="Cambria Math"/>
                      </a:rPr>
                      <m:t>〉</m:t>
                    </m:r>
                  </m:oMath>
                </a14:m>
                <a:r>
                  <a:rPr lang="he-IL" sz="1600" dirty="0">
                    <a:latin typeface="Arial Rounded MT Bold" panose="020F0704030504030204" pitchFamily="34" charset="0"/>
                  </a:rPr>
                  <a:t> באשר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𝑙</m:t>
                    </m:r>
                  </m:oMath>
                </a14:m>
                <a:r>
                  <a:rPr lang="he-IL" sz="1600" dirty="0">
                    <a:latin typeface="Arial Rounded MT Bold" panose="020F0704030504030204" pitchFamily="34" charset="0"/>
                  </a:rPr>
                  <a:t> הוא מקום בגרף התוכנית ו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𝜂</m:t>
                    </m:r>
                  </m:oMath>
                </a14:m>
                <a:r>
                  <a:rPr lang="he-IL" sz="1600" dirty="0">
                    <a:latin typeface="Arial Rounded MT Bold" panose="020F0704030504030204" pitchFamily="34" charset="0"/>
                  </a:rPr>
                  <a:t> היא השמה למשתנים</a:t>
                </a:r>
              </a:p>
              <a:p>
                <a:pPr lvl="1">
                  <a:spcAft>
                    <a:spcPts val="1200"/>
                  </a:spcAft>
                </a:pPr>
                <a:r>
                  <a:rPr lang="he-IL" sz="1600" dirty="0">
                    <a:latin typeface="Arial Rounded MT Bold" panose="020F0704030504030204" pitchFamily="34" charset="0"/>
                  </a:rPr>
                  <a:t>מצב התחלתי הוא </a:t>
                </a:r>
                <a14:m>
                  <m:oMath xmlns:m="http://schemas.openxmlformats.org/officeDocument/2006/math">
                    <m:r>
                      <a:rPr lang="he-IL" sz="1600" i="1">
                        <a:latin typeface="Cambria Math"/>
                      </a:rPr>
                      <m:t>〈</m:t>
                    </m:r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sz="1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>
                                <a:latin typeface="Cambria Math"/>
                              </a:rPr>
                              <m:t>𝑙</m:t>
                            </m:r>
                          </m:e>
                          <m:sub>
                            <m:r>
                              <a:rPr lang="en-US" sz="1600" i="1">
                                <a:latin typeface="Cambria Math"/>
                              </a:rPr>
                              <m:t>0</m:t>
                            </m:r>
                          </m:sub>
                        </m:sSub>
                        <m:r>
                          <a:rPr lang="en-US" sz="1600" b="0" i="1" smtClean="0">
                            <a:latin typeface="Cambria Math"/>
                          </a:rPr>
                          <m:t>,</m:t>
                        </m:r>
                        <m:r>
                          <a:rPr lang="en-US" sz="1600" i="1">
                            <a:latin typeface="Cambria Math"/>
                          </a:rPr>
                          <m:t>𝜂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0</m:t>
                        </m:r>
                      </m:sub>
                    </m:sSub>
                    <m:r>
                      <a:rPr lang="en-US" sz="1600" i="1">
                        <a:latin typeface="Cambria Math"/>
                      </a:rPr>
                      <m:t>〉</m:t>
                    </m:r>
                  </m:oMath>
                </a14:m>
                <a:r>
                  <a:rPr lang="he-IL" sz="1600" dirty="0">
                    <a:latin typeface="Arial Rounded MT Bold" panose="020F0704030504030204" pitchFamily="34" charset="0"/>
                  </a:rPr>
                  <a:t> באשר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𝑙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1600" dirty="0">
                    <a:latin typeface="Arial Rounded MT Bold" panose="020F0704030504030204" pitchFamily="34" charset="0"/>
                  </a:rPr>
                  <a:t> מקום התחלתי ו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sz="1600" b="0" i="1" smtClean="0">
                            <a:latin typeface="Cambria Math"/>
                          </a:rPr>
                          <m:t>𝜂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r>
                  <a:rPr lang="he-IL" sz="1600" dirty="0">
                    <a:latin typeface="Arial Rounded MT Bold" panose="020F0704030504030204" pitchFamily="34" charset="0"/>
                  </a:rPr>
                  <a:t> מקיימת את תנאי ההתחלה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latin typeface="Cambria Math"/>
                          </a:rPr>
                          <m:t>𝑔</m:t>
                        </m:r>
                      </m:e>
                      <m:sub>
                        <m:r>
                          <a:rPr lang="en-US" sz="1600" b="0" i="1" smtClean="0">
                            <a:latin typeface="Cambria Math"/>
                          </a:rPr>
                          <m:t>0</m:t>
                        </m:r>
                      </m:sub>
                    </m:sSub>
                  </m:oMath>
                </a14:m>
                <a:endParaRPr lang="he-IL" sz="1600" baseline="-25000" dirty="0">
                  <a:latin typeface="Arial Rounded MT Bold" panose="020F0704030504030204" pitchFamily="34" charset="0"/>
                </a:endParaRPr>
              </a:p>
              <a:p>
                <a:pPr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he-IL" sz="2000" dirty="0">
                    <a:latin typeface="Arial Rounded MT Bold" panose="020F0704030504030204" pitchFamily="34" charset="0"/>
                  </a:rPr>
                  <a:t>פסוקים ותִּיּוּג במערכת המעברים שאנחנו מייצרים:</a:t>
                </a:r>
                <a:endParaRPr lang="he-IL" sz="2000" baseline="-25000" dirty="0">
                  <a:latin typeface="Arial Rounded MT Bold" panose="020F0704030504030204" pitchFamily="34" charset="0"/>
                </a:endParaRPr>
              </a:p>
              <a:p>
                <a:pPr lvl="1">
                  <a:spcAft>
                    <a:spcPts val="1200"/>
                  </a:spcAft>
                </a:pPr>
                <a:r>
                  <a:rPr lang="he-IL" sz="1600" dirty="0">
                    <a:latin typeface="Arial Rounded MT Bold" panose="020F0704030504030204" pitchFamily="34" charset="0"/>
                  </a:rPr>
                  <a:t>פסוקים: </a:t>
                </a:r>
                <a:r>
                  <a:rPr lang="en-US" sz="1600" dirty="0">
                    <a:latin typeface="Arial Rounded MT Bold" panose="020F0704030504030204" pitchFamily="34" charset="0"/>
                  </a:rPr>
                  <a:t> </a:t>
                </a:r>
                <a:r>
                  <a:rPr lang="he-IL" sz="1600" dirty="0">
                    <a:latin typeface="Arial Rounded MT Bold" panose="020F0704030504030204" pitchFamily="34" charset="0"/>
                  </a:rPr>
                  <a:t>מקומות בגרף התוכנית ותנאים מתוך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𝐶𝑜𝑛𝑑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 sz="1600" dirty="0">
                  <a:latin typeface="Arial Rounded MT Bold" panose="020F0704030504030204" pitchFamily="34" charset="0"/>
                </a:endParaRPr>
              </a:p>
              <a:p>
                <a:pPr lvl="1">
                  <a:spcAft>
                    <a:spcPts val="1200"/>
                  </a:spcAft>
                </a:pP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 </m:t>
                    </m:r>
                    <m:d>
                      <m:dPr>
                        <m:begChr m:val="〈"/>
                        <m:endChr m:val="〉"/>
                        <m:ctrlPr>
                          <a:rPr lang="en-US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/>
                          </a:rPr>
                          <m:t>𝑙</m:t>
                        </m:r>
                        <m:r>
                          <a:rPr lang="en-US" sz="1600" i="1">
                            <a:latin typeface="Cambria Math"/>
                          </a:rPr>
                          <m:t>,</m:t>
                        </m:r>
                        <m:r>
                          <a:rPr lang="en-US" sz="1600" i="1">
                            <a:latin typeface="Cambria Math"/>
                          </a:rPr>
                          <m:t>𝜂</m:t>
                        </m:r>
                      </m:e>
                    </m:d>
                  </m:oMath>
                </a14:m>
                <a:r>
                  <a:rPr lang="he-IL" sz="1600" dirty="0">
                    <a:latin typeface="Arial Rounded MT Bold" panose="020F0704030504030204" pitchFamily="34" charset="0"/>
                  </a:rPr>
                  <a:t>מתוייג ב-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/>
                      </a:rPr>
                      <m:t>𝑙</m:t>
                    </m:r>
                  </m:oMath>
                </a14:m>
                <a:r>
                  <a:rPr lang="he-IL" sz="1600" dirty="0">
                    <a:latin typeface="Arial Rounded MT Bold" panose="020F0704030504030204" pitchFamily="34" charset="0"/>
                  </a:rPr>
                  <a:t> ובכל התנאים המתקיימים ב </a:t>
                </a:r>
                <a14:m>
                  <m:oMath xmlns:m="http://schemas.openxmlformats.org/officeDocument/2006/math">
                    <m:r>
                      <a:rPr lang="he-IL" sz="1600" b="0" i="1" smtClean="0">
                        <a:latin typeface="Cambria Math"/>
                      </a:rPr>
                      <m:t>𝜂</m:t>
                    </m:r>
                  </m:oMath>
                </a14:m>
                <a:br>
                  <a:rPr lang="en-US" sz="1600" dirty="0">
                    <a:latin typeface="Arial Rounded MT Bold" panose="020F0704030504030204" pitchFamily="34" charset="0"/>
                  </a:rPr>
                </a:br>
                <a:endParaRPr lang="en-US" sz="1600" dirty="0">
                  <a:latin typeface="Arial Rounded MT Bold" panose="020F0704030504030204" pitchFamily="34" charset="0"/>
                </a:endParaRPr>
              </a:p>
              <a:p>
                <a:pPr>
                  <a:spcBef>
                    <a:spcPts val="1800"/>
                  </a:spcBef>
                  <a:spcAft>
                    <a:spcPts val="1200"/>
                  </a:spcAft>
                </a:pPr>
                <a:r>
                  <a:rPr lang="he-IL" sz="2000" dirty="0">
                    <a:latin typeface="Arial Rounded MT Bold" panose="020F0704030504030204" pitchFamily="34" charset="0"/>
                  </a:rPr>
                  <a:t>מעברים במערכת המעברים שאנחנו מייצרים</a:t>
                </a:r>
                <a:r>
                  <a:rPr lang="he-IL" sz="1800" dirty="0">
                    <a:latin typeface="Arial Rounded MT Bold" panose="020F0704030504030204" pitchFamily="34" charset="0"/>
                  </a:rPr>
                  <a:t>:</a:t>
                </a:r>
                <a:endParaRPr lang="he-IL" sz="1800" baseline="-25000" dirty="0">
                  <a:latin typeface="Arial Rounded MT Bold" panose="020F0704030504030204" pitchFamily="34" charset="0"/>
                </a:endParaRPr>
              </a:p>
              <a:p>
                <a:pPr lvl="1">
                  <a:spcAft>
                    <a:spcPts val="1200"/>
                  </a:spcAft>
                </a:pPr>
                <a:r>
                  <a:rPr lang="he-IL" sz="1600" dirty="0">
                    <a:latin typeface="Arial Rounded MT Bold" panose="020F0704030504030204" pitchFamily="34" charset="0"/>
                  </a:rPr>
                  <a:t>אם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/>
                      </a:rPr>
                      <m:t>𝑙</m:t>
                    </m:r>
                    <m:r>
                      <a:rPr lang="en-US" sz="1600" b="0" i="1" smtClean="0">
                        <a:latin typeface="Cambria Math"/>
                      </a:rPr>
                      <m:t> </m:t>
                    </m:r>
                    <m:groupChr>
                      <m:groupChrPr>
                        <m:chr m:val="→"/>
                        <m:vertJc m:val="bot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m:rPr>
                            <m:brk m:alnAt="2"/>
                          </m:rPr>
                          <a:rPr lang="en-US" sz="1600" b="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𝑔</m:t>
                        </m:r>
                        <m:r>
                          <a:rPr lang="en-US" sz="1600" b="0" i="1" smtClean="0">
                            <a:latin typeface="Cambria Math"/>
                          </a:rPr>
                          <m:t> :</m:t>
                        </m:r>
                        <m:r>
                          <a:rPr lang="en-US" sz="1600" b="0" i="1" smtClean="0">
                            <a:solidFill>
                              <a:srgbClr val="061BE4"/>
                            </a:solidFill>
                            <a:latin typeface="Cambria Math"/>
                          </a:rPr>
                          <m:t>𝛼</m:t>
                        </m:r>
                      </m:e>
                    </m:groupCh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he-IL" sz="1600" dirty="0">
                    <a:latin typeface="Arial Rounded MT Bold" panose="020F0704030504030204" pitchFamily="34" charset="0"/>
                  </a:rPr>
                  <a:t> בגרף התוכנית ו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FF0000"/>
                        </a:solidFill>
                        <a:latin typeface="Cambria Math"/>
                      </a:rPr>
                      <m:t>𝑔</m:t>
                    </m:r>
                  </m:oMath>
                </a14:m>
                <a:r>
                  <a:rPr lang="he-IL" sz="1600" dirty="0">
                    <a:latin typeface="Arial Rounded MT Bold" panose="020F0704030504030204" pitchFamily="34" charset="0"/>
                  </a:rPr>
                  <a:t> מתקיים ב </a:t>
                </a:r>
                <a:r>
                  <a:rPr lang="en-US" sz="1600" dirty="0">
                    <a:latin typeface="Arial Rounded MT Bold" panose="020F07040305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dirty="0" smtClean="0">
                        <a:latin typeface="Cambria Math"/>
                      </a:rPr>
                      <m:t>𝜂</m:t>
                    </m:r>
                  </m:oMath>
                </a14:m>
                <a:r>
                  <a:rPr lang="he-IL" sz="1600" dirty="0">
                    <a:latin typeface="Arial Rounded MT Bold" panose="020F0704030504030204" pitchFamily="34" charset="0"/>
                  </a:rPr>
                  <a:t>אז מוסיפים את המעבר  </a:t>
                </a:r>
                <a14:m>
                  <m:oMath xmlns:m="http://schemas.openxmlformats.org/officeDocument/2006/math">
                    <m:d>
                      <m:dPr>
                        <m:begChr m:val="〈"/>
                        <m:endChr m:val="〉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latin typeface="Cambria Math"/>
                          </a:rPr>
                          <m:t>𝑙</m:t>
                        </m:r>
                        <m:r>
                          <a:rPr lang="en-US" sz="1600" b="0" i="1" smtClean="0">
                            <a:latin typeface="Cambria Math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𝜂</m:t>
                        </m:r>
                      </m:e>
                    </m:d>
                    <m:groupChr>
                      <m:groupChrPr>
                        <m:chr m:val="→"/>
                        <m:vertJc m:val="bot"/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groupChrPr>
                      <m:e>
                        <m:r>
                          <a:rPr lang="en-US" sz="1600" b="0" i="1" smtClean="0">
                            <a:solidFill>
                              <a:srgbClr val="061BE4"/>
                            </a:solidFill>
                            <a:latin typeface="Cambria Math"/>
                          </a:rPr>
                          <m:t>𝛼</m:t>
                        </m:r>
                      </m:e>
                    </m:groupChr>
                    <m:r>
                      <a:rPr lang="en-US" sz="1600" b="0" i="1" smtClean="0">
                        <a:latin typeface="Cambria Math"/>
                      </a:rPr>
                      <m:t>〈</m:t>
                    </m:r>
                    <m:sSup>
                      <m:sSup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latin typeface="Cambria Math"/>
                          </a:rPr>
                          <m:t>𝑙</m:t>
                        </m:r>
                      </m:e>
                      <m:sup>
                        <m:r>
                          <a:rPr lang="en-US" sz="1600" b="0" i="1" smtClean="0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sz="1600" b="0" i="1" smtClean="0">
                        <a:latin typeface="Cambria Math"/>
                      </a:rPr>
                      <m:t>,</m:t>
                    </m:r>
                    <m:r>
                      <a:rPr lang="en-US" sz="1600" b="0" i="1" smtClean="0">
                        <a:latin typeface="Cambria Math"/>
                      </a:rPr>
                      <m:t>𝐸𝑓𝑓𝑒𝑐𝑡</m:t>
                    </m:r>
                    <m:d>
                      <m:dPr>
                        <m:ctrlPr>
                          <a:rPr lang="en-US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rgbClr val="061BE4"/>
                            </a:solidFill>
                            <a:latin typeface="Cambria Math"/>
                          </a:rPr>
                          <m:t>𝛼</m:t>
                        </m:r>
                        <m:r>
                          <a:rPr lang="en-US" sz="1600" b="0" i="1" smtClean="0">
                            <a:latin typeface="Cambria Math"/>
                          </a:rPr>
                          <m:t>,</m:t>
                        </m:r>
                        <m:r>
                          <a:rPr lang="en-US" sz="1600" b="0" i="1" smtClean="0">
                            <a:latin typeface="Cambria Math"/>
                          </a:rPr>
                          <m:t>𝜂</m:t>
                        </m:r>
                      </m:e>
                    </m:d>
                    <m:r>
                      <a:rPr lang="en-US" sz="1600" b="0" i="1" smtClean="0">
                        <a:latin typeface="Cambria Math"/>
                      </a:rPr>
                      <m:t>〉</m:t>
                    </m:r>
                  </m:oMath>
                </a14:m>
                <a:endParaRPr lang="he-IL" sz="1600" dirty="0"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381000" y="1752600"/>
                <a:ext cx="8534400" cy="4648200"/>
              </a:xfrm>
              <a:blipFill>
                <a:blip r:embed="rId2"/>
                <a:stretch>
                  <a:fillRect t="-656" r="-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29</a:t>
            </a:fld>
            <a:endParaRPr lang="he-IL"/>
          </a:p>
        </p:txBody>
      </p:sp>
      <p:grpSp>
        <p:nvGrpSpPr>
          <p:cNvPr id="5" name="Group 4"/>
          <p:cNvGrpSpPr/>
          <p:nvPr/>
        </p:nvGrpSpPr>
        <p:grpSpPr>
          <a:xfrm>
            <a:off x="381000" y="4076700"/>
            <a:ext cx="3202399" cy="1219200"/>
            <a:chOff x="-7912" y="3513364"/>
            <a:chExt cx="3874145" cy="1496929"/>
          </a:xfrm>
        </p:grpSpPr>
        <p:pic>
          <p:nvPicPr>
            <p:cNvPr id="3074" name="Picture 2" descr="http://ali.meshkot.com/English/About/images/Interpreter.jpg"/>
            <p:cNvPicPr>
              <a:picLocks noChangeAspect="1" noChangeArrowheads="1"/>
            </p:cNvPicPr>
            <p:nvPr/>
          </p:nvPicPr>
          <p:blipFill>
            <a:blip r:embed="rId3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600" y="3513364"/>
              <a:ext cx="2743200" cy="11049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2689970" y="4618263"/>
              <a:ext cx="1176263" cy="39203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sz="1600" dirty="0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גרף </a:t>
              </a:r>
              <a:r>
                <a:rPr lang="he-IL" sz="1600" dirty="0" err="1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תוכנית</a:t>
              </a:r>
              <a:endParaRPr lang="he-IL" sz="1600" dirty="0">
                <a:solidFill>
                  <a:schemeClr val="accent2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-7912" y="4618263"/>
              <a:ext cx="1572835" cy="392030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r>
                <a:rPr lang="he-IL" sz="1600" dirty="0">
                  <a:solidFill>
                    <a:schemeClr val="accent2">
                      <a:lumMod val="75000"/>
                    </a:schemeClr>
                  </a:solidFill>
                  <a:latin typeface="Gisha" panose="020B0502040204020203" pitchFamily="34" charset="-79"/>
                  <a:cs typeface="Gisha" panose="020B0502040204020203" pitchFamily="34" charset="-79"/>
                </a:rPr>
                <a:t>מערכת מעברים</a:t>
              </a:r>
            </a:p>
          </p:txBody>
        </p:sp>
        <p:cxnSp>
          <p:nvCxnSpPr>
            <p:cNvPr id="11" name="Straight Arrow Connector 10"/>
            <p:cNvCxnSpPr/>
            <p:nvPr/>
          </p:nvCxnSpPr>
          <p:spPr>
            <a:xfrm flipH="1">
              <a:off x="1560798" y="4839235"/>
              <a:ext cx="984192" cy="1916"/>
            </a:xfrm>
            <a:prstGeom prst="straightConnector1">
              <a:avLst/>
            </a:prstGeom>
            <a:ln w="19050">
              <a:solidFill>
                <a:srgbClr val="2E41FA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/>
          <p:cNvSpPr txBox="1"/>
          <p:nvPr/>
        </p:nvSpPr>
        <p:spPr>
          <a:xfrm>
            <a:off x="2107471" y="857935"/>
            <a:ext cx="4406977" cy="646331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r>
              <a:rPr lang="he-IL" sz="3600" dirty="0">
                <a:solidFill>
                  <a:srgbClr val="FF0000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תיאור מילולי של הבניה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 dirty="0"/>
              <a:t>תרגום אוטומטי מגרף תוכנית</a:t>
            </a:r>
            <a:br>
              <a:rPr lang="en-US" dirty="0"/>
            </a:br>
            <a:r>
              <a:rPr lang="he-IL" dirty="0"/>
              <a:t> למערכת מעברים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0AEAB532-FE18-4647-907E-B4F4322E836F}" type="datetime12">
              <a:rPr lang="he-IL" smtClean="0"/>
              <a:t>09/04/2025 14:17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45408" y="2587414"/>
                <a:ext cx="685800" cy="381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t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08" y="2587414"/>
                <a:ext cx="685800" cy="38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50773" y="3810000"/>
                <a:ext cx="685800" cy="381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t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773" y="3810000"/>
                <a:ext cx="685800" cy="381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6" idx="2"/>
            <a:endCxn id="17" idx="0"/>
          </p:cNvCxnSpPr>
          <p:nvPr/>
        </p:nvCxnSpPr>
        <p:spPr>
          <a:xfrm>
            <a:off x="1088308" y="2968414"/>
            <a:ext cx="5365" cy="841586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85377" y="3204541"/>
                <a:ext cx="199552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dirty="0">
                  <a:solidFill>
                    <a:srgbClr val="051AE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77" y="3204541"/>
                <a:ext cx="199552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>
            <a:off x="1085377" y="2193026"/>
            <a:ext cx="0" cy="39438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53582" y="4680972"/>
                <a:ext cx="577625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𝑃𝐺</m:t>
                      </m:r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82" y="4680972"/>
                <a:ext cx="57762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001887" y="2590800"/>
                <a:ext cx="1219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887" y="2590800"/>
                <a:ext cx="1219200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4572001" y="2590800"/>
                <a:ext cx="1086987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he-IL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1" y="2590800"/>
                <a:ext cx="1086987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7563986" y="2590800"/>
                <a:ext cx="1219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986" y="2590800"/>
                <a:ext cx="1219200" cy="381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4572001" y="3810000"/>
                <a:ext cx="1086987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he-IL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1" y="3810000"/>
                <a:ext cx="1086987" cy="381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6001887" y="3810000"/>
                <a:ext cx="1219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887" y="3810000"/>
                <a:ext cx="1219200" cy="381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7563986" y="3810000"/>
                <a:ext cx="1219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986" y="3810000"/>
                <a:ext cx="1219200" cy="381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>
            <a:stCxn id="22" idx="2"/>
            <a:endCxn id="35" idx="0"/>
          </p:cNvCxnSpPr>
          <p:nvPr/>
        </p:nvCxnSpPr>
        <p:spPr>
          <a:xfrm rot="16200000" flipH="1">
            <a:off x="6973436" y="2609850"/>
            <a:ext cx="838200" cy="1562099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1" idx="0"/>
            <a:endCxn id="33" idx="1"/>
          </p:cNvCxnSpPr>
          <p:nvPr/>
        </p:nvCxnSpPr>
        <p:spPr>
          <a:xfrm rot="16200000" flipH="1" flipV="1">
            <a:off x="5667944" y="1494857"/>
            <a:ext cx="1409700" cy="3601585"/>
          </a:xfrm>
          <a:prstGeom prst="bentConnector4">
            <a:avLst>
              <a:gd name="adj1" fmla="val -16216"/>
              <a:gd name="adj2" fmla="val 106347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859860" y="4680972"/>
                <a:ext cx="1305541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𝑃𝐺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860" y="4680972"/>
                <a:ext cx="1305541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5181600" y="2008360"/>
                <a:ext cx="248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dirty="0">
                  <a:solidFill>
                    <a:srgbClr val="051AE1"/>
                  </a:solidFill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2008360"/>
                <a:ext cx="248786" cy="369332"/>
              </a:xfrm>
              <a:prstGeom prst="rect">
                <a:avLst/>
              </a:prstGeom>
              <a:blipFill>
                <a:blip r:embed="rId13"/>
                <a:stretch>
                  <a:fillRect r="-368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6916616" y="3056792"/>
                <a:ext cx="248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dirty="0">
                  <a:solidFill>
                    <a:srgbClr val="051AE1"/>
                  </a:solidFill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616" y="3056792"/>
                <a:ext cx="248786" cy="369332"/>
              </a:xfrm>
              <a:prstGeom prst="rect">
                <a:avLst/>
              </a:prstGeom>
              <a:blipFill>
                <a:blip r:embed="rId13"/>
                <a:stretch>
                  <a:fillRect r="-3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Elbow Connector 54"/>
          <p:cNvCxnSpPr>
            <a:stCxn id="20" idx="2"/>
            <a:endCxn id="45" idx="2"/>
          </p:cNvCxnSpPr>
          <p:nvPr/>
        </p:nvCxnSpPr>
        <p:spPr>
          <a:xfrm rot="16200000" flipH="1">
            <a:off x="3827513" y="2519074"/>
            <a:ext cx="12700" cy="5370236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725704" y="5586044"/>
            <a:ext cx="3775394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he-IL" sz="2800">
                <a:solidFill>
                  <a:srgbClr val="0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נקרא </a:t>
            </a:r>
            <a:r>
              <a:rPr lang="he-IL" sz="2800" dirty="0">
                <a:solidFill>
                  <a:srgbClr val="0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לפעולה זאת פריסה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066800" y="2166621"/>
                <a:ext cx="795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he-IL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166621"/>
                <a:ext cx="79598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4419600" y="2514600"/>
            <a:ext cx="152401" cy="72814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975033" y="2370459"/>
            <a:ext cx="2029362" cy="646331"/>
          </a:xfrm>
          <a:prstGeom prst="homePlate">
            <a:avLst>
              <a:gd name="adj" fmla="val 28993"/>
            </a:avLst>
          </a:prstGeom>
          <a:solidFill>
            <a:srgbClr val="061BE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he-IL" sz="1200" dirty="0">
                <a:latin typeface="Gisha" panose="020B0502040204020203" pitchFamily="34" charset="-79"/>
                <a:cs typeface="Gisha" panose="020B0502040204020203" pitchFamily="34" charset="-79"/>
              </a:rPr>
              <a:t>המצבים הם זוגות סדורים המורכבים ממקום ומהשמה למשתנים</a:t>
            </a:r>
            <a:endParaRPr lang="en-US" sz="12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980547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 dirty="0"/>
              <a:t>תרגום אוטומטי מגרף תוכנית</a:t>
            </a:r>
            <a:br>
              <a:rPr lang="en-US" dirty="0"/>
            </a:br>
            <a:r>
              <a:rPr lang="he-IL" dirty="0"/>
              <a:t> למערכת מעברים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0AEAB532-FE18-4647-907E-B4F4322E836F}" type="datetime12">
              <a:rPr lang="he-IL" smtClean="0"/>
              <a:t>09/04/2025 14:17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45408" y="2587414"/>
                <a:ext cx="685800" cy="381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t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08" y="2587414"/>
                <a:ext cx="685800" cy="38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50773" y="3810000"/>
                <a:ext cx="685800" cy="381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t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773" y="3810000"/>
                <a:ext cx="685800" cy="381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6" idx="2"/>
            <a:endCxn id="17" idx="0"/>
          </p:cNvCxnSpPr>
          <p:nvPr/>
        </p:nvCxnSpPr>
        <p:spPr>
          <a:xfrm>
            <a:off x="1088308" y="2968414"/>
            <a:ext cx="5365" cy="841586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85377" y="3204541"/>
                <a:ext cx="199552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dirty="0">
                  <a:solidFill>
                    <a:srgbClr val="051AE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77" y="3204541"/>
                <a:ext cx="199552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>
            <a:off x="1085377" y="2193026"/>
            <a:ext cx="0" cy="39438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53582" y="4680972"/>
                <a:ext cx="577625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𝑃𝐺</m:t>
                      </m:r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82" y="4680972"/>
                <a:ext cx="57762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001887" y="2590800"/>
                <a:ext cx="1219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887" y="2590800"/>
                <a:ext cx="1219200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4572001" y="2590800"/>
                <a:ext cx="1086987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he-IL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1" y="2590800"/>
                <a:ext cx="1086987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7563986" y="2590800"/>
                <a:ext cx="1219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986" y="2590800"/>
                <a:ext cx="1219200" cy="381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4572001" y="3810000"/>
                <a:ext cx="1086987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he-IL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1" y="3810000"/>
                <a:ext cx="1086987" cy="381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6001887" y="3810000"/>
                <a:ext cx="1219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887" y="3810000"/>
                <a:ext cx="1219200" cy="381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7563986" y="3810000"/>
                <a:ext cx="1219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986" y="3810000"/>
                <a:ext cx="1219200" cy="381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>
            <a:stCxn id="22" idx="2"/>
            <a:endCxn id="35" idx="0"/>
          </p:cNvCxnSpPr>
          <p:nvPr/>
        </p:nvCxnSpPr>
        <p:spPr>
          <a:xfrm rot="16200000" flipH="1">
            <a:off x="6973436" y="2609850"/>
            <a:ext cx="838200" cy="1562099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1" idx="0"/>
            <a:endCxn id="33" idx="1"/>
          </p:cNvCxnSpPr>
          <p:nvPr/>
        </p:nvCxnSpPr>
        <p:spPr>
          <a:xfrm rot="16200000" flipH="1" flipV="1">
            <a:off x="5667944" y="1494857"/>
            <a:ext cx="1409700" cy="3601585"/>
          </a:xfrm>
          <a:prstGeom prst="bentConnector4">
            <a:avLst>
              <a:gd name="adj1" fmla="val -16216"/>
              <a:gd name="adj2" fmla="val 106347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859860" y="4680972"/>
                <a:ext cx="1305541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𝑃𝐺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860" y="4680972"/>
                <a:ext cx="1305541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5181600" y="2008360"/>
                <a:ext cx="248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dirty="0">
                  <a:solidFill>
                    <a:srgbClr val="051AE1"/>
                  </a:solidFill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2008360"/>
                <a:ext cx="248786" cy="369332"/>
              </a:xfrm>
              <a:prstGeom prst="rect">
                <a:avLst/>
              </a:prstGeom>
              <a:blipFill>
                <a:blip r:embed="rId13"/>
                <a:stretch>
                  <a:fillRect r="-368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6916616" y="3056792"/>
                <a:ext cx="248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dirty="0">
                  <a:solidFill>
                    <a:srgbClr val="051AE1"/>
                  </a:solidFill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616" y="3056792"/>
                <a:ext cx="248786" cy="369332"/>
              </a:xfrm>
              <a:prstGeom prst="rect">
                <a:avLst/>
              </a:prstGeom>
              <a:blipFill>
                <a:blip r:embed="rId13"/>
                <a:stretch>
                  <a:fillRect r="-3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Elbow Connector 54"/>
          <p:cNvCxnSpPr>
            <a:stCxn id="20" idx="2"/>
            <a:endCxn id="45" idx="2"/>
          </p:cNvCxnSpPr>
          <p:nvPr/>
        </p:nvCxnSpPr>
        <p:spPr>
          <a:xfrm rot="16200000" flipH="1">
            <a:off x="3827513" y="2519074"/>
            <a:ext cx="12700" cy="5370236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725704" y="5586044"/>
            <a:ext cx="3775394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he-IL" sz="2800">
                <a:solidFill>
                  <a:srgbClr val="0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נקרא </a:t>
            </a:r>
            <a:r>
              <a:rPr lang="he-IL" sz="2800" dirty="0">
                <a:solidFill>
                  <a:srgbClr val="0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לפעולה זאת פריסה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066800" y="2166621"/>
                <a:ext cx="795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he-IL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166621"/>
                <a:ext cx="79598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4419600" y="2514600"/>
            <a:ext cx="152401" cy="72814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1240923">
            <a:off x="2308660" y="1803719"/>
            <a:ext cx="2133436" cy="646331"/>
          </a:xfrm>
          <a:prstGeom prst="homePlate">
            <a:avLst>
              <a:gd name="adj" fmla="val 28993"/>
            </a:avLst>
          </a:prstGeom>
          <a:solidFill>
            <a:srgbClr val="061BE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he-IL" sz="1200" dirty="0">
                <a:latin typeface="Gisha" panose="020B0502040204020203" pitchFamily="34" charset="-79"/>
                <a:cs typeface="Gisha" panose="020B0502040204020203" pitchFamily="34" charset="-79"/>
              </a:rPr>
              <a:t>מצבי ההתחלה הם שילוב של מקומות ההתחלה ותנאי ההתחלה להשמת המשתנים</a:t>
            </a:r>
            <a:endParaRPr lang="en-US" sz="12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56107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 dirty="0"/>
              <a:t>תרגום אוטומטי מגרף תוכנית</a:t>
            </a:r>
            <a:br>
              <a:rPr lang="en-US" dirty="0"/>
            </a:br>
            <a:r>
              <a:rPr lang="he-IL" dirty="0"/>
              <a:t> למערכת מעברים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67500" y="6858000"/>
            <a:ext cx="2476500" cy="476250"/>
          </a:xfrm>
        </p:spPr>
        <p:txBody>
          <a:bodyPr/>
          <a:lstStyle/>
          <a:p>
            <a:fld id="{0AEAB532-FE18-4647-907E-B4F4322E836F}" type="datetime12">
              <a:rPr lang="he-IL" smtClean="0"/>
              <a:t>09/04/2025 14:17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45408" y="2587414"/>
                <a:ext cx="685800" cy="381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t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5408" y="2587414"/>
                <a:ext cx="685800" cy="381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50773" y="3810000"/>
                <a:ext cx="685800" cy="381000"/>
              </a:xfrm>
              <a:prstGeom prst="rect">
                <a:avLst/>
              </a:prstGeom>
              <a:solidFill>
                <a:schemeClr val="accent1">
                  <a:lumMod val="60000"/>
                  <a:lumOff val="40000"/>
                </a:schemeClr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t"/>
              <a:lstStyle/>
              <a:p>
                <a:pPr algn="ctr" rtl="0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sz="16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sz="16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773" y="3810000"/>
                <a:ext cx="685800" cy="381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/>
          <p:cNvCxnSpPr>
            <a:stCxn id="6" idx="2"/>
            <a:endCxn id="17" idx="0"/>
          </p:cNvCxnSpPr>
          <p:nvPr/>
        </p:nvCxnSpPr>
        <p:spPr>
          <a:xfrm>
            <a:off x="1088308" y="2968414"/>
            <a:ext cx="5365" cy="841586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1085377" y="3204541"/>
                <a:ext cx="1995523" cy="3693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dirty="0">
                  <a:solidFill>
                    <a:srgbClr val="051AE1"/>
                  </a:solidFill>
                </a:endParaRPr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377" y="3204541"/>
                <a:ext cx="1995523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3" name="Straight Arrow Connector 22"/>
          <p:cNvCxnSpPr/>
          <p:nvPr/>
        </p:nvCxnSpPr>
        <p:spPr>
          <a:xfrm>
            <a:off x="1085377" y="2193026"/>
            <a:ext cx="0" cy="394388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853582" y="4680972"/>
                <a:ext cx="577625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𝑃𝐺</m:t>
                      </m:r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582" y="4680972"/>
                <a:ext cx="57762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6001887" y="2590800"/>
                <a:ext cx="1219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887" y="2590800"/>
                <a:ext cx="1219200" cy="381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4572001" y="2590800"/>
                <a:ext cx="1086987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he-IL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1" y="2590800"/>
                <a:ext cx="1086987" cy="3810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Rectangle 30"/>
              <p:cNvSpPr/>
              <p:nvPr/>
            </p:nvSpPr>
            <p:spPr>
              <a:xfrm>
                <a:off x="7563986" y="2590800"/>
                <a:ext cx="1219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1" name="Rectangle 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986" y="2590800"/>
                <a:ext cx="1219200" cy="3810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4572001" y="3810000"/>
                <a:ext cx="1086987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he-IL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1" y="3810000"/>
                <a:ext cx="1086987" cy="3810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6001887" y="3810000"/>
                <a:ext cx="1219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1887" y="3810000"/>
                <a:ext cx="1219200" cy="38100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7563986" y="3810000"/>
                <a:ext cx="1219200" cy="381000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1">
                <a:schemeClr val="accent3"/>
              </a:lnRef>
              <a:fillRef idx="2">
                <a:schemeClr val="accent3"/>
              </a:fillRef>
              <a:effectRef idx="1">
                <a:schemeClr val="accent3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𝑙𝑜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〉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3986" y="3810000"/>
                <a:ext cx="1219200" cy="38100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6" name="Straight Arrow Connector 35"/>
          <p:cNvCxnSpPr>
            <a:stCxn id="22" idx="2"/>
            <a:endCxn id="35" idx="0"/>
          </p:cNvCxnSpPr>
          <p:nvPr/>
        </p:nvCxnSpPr>
        <p:spPr>
          <a:xfrm rot="16200000" flipH="1">
            <a:off x="6973436" y="2609850"/>
            <a:ext cx="838200" cy="1562099"/>
          </a:xfrm>
          <a:prstGeom prst="bentConnector3">
            <a:avLst>
              <a:gd name="adj1" fmla="val 50000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stCxn id="31" idx="0"/>
            <a:endCxn id="33" idx="1"/>
          </p:cNvCxnSpPr>
          <p:nvPr/>
        </p:nvCxnSpPr>
        <p:spPr>
          <a:xfrm rot="16200000" flipH="1" flipV="1">
            <a:off x="5667944" y="1494857"/>
            <a:ext cx="1409700" cy="3601585"/>
          </a:xfrm>
          <a:prstGeom prst="bentConnector4">
            <a:avLst>
              <a:gd name="adj1" fmla="val -16216"/>
              <a:gd name="adj2" fmla="val 106347"/>
            </a:avLst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5859860" y="4680972"/>
                <a:ext cx="1305541" cy="5232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𝑃𝐺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he-IL" sz="28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860" y="4680972"/>
                <a:ext cx="1305541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4" name="Rectangle 43"/>
              <p:cNvSpPr/>
              <p:nvPr/>
            </p:nvSpPr>
            <p:spPr>
              <a:xfrm>
                <a:off x="5181600" y="2008360"/>
                <a:ext cx="248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dirty="0">
                  <a:solidFill>
                    <a:srgbClr val="051AE1"/>
                  </a:solidFill>
                </a:endParaRPr>
              </a:p>
            </p:txBody>
          </p:sp>
        </mc:Choice>
        <mc:Fallback xmlns="">
          <p:sp>
            <p:nvSpPr>
              <p:cNvPr id="44" name="Rectangle 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1600" y="2008360"/>
                <a:ext cx="248786" cy="369332"/>
              </a:xfrm>
              <a:prstGeom prst="rect">
                <a:avLst/>
              </a:prstGeom>
              <a:blipFill>
                <a:blip r:embed="rId13"/>
                <a:stretch>
                  <a:fillRect r="-3682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/>
              <p:cNvSpPr/>
              <p:nvPr/>
            </p:nvSpPr>
            <p:spPr>
              <a:xfrm>
                <a:off x="6916616" y="3056792"/>
                <a:ext cx="24878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i="1" smtClean="0">
                          <a:solidFill>
                            <a:srgbClr val="051AE1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dirty="0">
                  <a:solidFill>
                    <a:srgbClr val="051AE1"/>
                  </a:solidFill>
                </a:endParaRPr>
              </a:p>
            </p:txBody>
          </p:sp>
        </mc:Choice>
        <mc:Fallback xmlns="">
          <p:sp>
            <p:nvSpPr>
              <p:cNvPr id="47" name="Rectangle 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6616" y="3056792"/>
                <a:ext cx="248786" cy="369332"/>
              </a:xfrm>
              <a:prstGeom prst="rect">
                <a:avLst/>
              </a:prstGeom>
              <a:blipFill>
                <a:blip r:embed="rId13"/>
                <a:stretch>
                  <a:fillRect r="-38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Elbow Connector 54"/>
          <p:cNvCxnSpPr>
            <a:cxnSpLocks/>
            <a:stCxn id="20" idx="2"/>
            <a:endCxn id="45" idx="2"/>
          </p:cNvCxnSpPr>
          <p:nvPr/>
        </p:nvCxnSpPr>
        <p:spPr>
          <a:xfrm rot="16200000" flipH="1">
            <a:off x="3827513" y="2519074"/>
            <a:ext cx="12700" cy="5370236"/>
          </a:xfrm>
          <a:prstGeom prst="bentConnector3">
            <a:avLst>
              <a:gd name="adj1" fmla="val 180000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1725704" y="5586044"/>
            <a:ext cx="3775394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algn="ctr"/>
            <a:r>
              <a:rPr lang="he-IL" sz="2800" dirty="0">
                <a:solidFill>
                  <a:srgbClr val="051AE1"/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נקרא לפעולה זאת פריסה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1066800" y="2166621"/>
                <a:ext cx="7959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he-IL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2166621"/>
                <a:ext cx="795987" cy="36933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" name="Straight Arrow Connector 6"/>
          <p:cNvCxnSpPr/>
          <p:nvPr/>
        </p:nvCxnSpPr>
        <p:spPr>
          <a:xfrm>
            <a:off x="4419600" y="2514600"/>
            <a:ext cx="152401" cy="72814"/>
          </a:xfrm>
          <a:prstGeom prst="straightConnector1">
            <a:avLst/>
          </a:prstGeom>
          <a:ln w="127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 rot="21225482" flipH="1">
            <a:off x="6390799" y="1663445"/>
            <a:ext cx="2393005" cy="461665"/>
          </a:xfrm>
          <a:prstGeom prst="homePlate">
            <a:avLst>
              <a:gd name="adj" fmla="val 28993"/>
            </a:avLst>
          </a:prstGeom>
          <a:solidFill>
            <a:srgbClr val="061BE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he-IL" sz="1200" dirty="0">
                <a:latin typeface="Gisha" panose="020B0502040204020203" pitchFamily="34" charset="-79"/>
                <a:cs typeface="Gisha" panose="020B0502040204020203" pitchFamily="34" charset="-79"/>
              </a:rPr>
              <a:t>מעבר מחליף מקום ומשנה את ההשמה לפי הפעולה שנבחרה</a:t>
            </a:r>
            <a:endParaRPr lang="en-US" sz="1200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00009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524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 dirty="0" err="1">
                <a:solidFill>
                  <a:schemeClr val="tx1"/>
                </a:solidFill>
              </a:rPr>
              <a:t>סמנטיקת</a:t>
            </a:r>
            <a:r>
              <a:rPr lang="he-IL" dirty="0">
                <a:solidFill>
                  <a:schemeClr val="tx1"/>
                </a:solidFill>
              </a:rPr>
              <a:t> פעולה פורמאלית</a:t>
            </a:r>
            <a:br>
              <a:rPr lang="he-IL" dirty="0">
                <a:solidFill>
                  <a:srgbClr val="061BE4"/>
                </a:solidFill>
              </a:rPr>
            </a:br>
            <a:r>
              <a:rPr lang="he-IL" dirty="0">
                <a:solidFill>
                  <a:srgbClr val="061BE4"/>
                </a:solidFill>
              </a:rPr>
              <a:t>כללי היסק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152400" y="1889760"/>
                <a:ext cx="8839200" cy="4876800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  <a:spcBef>
                    <a:spcPts val="1800"/>
                  </a:spcBef>
                  <a:buNone/>
                </a:pPr>
                <a:r>
                  <a:rPr lang="he-IL" sz="2000" dirty="0"/>
                  <a:t>משמעות הסימון</a:t>
                </a:r>
                <a:r>
                  <a:rPr lang="en-US" sz="2000" dirty="0"/>
                  <a:t>          </a:t>
                </a:r>
                <a:r>
                  <a:rPr lang="he-IL" sz="2000" dirty="0"/>
                  <a:t>                :   </a:t>
                </a:r>
              </a:p>
              <a:p>
                <a:pPr>
                  <a:lnSpc>
                    <a:spcPct val="120000"/>
                  </a:lnSpc>
                  <a:spcBef>
                    <a:spcPts val="1800"/>
                  </a:spcBef>
                  <a:buNone/>
                </a:pPr>
                <a:endParaRPr lang="he-IL" sz="2000" dirty="0"/>
              </a:p>
              <a:p>
                <a:pPr lvl="1">
                  <a:lnSpc>
                    <a:spcPct val="120000"/>
                  </a:lnSpc>
                  <a:spcBef>
                    <a:spcPts val="1800"/>
                  </a:spcBef>
                </a:pPr>
                <a:r>
                  <a:rPr lang="he-IL" sz="2000" dirty="0"/>
                  <a:t>אם הפסוק מעל הקו (</a:t>
                </a:r>
                <a:r>
                  <a:rPr lang="he-IL" sz="2000" dirty="0">
                    <a:solidFill>
                      <a:srgbClr val="FF0000"/>
                    </a:solidFill>
                  </a:rPr>
                  <a:t>ההנחה</a:t>
                </a:r>
                <a:r>
                  <a:rPr lang="he-IL" sz="2000" dirty="0"/>
                  <a:t>) מתקיים, אז הפסוק מתחת לקו (</a:t>
                </a:r>
                <a:r>
                  <a:rPr lang="he-IL" sz="2000" dirty="0">
                    <a:solidFill>
                      <a:srgbClr val="061BE4"/>
                    </a:solidFill>
                  </a:rPr>
                  <a:t>המסקנה</a:t>
                </a:r>
                <a:r>
                  <a:rPr lang="he-IL" sz="2000" dirty="0"/>
                  <a:t>) נכון</a:t>
                </a:r>
              </a:p>
              <a:p>
                <a:pPr lvl="1">
                  <a:lnSpc>
                    <a:spcPct val="120000"/>
                  </a:lnSpc>
                  <a:spcBef>
                    <a:spcPts val="1800"/>
                  </a:spcBef>
                </a:pPr>
                <a:r>
                  <a:rPr lang="he-IL" sz="2000" dirty="0"/>
                  <a:t>פסוקי "בהנחה ש ..., אז ..." כאלה נקראים </a:t>
                </a:r>
                <a:r>
                  <a:rPr lang="he-IL" sz="2000" dirty="0">
                    <a:solidFill>
                      <a:srgbClr val="061BE4"/>
                    </a:solidFill>
                  </a:rPr>
                  <a:t>כללי היסק (</a:t>
                </a:r>
                <a:r>
                  <a:rPr lang="en-US" sz="2000" dirty="0">
                    <a:solidFill>
                      <a:srgbClr val="061BE4"/>
                    </a:solidFill>
                  </a:rPr>
                  <a:t>Inference</a:t>
                </a:r>
                <a:r>
                  <a:rPr lang="en-US" sz="2000" dirty="0">
                    <a:solidFill>
                      <a:srgbClr val="061BE4"/>
                    </a:solidFill>
                    <a:latin typeface="Arial Rounded MT Bold" panose="020F0704030504030204" pitchFamily="34" charset="0"/>
                  </a:rPr>
                  <a:t> </a:t>
                </a:r>
                <a:r>
                  <a:rPr lang="en-US" sz="2000" dirty="0">
                    <a:solidFill>
                      <a:srgbClr val="061BE4"/>
                    </a:solidFill>
                  </a:rPr>
                  <a:t>Rules</a:t>
                </a:r>
                <a:r>
                  <a:rPr lang="he-IL" sz="2000" dirty="0">
                    <a:solidFill>
                      <a:srgbClr val="061BE4"/>
                    </a:solidFill>
                  </a:rPr>
                  <a:t>)</a:t>
                </a:r>
              </a:p>
              <a:p>
                <a:pPr lvl="1">
                  <a:lnSpc>
                    <a:spcPct val="120000"/>
                  </a:lnSpc>
                  <a:spcBef>
                    <a:spcPts val="1800"/>
                  </a:spcBef>
                </a:pPr>
                <a:endParaRPr lang="he-IL" sz="2000" dirty="0">
                  <a:solidFill>
                    <a:srgbClr val="061BE4"/>
                  </a:solidFill>
                </a:endParaRPr>
              </a:p>
              <a:p>
                <a:pPr lvl="1">
                  <a:lnSpc>
                    <a:spcPct val="120000"/>
                  </a:lnSpc>
                  <a:spcBef>
                    <a:spcPts val="1800"/>
                  </a:spcBef>
                </a:pPr>
                <a:r>
                  <a:rPr lang="he-IL" sz="2000" dirty="0"/>
                  <a:t>כשההנחה היא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𝑇𝑟𝑢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he-IL" sz="2000" dirty="0"/>
                  <a:t>, אפשר להשמיט אותה (וגם את הקו המפריד)</a:t>
                </a:r>
              </a:p>
              <a:p>
                <a:pPr lvl="1">
                  <a:lnSpc>
                    <a:spcPct val="120000"/>
                  </a:lnSpc>
                  <a:spcBef>
                    <a:spcPts val="1800"/>
                  </a:spcBef>
                </a:pPr>
                <a:r>
                  <a:rPr lang="he-IL" sz="2000" dirty="0"/>
                  <a:t>המקרה האחרון נקרא </a:t>
                </a:r>
                <a:r>
                  <a:rPr lang="he-IL" sz="2000" dirty="0">
                    <a:solidFill>
                      <a:srgbClr val="061BE4"/>
                    </a:solidFill>
                  </a:rPr>
                  <a:t>אקסיומה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152400" y="1889760"/>
                <a:ext cx="8839200" cy="4876800"/>
              </a:xfrm>
              <a:blipFill>
                <a:blip r:embed="rId2"/>
                <a:stretch>
                  <a:fillRect r="-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308609"/>
              </p:ext>
            </p:extLst>
          </p:nvPr>
        </p:nvGraphicFramePr>
        <p:xfrm>
          <a:off x="5638800" y="1676400"/>
          <a:ext cx="1447800" cy="914400"/>
        </p:xfrm>
        <a:graphic>
          <a:graphicData uri="http://schemas.openxmlformats.org/drawingml/2006/table">
            <a:tbl>
              <a:tblPr rtl="1" bandRow="1">
                <a:tableStyleId>{2D5ABB26-0587-4C30-8999-92F81FD0307C}</a:tableStyleId>
              </a:tblPr>
              <a:tblGrid>
                <a:gridCol w="1447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400" dirty="0">
                          <a:solidFill>
                            <a:srgbClr val="FF0000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a:t>הנחה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sz="2400" dirty="0">
                          <a:solidFill>
                            <a:srgbClr val="061BE4"/>
                          </a:solidFill>
                          <a:latin typeface="Gisha" panose="020B0502040204020203" pitchFamily="34" charset="-79"/>
                          <a:cs typeface="Gisha" panose="020B0502040204020203" pitchFamily="34" charset="-79"/>
                        </a:rPr>
                        <a:t>מסקנה</a:t>
                      </a:r>
                    </a:p>
                  </a:txBody>
                  <a:tcP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33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 dirty="0"/>
              <a:t>מגרף </a:t>
            </a:r>
            <a:r>
              <a:rPr lang="he-IL" dirty="0" err="1"/>
              <a:t>תוכנית</a:t>
            </a:r>
            <a:r>
              <a:rPr lang="he-IL" dirty="0"/>
              <a:t> למערכת מעברים</a:t>
            </a:r>
            <a:br>
              <a:rPr lang="he-IL" dirty="0"/>
            </a:br>
            <a:r>
              <a:rPr lang="he-IL" dirty="0">
                <a:solidFill>
                  <a:srgbClr val="FF0000"/>
                </a:solidFill>
              </a:rPr>
              <a:t>הגדרה פורמאלית של פעולת הפריסה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-152400" y="1752600"/>
                <a:ext cx="8686800" cy="4953000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0"/>
                  </a:spcBef>
                  <a:spcAft>
                    <a:spcPts val="3000"/>
                  </a:spcAft>
                  <a:buClr>
                    <a:schemeClr val="tx1"/>
                  </a:buClr>
                  <a:buNone/>
                </a:pPr>
                <a:r>
                  <a:rPr lang="he-IL" sz="2400" dirty="0"/>
                  <a:t>בהנתן גרף </a:t>
                </a:r>
                <a:r>
                  <a:rPr lang="he-IL" sz="2400" dirty="0" err="1"/>
                  <a:t>תוכנית</a:t>
                </a:r>
                <a:r>
                  <a:rPr lang="he-IL" sz="2400" dirty="0"/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𝑃𝐺</m:t>
                    </m:r>
                  </m:oMath>
                </a14:m>
                <a:r>
                  <a:rPr lang="he-IL" sz="2400" dirty="0"/>
                  <a:t>, נגדיר מערכת מעברים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𝑇𝑆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he-IL" sz="2400" dirty="0"/>
                  <a:t>:</a:t>
                </a:r>
              </a:p>
              <a:p>
                <a:pPr>
                  <a:spcBef>
                    <a:spcPts val="0"/>
                  </a:spcBef>
                  <a:spcAft>
                    <a:spcPts val="3000"/>
                  </a:spcAft>
                  <a:buClr>
                    <a:schemeClr val="tx1"/>
                  </a:buClr>
                </a:pPr>
                <a:r>
                  <a:rPr lang="he-IL" sz="2400" dirty="0">
                    <a:solidFill>
                      <a:srgbClr val="061BE4"/>
                    </a:solidFill>
                    <a:latin typeface="cmmi10"/>
                  </a:rPr>
                  <a:t>מצבים</a:t>
                </a:r>
                <a:r>
                  <a:rPr lang="he-IL" sz="2400" dirty="0">
                    <a:latin typeface="cmmi10"/>
                  </a:rPr>
                  <a:t>: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𝑆</m:t>
                    </m:r>
                    <m:r>
                      <a:rPr lang="en-US" sz="2400" i="1" dirty="0" smtClean="0">
                        <a:latin typeface="Cambria Math"/>
                      </a:rPr>
                      <m:t> = </m:t>
                    </m:r>
                    <m:r>
                      <a:rPr lang="en-US" sz="2400" i="1" dirty="0" smtClean="0">
                        <a:latin typeface="Cambria Math"/>
                      </a:rPr>
                      <m:t>𝐿𝑜𝑐</m:t>
                    </m:r>
                    <m:r>
                      <a:rPr lang="en-US" sz="2400" b="0" i="1" dirty="0" smtClean="0">
                        <a:latin typeface="Cambria Math"/>
                      </a:rPr>
                      <m:t>×</m:t>
                    </m:r>
                    <m:r>
                      <a:rPr lang="en-US" sz="2400" i="1" dirty="0" smtClean="0">
                        <a:latin typeface="Cambria Math"/>
                      </a:rPr>
                      <m:t> </m:t>
                    </m:r>
                    <m:r>
                      <a:rPr lang="en-US" sz="2400" i="1" dirty="0" err="1" smtClean="0">
                        <a:latin typeface="Cambria Math"/>
                      </a:rPr>
                      <m:t>𝐸𝑣𝑎𝑙</m:t>
                    </m:r>
                    <m:r>
                      <a:rPr lang="en-US" sz="2400" i="1" dirty="0" smtClean="0">
                        <a:latin typeface="Cambria Math"/>
                      </a:rPr>
                      <m:t>(</m:t>
                    </m:r>
                    <m:r>
                      <a:rPr lang="en-US" sz="2400" i="1" dirty="0" err="1" smtClean="0">
                        <a:latin typeface="Cambria Math"/>
                      </a:rPr>
                      <m:t>𝑉𝑎𝑟</m:t>
                    </m:r>
                    <m:r>
                      <a:rPr lang="en-US" sz="2400" i="1" dirty="0" smtClean="0">
                        <a:latin typeface="Cambria Math"/>
                      </a:rPr>
                      <m:t>)</m:t>
                    </m:r>
                  </m:oMath>
                </a14:m>
                <a:endParaRPr lang="he-IL" sz="2400" dirty="0">
                  <a:latin typeface="cmr10"/>
                </a:endParaRPr>
              </a:p>
              <a:p>
                <a:pPr>
                  <a:spcBef>
                    <a:spcPts val="0"/>
                  </a:spcBef>
                  <a:spcAft>
                    <a:spcPts val="3000"/>
                  </a:spcAft>
                  <a:buClr>
                    <a:schemeClr val="tx1"/>
                  </a:buClr>
                </a:pPr>
                <a:r>
                  <a:rPr lang="he-IL" sz="2400" dirty="0">
                    <a:solidFill>
                      <a:srgbClr val="061BE4"/>
                    </a:solidFill>
                  </a:rPr>
                  <a:t>יחס מעברים</a:t>
                </a:r>
                <a:r>
                  <a:rPr lang="he-IL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 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𝐴𝑐𝑡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he-IL" sz="2400" dirty="0"/>
                  <a:t> מוגדר ע"י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he-IL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groupChr>
                          <m:groupChrPr>
                            <m:chr m:val="→"/>
                            <m:vertJc m:val="bot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  <m:r>
                              <a:rPr lang="en-US" sz="2400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:</m:t>
                            </m:r>
                            <m:r>
                              <a:rPr lang="en-US" sz="2400" b="0" i="1" smtClean="0">
                                <a:solidFill>
                                  <a:srgbClr val="061BE4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2400" b="0" i="1" smtClean="0">
                                <a:solidFill>
                                  <a:srgbClr val="061BE4"/>
                                </a:solidFill>
                                <a:latin typeface="Cambria Math" panose="02040503050406030204" pitchFamily="18" charset="0"/>
                              </a:rPr>
                              <m:t>   </m:t>
                            </m:r>
                          </m:e>
                        </m:groupCh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  ∧   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num>
                      <m:den>
                        <m:d>
                          <m:dPr>
                            <m:begChr m:val="〈"/>
                            <m:endChr m:val="〉"/>
                            <m:ctrlPr>
                              <a:rPr lang="he-IL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</m:d>
                        <m:groupChr>
                          <m:groupChrPr>
                            <m:chr m:val="→"/>
                            <m:vertJc m:val="bot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groupChrPr>
                          <m:e>
                            <m:r>
                              <m:rPr>
                                <m:brk m:alnAt="2"/>
                              </m:r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solidFill>
                                  <a:srgbClr val="061BE4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 </m:t>
                            </m:r>
                          </m:e>
                        </m:groupChr>
                        <m:r>
                          <a:rPr lang="he-IL" sz="2400" b="0" i="1" smtClean="0">
                            <a:latin typeface="Cambria Math" panose="02040503050406030204" pitchFamily="18" charset="0"/>
                          </a:rPr>
                          <m:t>〈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Effect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solidFill>
                                  <a:srgbClr val="061BE4"/>
                                </a:solidFill>
                                <a:latin typeface="Cambria Math" panose="02040503050406030204" pitchFamily="18" charset="0"/>
                              </a:rPr>
                              <m:t>𝛼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〉</m:t>
                        </m:r>
                      </m:den>
                    </m:f>
                  </m:oMath>
                </a14:m>
                <a:endParaRPr lang="he-IL" sz="2400" dirty="0"/>
              </a:p>
              <a:p>
                <a:pPr>
                  <a:spcBef>
                    <a:spcPts val="0"/>
                  </a:spcBef>
                  <a:spcAft>
                    <a:spcPts val="3000"/>
                  </a:spcAft>
                  <a:buClr>
                    <a:schemeClr val="tx1"/>
                  </a:buClr>
                </a:pPr>
                <a:r>
                  <a:rPr lang="he-IL" sz="2400" dirty="0">
                    <a:solidFill>
                      <a:srgbClr val="061BE4"/>
                    </a:solidFill>
                    <a:latin typeface="cmmi10"/>
                  </a:rPr>
                  <a:t>מצבי</a:t>
                </a:r>
                <a:r>
                  <a:rPr lang="he-IL" sz="2400" dirty="0">
                    <a:solidFill>
                      <a:srgbClr val="2E41FA"/>
                    </a:solidFill>
                    <a:latin typeface="cmmi10"/>
                  </a:rPr>
                  <a:t> </a:t>
                </a:r>
                <a:r>
                  <a:rPr lang="he-IL" sz="2400" dirty="0">
                    <a:solidFill>
                      <a:srgbClr val="061BE4"/>
                    </a:solidFill>
                    <a:latin typeface="cmmi10"/>
                  </a:rPr>
                  <a:t>התחלה</a:t>
                </a:r>
                <a:r>
                  <a:rPr lang="he-IL" sz="2400" dirty="0">
                    <a:latin typeface="cmmi1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he-IL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d>
                      <m:dPr>
                        <m:begChr m:val="〈"/>
                        <m:endChr m:val="〉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𝐿𝑜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he-IL" sz="2400" dirty="0">
                  <a:latin typeface="cmmi10"/>
                </a:endParaRPr>
              </a:p>
              <a:p>
                <a:pPr>
                  <a:spcBef>
                    <a:spcPts val="0"/>
                  </a:spcBef>
                  <a:spcAft>
                    <a:spcPts val="3000"/>
                  </a:spcAft>
                  <a:buClr>
                    <a:schemeClr val="tx1"/>
                  </a:buClr>
                </a:pPr>
                <a:r>
                  <a:rPr lang="he-IL" sz="2400" dirty="0">
                    <a:solidFill>
                      <a:srgbClr val="FF0000"/>
                    </a:solidFill>
                    <a:latin typeface="Calibri"/>
                  </a:rPr>
                  <a:t>פסוקים אטומיים</a:t>
                </a:r>
                <a:r>
                  <a:rPr lang="he-IL" sz="2400" dirty="0">
                    <a:latin typeface="Calibri"/>
                  </a:rPr>
                  <a:t>: 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</a:rPr>
                      <m:t>𝐴𝑃</m:t>
                    </m:r>
                    <m:r>
                      <a:rPr lang="en-US" sz="2400" i="1" dirty="0" smtClean="0">
                        <a:latin typeface="Cambria Math"/>
                      </a:rPr>
                      <m:t> = </m:t>
                    </m:r>
                    <m:r>
                      <a:rPr lang="en-US" sz="2400" i="1" dirty="0" smtClean="0">
                        <a:latin typeface="Cambria Math"/>
                      </a:rPr>
                      <m:t>𝐿𝑜𝑐</m:t>
                    </m:r>
                    <m:r>
                      <a:rPr lang="en-US" sz="2400" b="0" i="1" dirty="0" smtClean="0">
                        <a:latin typeface="Cambria Math"/>
                      </a:rPr>
                      <m:t>∪</m:t>
                    </m:r>
                    <m:r>
                      <a:rPr lang="en-US" sz="2400" i="1" dirty="0" err="1" smtClean="0">
                        <a:latin typeface="Cambria Math"/>
                      </a:rPr>
                      <m:t>𝐶𝑜𝑛𝑑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he-IL" sz="2400" dirty="0">
                  <a:latin typeface="cmmi10"/>
                </a:endParaRPr>
              </a:p>
              <a:p>
                <a:pPr>
                  <a:spcBef>
                    <a:spcPts val="0"/>
                  </a:spcBef>
                  <a:spcAft>
                    <a:spcPts val="3000"/>
                  </a:spcAft>
                  <a:buClr>
                    <a:schemeClr val="tx1"/>
                  </a:buClr>
                </a:pPr>
                <a:r>
                  <a:rPr lang="he-IL" sz="2400" dirty="0">
                    <a:solidFill>
                      <a:srgbClr val="FF0000"/>
                    </a:solidFill>
                    <a:latin typeface="cmmi10"/>
                  </a:rPr>
                  <a:t>תִּיּוּג</a:t>
                </a:r>
                <a:r>
                  <a:rPr lang="he-IL" sz="2400" dirty="0">
                    <a:latin typeface="cmmi10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〈"/>
                            <m:endChr m:val="〉"/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𝜂</m:t>
                            </m:r>
                          </m:e>
                        </m:d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𝐶𝑜𝑛𝑑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𝜂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⊨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</m:d>
                  </m:oMath>
                </a14:m>
                <a:endParaRPr lang="he-IL" sz="2400" dirty="0">
                  <a:latin typeface="cmmi1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-152400" y="1752600"/>
                <a:ext cx="8686800" cy="4953000"/>
              </a:xfrm>
              <a:blipFill>
                <a:blip r:embed="rId2"/>
                <a:stretch>
                  <a:fillRect t="-862" r="-1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34</a:t>
            </a:fld>
            <a:endParaRPr lang="he-IL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911" y="-308816"/>
            <a:ext cx="7848600" cy="1143000"/>
          </a:xfrm>
        </p:spPr>
        <p:txBody>
          <a:bodyPr>
            <a:noAutofit/>
          </a:bodyPr>
          <a:lstStyle/>
          <a:p>
            <a:r>
              <a:rPr lang="he-IL" sz="2800" dirty="0"/>
              <a:t>דוגמה: פריסת מערכת המעברים למכונת המשקאות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35</a:t>
            </a:fld>
            <a:endParaRPr lang="he-IL"/>
          </a:p>
        </p:txBody>
      </p:sp>
      <p:cxnSp>
        <p:nvCxnSpPr>
          <p:cNvPr id="29" name="Straight Arrow Connector 28"/>
          <p:cNvCxnSpPr>
            <a:cxnSpLocks/>
            <a:endCxn id="22" idx="0"/>
          </p:cNvCxnSpPr>
          <p:nvPr/>
        </p:nvCxnSpPr>
        <p:spPr>
          <a:xfrm>
            <a:off x="6075475" y="989964"/>
            <a:ext cx="0" cy="22660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6717867" y="2354092"/>
            <a:ext cx="884178" cy="3173771"/>
            <a:chOff x="7661854" y="1749105"/>
            <a:chExt cx="884178" cy="34630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ounded Rectangle 5"/>
                <p:cNvSpPr/>
                <p:nvPr/>
              </p:nvSpPr>
              <p:spPr>
                <a:xfrm>
                  <a:off x="7668344" y="2369704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6" name="Rounded 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344" y="2369704"/>
                  <a:ext cx="864096" cy="360039"/>
                </a:xfrm>
                <a:prstGeom prst="roundRect">
                  <a:avLst/>
                </a:prstGeom>
                <a:blipFill>
                  <a:blip r:embed="rId2"/>
                  <a:stretch>
                    <a:fillRect b="-24561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ounded Rectangle 6"/>
                <p:cNvSpPr/>
                <p:nvPr/>
              </p:nvSpPr>
              <p:spPr>
                <a:xfrm>
                  <a:off x="7661854" y="1749105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7" name="Rounded 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1854" y="1749105"/>
                  <a:ext cx="864096" cy="360039"/>
                </a:xfrm>
                <a:prstGeom prst="roundRect">
                  <a:avLst/>
                </a:prstGeom>
                <a:blipFill>
                  <a:blip r:embed="rId3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ounded Rectangle 7"/>
                <p:cNvSpPr/>
                <p:nvPr/>
              </p:nvSpPr>
              <p:spPr>
                <a:xfrm>
                  <a:off x="7681936" y="4231501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8" name="Rounded 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1936" y="4231501"/>
                  <a:ext cx="864096" cy="360039"/>
                </a:xfrm>
                <a:prstGeom prst="roundRect">
                  <a:avLst/>
                </a:prstGeom>
                <a:blipFill>
                  <a:blip r:embed="rId4"/>
                  <a:stretch>
                    <a:fillRect b="-22807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ounded Rectangle 8"/>
                <p:cNvSpPr/>
                <p:nvPr/>
              </p:nvSpPr>
              <p:spPr>
                <a:xfrm>
                  <a:off x="7681936" y="4852100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9" name="Rounded 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1936" y="4852100"/>
                  <a:ext cx="864096" cy="360039"/>
                </a:xfrm>
                <a:prstGeom prst="roundRect">
                  <a:avLst/>
                </a:prstGeom>
                <a:blipFill>
                  <a:blip r:embed="rId5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/>
          <p:cNvGrpSpPr/>
          <p:nvPr/>
        </p:nvGrpSpPr>
        <p:grpSpPr>
          <a:xfrm>
            <a:off x="7759041" y="3491615"/>
            <a:ext cx="864096" cy="898727"/>
            <a:chOff x="8525950" y="2990303"/>
            <a:chExt cx="864096" cy="9806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ounded Rectangle 10"/>
                <p:cNvSpPr/>
                <p:nvPr/>
              </p:nvSpPr>
              <p:spPr>
                <a:xfrm>
                  <a:off x="8525950" y="2990303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1" name="Rounded 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5950" y="2990303"/>
                  <a:ext cx="864096" cy="360039"/>
                </a:xfrm>
                <a:prstGeom prst="roundRect">
                  <a:avLst/>
                </a:prstGeom>
                <a:blipFill>
                  <a:blip r:embed="rId6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ounded Rectangle 11"/>
                <p:cNvSpPr/>
                <p:nvPr/>
              </p:nvSpPr>
              <p:spPr>
                <a:xfrm>
                  <a:off x="8525950" y="3610902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2" name="Rounded 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5950" y="3610902"/>
                  <a:ext cx="864096" cy="360039"/>
                </a:xfrm>
                <a:prstGeom prst="roundRect">
                  <a:avLst/>
                </a:prstGeom>
                <a:blipFill>
                  <a:blip r:embed="rId7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3510569" y="3491615"/>
            <a:ext cx="864096" cy="898727"/>
            <a:chOff x="4499992" y="2990303"/>
            <a:chExt cx="864096" cy="9806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ounded Rectangle 13"/>
                <p:cNvSpPr/>
                <p:nvPr/>
              </p:nvSpPr>
              <p:spPr>
                <a:xfrm>
                  <a:off x="4499992" y="2990303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○○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4" name="Rounded 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992" y="2990303"/>
                  <a:ext cx="864096" cy="360039"/>
                </a:xfrm>
                <a:prstGeom prst="roundRect">
                  <a:avLst/>
                </a:prstGeom>
                <a:blipFill>
                  <a:blip r:embed="rId8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ounded Rectangle 14"/>
                <p:cNvSpPr/>
                <p:nvPr/>
              </p:nvSpPr>
              <p:spPr>
                <a:xfrm>
                  <a:off x="4499992" y="3610902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○○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5" name="Rounded 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992" y="3610902"/>
                  <a:ext cx="864096" cy="360039"/>
                </a:xfrm>
                <a:prstGeom prst="roundRect">
                  <a:avLst/>
                </a:prstGeom>
                <a:blipFill>
                  <a:blip r:embed="rId9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/>
          <p:cNvGrpSpPr/>
          <p:nvPr/>
        </p:nvGrpSpPr>
        <p:grpSpPr>
          <a:xfrm>
            <a:off x="4531663" y="2354092"/>
            <a:ext cx="864096" cy="3173771"/>
            <a:chOff x="5364088" y="1749105"/>
            <a:chExt cx="864096" cy="34630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ounded Rectangle 16"/>
                <p:cNvSpPr/>
                <p:nvPr/>
              </p:nvSpPr>
              <p:spPr>
                <a:xfrm>
                  <a:off x="5364088" y="1749105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●○○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7" name="Rounded 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88" y="1749105"/>
                  <a:ext cx="864096" cy="360039"/>
                </a:xfrm>
                <a:prstGeom prst="roundRect">
                  <a:avLst/>
                </a:prstGeom>
                <a:blipFill>
                  <a:blip r:embed="rId10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ounded Rectangle 17"/>
                <p:cNvSpPr/>
                <p:nvPr/>
              </p:nvSpPr>
              <p:spPr>
                <a:xfrm>
                  <a:off x="5364088" y="2369704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●○○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8" name="Rounded 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88" y="2369704"/>
                  <a:ext cx="864096" cy="360039"/>
                </a:xfrm>
                <a:prstGeom prst="roundRect">
                  <a:avLst/>
                </a:prstGeom>
                <a:blipFill>
                  <a:blip r:embed="rId11"/>
                  <a:stretch>
                    <a:fillRect b="-24561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ounded Rectangle 18"/>
                <p:cNvSpPr/>
                <p:nvPr/>
              </p:nvSpPr>
              <p:spPr>
                <a:xfrm>
                  <a:off x="5364088" y="4231501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○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9" name="Rounded 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88" y="4231501"/>
                  <a:ext cx="864096" cy="360039"/>
                </a:xfrm>
                <a:prstGeom prst="roundRect">
                  <a:avLst/>
                </a:prstGeom>
                <a:blipFill>
                  <a:blip r:embed="rId12"/>
                  <a:stretch>
                    <a:fillRect b="-22807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ounded Rectangle 19"/>
                <p:cNvSpPr/>
                <p:nvPr/>
              </p:nvSpPr>
              <p:spPr>
                <a:xfrm>
                  <a:off x="5364088" y="4852100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○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0" name="Rounded 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88" y="4852100"/>
                  <a:ext cx="864096" cy="360039"/>
                </a:xfrm>
                <a:prstGeom prst="roundRect">
                  <a:avLst/>
                </a:prstGeom>
                <a:blipFill>
                  <a:blip r:embed="rId13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/>
          <p:nvPr/>
        </p:nvGrpSpPr>
        <p:grpSpPr>
          <a:xfrm>
            <a:off x="5552757" y="1216570"/>
            <a:ext cx="1008112" cy="5448815"/>
            <a:chOff x="6444208" y="507907"/>
            <a:chExt cx="1008112" cy="59454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ounded Rectangle 21"/>
                <p:cNvSpPr/>
                <p:nvPr/>
              </p:nvSpPr>
              <p:spPr>
                <a:xfrm>
                  <a:off x="6534878" y="507907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●●○○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2" name="Rounded 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4878" y="507907"/>
                  <a:ext cx="864096" cy="360039"/>
                </a:xfrm>
                <a:prstGeom prst="roundRect">
                  <a:avLst/>
                </a:prstGeom>
                <a:blipFill>
                  <a:blip r:embed="rId14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ounded Rectangle 22"/>
                <p:cNvSpPr/>
                <p:nvPr/>
              </p:nvSpPr>
              <p:spPr>
                <a:xfrm>
                  <a:off x="6534878" y="1128506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●●○○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3" name="Rounded 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4878" y="1128506"/>
                  <a:ext cx="864096" cy="360039"/>
                </a:xfrm>
                <a:prstGeom prst="roundRect">
                  <a:avLst/>
                </a:prstGeom>
                <a:blipFill>
                  <a:blip r:embed="rId15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ounded Rectangle 23"/>
                <p:cNvSpPr/>
                <p:nvPr/>
              </p:nvSpPr>
              <p:spPr>
                <a:xfrm>
                  <a:off x="6588224" y="2990303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4" name="Rounded 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224" y="2990303"/>
                  <a:ext cx="864096" cy="360039"/>
                </a:xfrm>
                <a:prstGeom prst="roundRect">
                  <a:avLst/>
                </a:prstGeom>
                <a:blipFill>
                  <a:blip r:embed="rId16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ounded Rectangle 24"/>
                <p:cNvSpPr/>
                <p:nvPr/>
              </p:nvSpPr>
              <p:spPr>
                <a:xfrm>
                  <a:off x="6588224" y="3610902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5" name="Rounded 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224" y="3610902"/>
                  <a:ext cx="864096" cy="360039"/>
                </a:xfrm>
                <a:prstGeom prst="roundRect">
                  <a:avLst/>
                </a:prstGeom>
                <a:blipFill>
                  <a:blip r:embed="rId17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ounded Rectangle 25"/>
                <p:cNvSpPr/>
                <p:nvPr/>
              </p:nvSpPr>
              <p:spPr>
                <a:xfrm>
                  <a:off x="6444208" y="5472699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6" name="Rounded 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4208" y="5472699"/>
                  <a:ext cx="864096" cy="360039"/>
                </a:xfrm>
                <a:prstGeom prst="round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ounded Rectangle 26"/>
                <p:cNvSpPr/>
                <p:nvPr/>
              </p:nvSpPr>
              <p:spPr>
                <a:xfrm>
                  <a:off x="6444208" y="6093297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7" name="Rounded 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4208" y="6093297"/>
                  <a:ext cx="864096" cy="360039"/>
                </a:xfrm>
                <a:prstGeom prst="round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638280" y="3576192"/>
                <a:ext cx="1074766" cy="490776"/>
              </a:xfrm>
              <a:prstGeom prst="upArrow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𝑃𝐺</m:t>
                      </m:r>
                    </m:oMath>
                  </m:oMathPara>
                </a14:m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80" y="3576192"/>
                <a:ext cx="1074766" cy="490776"/>
              </a:xfrm>
              <a:prstGeom prst="upArrow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 rot="19565527">
                <a:off x="3236846" y="5679629"/>
                <a:ext cx="1180889" cy="733663"/>
              </a:xfrm>
              <a:prstGeom prst="rightArrow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𝑃𝐺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65527">
                <a:off x="3236846" y="5679629"/>
                <a:ext cx="1180889" cy="733663"/>
              </a:xfrm>
              <a:prstGeom prst="rightArrow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4369BBF-2DBB-43DA-8EA0-B627A38BAEDA}"/>
                  </a:ext>
                </a:extLst>
              </p:cNvPr>
              <p:cNvSpPr txBox="1"/>
              <p:nvPr/>
            </p:nvSpPr>
            <p:spPr>
              <a:xfrm>
                <a:off x="-611835" y="4978455"/>
                <a:ext cx="4572000" cy="850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  ∧   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he-I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he-IL" sz="1800" b="0" i="1" smtClean="0">
                              <a:latin typeface="Cambria Math" panose="02040503050406030204" pitchFamily="18" charset="0"/>
                            </a:rPr>
                            <m:t>〈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Effect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〉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4369BBF-2DBB-43DA-8EA0-B627A38BA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1835" y="4978455"/>
                <a:ext cx="4572000" cy="850874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91780E0-4532-4560-8162-754DA37E61DB}"/>
              </a:ext>
            </a:extLst>
          </p:cNvPr>
          <p:cNvGrpSpPr/>
          <p:nvPr/>
        </p:nvGrpSpPr>
        <p:grpSpPr>
          <a:xfrm rot="5400000">
            <a:off x="4663" y="1252623"/>
            <a:ext cx="2102008" cy="1698663"/>
            <a:chOff x="-3228130" y="2474768"/>
            <a:chExt cx="5633216" cy="3552517"/>
          </a:xfrm>
        </p:grpSpPr>
        <p:cxnSp>
          <p:nvCxnSpPr>
            <p:cNvPr id="122" name="Elbow Connector 97">
              <a:extLst>
                <a:ext uri="{FF2B5EF4-FFF2-40B4-BE49-F238E27FC236}">
                  <a16:creationId xmlns:a16="http://schemas.microsoft.com/office/drawing/2014/main" id="{A1060AAF-BED6-4EF4-8615-64D0D2CF59C7}"/>
                </a:ext>
              </a:extLst>
            </p:cNvPr>
            <p:cNvCxnSpPr/>
            <p:nvPr/>
          </p:nvCxnSpPr>
          <p:spPr>
            <a:xfrm flipH="1">
              <a:off x="-2188636" y="4168784"/>
              <a:ext cx="4076700" cy="347126"/>
            </a:xfrm>
            <a:prstGeom prst="bentConnector4">
              <a:avLst>
                <a:gd name="adj1" fmla="val -15129"/>
                <a:gd name="adj2" fmla="val 491403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Rounded Rectangle 98">
              <a:extLst>
                <a:ext uri="{FF2B5EF4-FFF2-40B4-BE49-F238E27FC236}">
                  <a16:creationId xmlns:a16="http://schemas.microsoft.com/office/drawing/2014/main" id="{6F9EDB75-3BC7-4F35-ABBB-024E2099C907}"/>
                </a:ext>
              </a:extLst>
            </p:cNvPr>
            <p:cNvSpPr/>
            <p:nvPr/>
          </p:nvSpPr>
          <p:spPr>
            <a:xfrm>
              <a:off x="-2471403" y="3617901"/>
              <a:ext cx="901721" cy="120744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100" dirty="0">
                  <a:solidFill>
                    <a:schemeClr val="accent2">
                      <a:lumMod val="50000"/>
                    </a:schemeClr>
                  </a:solidFill>
                  <a:latin typeface="Arial Rounded MT Bold" panose="020F0704030504030204" pitchFamily="34" charset="0"/>
                  <a:cs typeface="Aharoni" panose="02010803020104030203" pitchFamily="2" charset="-79"/>
                </a:rPr>
                <a:t>start</a:t>
              </a:r>
            </a:p>
          </p:txBody>
        </p: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6DFCC54D-B6A5-4E57-A700-44BAC912FF25}"/>
                </a:ext>
              </a:extLst>
            </p:cNvPr>
            <p:cNvCxnSpPr/>
            <p:nvPr/>
          </p:nvCxnSpPr>
          <p:spPr>
            <a:xfrm>
              <a:off x="-2935799" y="4168784"/>
              <a:ext cx="457200" cy="0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11541137-A6D0-46B0-8D98-4C76F4B7A4FA}"/>
                </a:ext>
              </a:extLst>
            </p:cNvPr>
            <p:cNvCxnSpPr>
              <a:stCxn id="123" idx="3"/>
              <a:endCxn id="134" idx="1"/>
            </p:cNvCxnSpPr>
            <p:nvPr/>
          </p:nvCxnSpPr>
          <p:spPr>
            <a:xfrm rot="16200000" flipH="1">
              <a:off x="-322793" y="2974738"/>
              <a:ext cx="3023" cy="2496801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EB464243-72CA-4D0A-8CA6-7106F6DB6A41}"/>
                    </a:ext>
                  </a:extLst>
                </p:cNvPr>
                <p:cNvSpPr/>
                <p:nvPr/>
              </p:nvSpPr>
              <p:spPr>
                <a:xfrm>
                  <a:off x="-1725604" y="3780639"/>
                  <a:ext cx="2367225" cy="5644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  <m:brk m:alnAt="2"/>
                          </m:rPr>
                          <a:rPr lang="en-US" sz="1000">
                            <a:solidFill>
                              <a:srgbClr val="FF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000">
                            <a:solidFill>
                              <a:srgbClr val="FF0000"/>
                            </a:solidFill>
                            <a:latin typeface="Cambria Math"/>
                          </a:rPr>
                          <m:t>rue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latin typeface="Cambria Math"/>
                          </a:rPr>
                          <m:t>:  </m:t>
                        </m:r>
                        <m:r>
                          <a:rPr lang="en-US" sz="1000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𝑐𝑜𝑖𝑛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EB464243-72CA-4D0A-8CA6-7106F6DB6A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725604" y="3780639"/>
                  <a:ext cx="2367225" cy="564409"/>
                </a:xfrm>
                <a:prstGeom prst="rect">
                  <a:avLst/>
                </a:prstGeom>
                <a:blipFill>
                  <a:blip r:embed="rId2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7" name="Elbow Connector 103">
              <a:extLst>
                <a:ext uri="{FF2B5EF4-FFF2-40B4-BE49-F238E27FC236}">
                  <a16:creationId xmlns:a16="http://schemas.microsoft.com/office/drawing/2014/main" id="{EFA30B80-3602-42E3-94F4-E3C8EB70B88A}"/>
                </a:ext>
              </a:extLst>
            </p:cNvPr>
            <p:cNvCxnSpPr/>
            <p:nvPr/>
          </p:nvCxnSpPr>
          <p:spPr>
            <a:xfrm rot="16200000" flipV="1">
              <a:off x="-283636" y="1987244"/>
              <a:ext cx="12700" cy="3276599"/>
            </a:xfrm>
            <a:prstGeom prst="bentConnector3">
              <a:avLst>
                <a:gd name="adj1" fmla="val 3090567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F04CAE19-B738-4F67-9E65-368ABE1CA6CE}"/>
                    </a:ext>
                  </a:extLst>
                </p:cNvPr>
                <p:cNvSpPr/>
                <p:nvPr/>
              </p:nvSpPr>
              <p:spPr>
                <a:xfrm>
                  <a:off x="-1830233" y="2822196"/>
                  <a:ext cx="2815718" cy="5644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"/>
                          </m:rP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&gt;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𝑐𝑜𝑘𝑒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F04CAE19-B738-4F67-9E65-368ABE1CA6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830233" y="2822196"/>
                  <a:ext cx="2815718" cy="56440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Elbow Connector 105">
              <a:extLst>
                <a:ext uri="{FF2B5EF4-FFF2-40B4-BE49-F238E27FC236}">
                  <a16:creationId xmlns:a16="http://schemas.microsoft.com/office/drawing/2014/main" id="{F4934F7D-04C4-49A8-B686-224611A8420E}"/>
                </a:ext>
              </a:extLst>
            </p:cNvPr>
            <p:cNvCxnSpPr/>
            <p:nvPr/>
          </p:nvCxnSpPr>
          <p:spPr>
            <a:xfrm rot="5400000">
              <a:off x="-283635" y="3182784"/>
              <a:ext cx="12700" cy="3276600"/>
            </a:xfrm>
            <a:prstGeom prst="bentConnector3">
              <a:avLst>
                <a:gd name="adj1" fmla="val 3158314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51CA3B62-93C0-4131-BB85-15C429317F6B}"/>
                    </a:ext>
                  </a:extLst>
                </p:cNvPr>
                <p:cNvSpPr/>
                <p:nvPr/>
              </p:nvSpPr>
              <p:spPr>
                <a:xfrm>
                  <a:off x="-2258091" y="4746414"/>
                  <a:ext cx="3617301" cy="56440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"/>
                          </m:rP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1000" i="1">
                            <a:solidFill>
                              <a:srgbClr val="061BE4"/>
                            </a:solidFill>
                            <a:latin typeface="Cambria Math"/>
                          </a:rPr>
                          <m:t>𝑠𝑝𝑟𝑖𝑡𝑒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51CA3B62-93C0-4131-BB85-15C429317F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58091" y="4746414"/>
                  <a:ext cx="3617301" cy="564409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0E5A8F29-CDCC-4980-BD67-A4B22BE31E4E}"/>
                    </a:ext>
                  </a:extLst>
                </p:cNvPr>
                <p:cNvSpPr/>
                <p:nvPr/>
              </p:nvSpPr>
              <p:spPr>
                <a:xfrm>
                  <a:off x="-2258091" y="5462876"/>
                  <a:ext cx="4663177" cy="56440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"/>
                          </m:rP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∧ 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𝑟</m:t>
                        </m:r>
                        <m:r>
                          <a:rPr lang="en-US" sz="1000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𝑒𝑡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0E5A8F29-CDCC-4980-BD67-A4B22BE31E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58091" y="5462876"/>
                  <a:ext cx="4663177" cy="564409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Elbow Connector 108">
              <a:extLst>
                <a:ext uri="{FF2B5EF4-FFF2-40B4-BE49-F238E27FC236}">
                  <a16:creationId xmlns:a16="http://schemas.microsoft.com/office/drawing/2014/main" id="{4C05D3E4-796E-47F8-911F-139C77FE3DE8}"/>
                </a:ext>
              </a:extLst>
            </p:cNvPr>
            <p:cNvCxnSpPr/>
            <p:nvPr/>
          </p:nvCxnSpPr>
          <p:spPr>
            <a:xfrm rot="16200000" flipV="1">
              <a:off x="-2243257" y="3512321"/>
              <a:ext cx="12700" cy="191665"/>
            </a:xfrm>
            <a:prstGeom prst="bentConnector3">
              <a:avLst>
                <a:gd name="adj1" fmla="val 5307951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A002150E-9F04-4355-9CBC-5CEEAAF9D1DD}"/>
                    </a:ext>
                  </a:extLst>
                </p:cNvPr>
                <p:cNvSpPr/>
                <p:nvPr/>
              </p:nvSpPr>
              <p:spPr>
                <a:xfrm>
                  <a:off x="-3228130" y="2474768"/>
                  <a:ext cx="2415169" cy="5644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  <m:brk m:alnAt="2"/>
                          </m:rPr>
                          <a:rPr lang="en-US" sz="100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000">
                            <a:solidFill>
                              <a:srgbClr val="FF0000"/>
                            </a:solidFill>
                            <a:latin typeface="Cambria Math"/>
                          </a:rPr>
                          <m:t>rue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latin typeface="Cambria Math"/>
                          </a:rPr>
                          <m:t>:</m:t>
                        </m:r>
                        <m:r>
                          <a:rPr lang="en-US" sz="1000" b="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𝑟𝑒𝑓𝑖𝑙𝑙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A002150E-9F04-4355-9CBC-5CEEAAF9D1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228130" y="2474768"/>
                  <a:ext cx="2415169" cy="564409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Rounded Rectangle 99">
              <a:extLst>
                <a:ext uri="{FF2B5EF4-FFF2-40B4-BE49-F238E27FC236}">
                  <a16:creationId xmlns:a16="http://schemas.microsoft.com/office/drawing/2014/main" id="{377B7F59-678B-418D-852E-FFB60A4B31AD}"/>
                </a:ext>
              </a:extLst>
            </p:cNvPr>
            <p:cNvSpPr/>
            <p:nvPr/>
          </p:nvSpPr>
          <p:spPr>
            <a:xfrm>
              <a:off x="927118" y="3620924"/>
              <a:ext cx="901721" cy="120744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100" dirty="0">
                  <a:solidFill>
                    <a:schemeClr val="accent2">
                      <a:lumMod val="50000"/>
                    </a:schemeClr>
                  </a:solidFill>
                  <a:latin typeface="Arial Rounded MT Bold" panose="020F0704030504030204" pitchFamily="34" charset="0"/>
                  <a:cs typeface="Aharoni" panose="02010803020104030203" pitchFamily="2" charset="-79"/>
                </a:rPr>
                <a:t>select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175E6D46-A318-48A7-A97E-8C6F52D872BB}"/>
                  </a:ext>
                </a:extLst>
              </p:cNvPr>
              <p:cNvSpPr/>
              <p:nvPr/>
            </p:nvSpPr>
            <p:spPr>
              <a:xfrm>
                <a:off x="445435" y="877453"/>
                <a:ext cx="1143326" cy="2539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𝑛𝑐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𝑛𝑠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175E6D46-A318-48A7-A97E-8C6F52D87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35" y="877453"/>
                <a:ext cx="1143326" cy="253916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9675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911" y="-308816"/>
            <a:ext cx="7848600" cy="1143000"/>
          </a:xfrm>
        </p:spPr>
        <p:txBody>
          <a:bodyPr>
            <a:noAutofit/>
          </a:bodyPr>
          <a:lstStyle/>
          <a:p>
            <a:r>
              <a:rPr lang="he-IL" sz="2800" dirty="0"/>
              <a:t>דוגמה: פריסת מערכת המעברים למכונת המשקאות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36</a:t>
            </a:fld>
            <a:endParaRPr lang="he-IL"/>
          </a:p>
        </p:txBody>
      </p:sp>
      <p:cxnSp>
        <p:nvCxnSpPr>
          <p:cNvPr id="29" name="Straight Arrow Connector 28"/>
          <p:cNvCxnSpPr>
            <a:cxnSpLocks/>
            <a:endCxn id="22" idx="0"/>
          </p:cNvCxnSpPr>
          <p:nvPr/>
        </p:nvCxnSpPr>
        <p:spPr>
          <a:xfrm>
            <a:off x="6075475" y="989964"/>
            <a:ext cx="0" cy="22660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6717867" y="2354092"/>
            <a:ext cx="884178" cy="3173771"/>
            <a:chOff x="7661854" y="1749105"/>
            <a:chExt cx="884178" cy="34630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ounded Rectangle 5"/>
                <p:cNvSpPr/>
                <p:nvPr/>
              </p:nvSpPr>
              <p:spPr>
                <a:xfrm>
                  <a:off x="7668344" y="2369704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6" name="Rounded 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344" y="2369704"/>
                  <a:ext cx="864096" cy="360039"/>
                </a:xfrm>
                <a:prstGeom prst="roundRect">
                  <a:avLst/>
                </a:prstGeom>
                <a:blipFill>
                  <a:blip r:embed="rId2"/>
                  <a:stretch>
                    <a:fillRect b="-24561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ounded Rectangle 6"/>
                <p:cNvSpPr/>
                <p:nvPr/>
              </p:nvSpPr>
              <p:spPr>
                <a:xfrm>
                  <a:off x="7661854" y="1749105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7" name="Rounded 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1854" y="1749105"/>
                  <a:ext cx="864096" cy="360039"/>
                </a:xfrm>
                <a:prstGeom prst="roundRect">
                  <a:avLst/>
                </a:prstGeom>
                <a:blipFill>
                  <a:blip r:embed="rId3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ounded Rectangle 7"/>
                <p:cNvSpPr/>
                <p:nvPr/>
              </p:nvSpPr>
              <p:spPr>
                <a:xfrm>
                  <a:off x="7681936" y="4231501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8" name="Rounded 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1936" y="4231501"/>
                  <a:ext cx="864096" cy="360039"/>
                </a:xfrm>
                <a:prstGeom prst="roundRect">
                  <a:avLst/>
                </a:prstGeom>
                <a:blipFill>
                  <a:blip r:embed="rId4"/>
                  <a:stretch>
                    <a:fillRect b="-22807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ounded Rectangle 8"/>
                <p:cNvSpPr/>
                <p:nvPr/>
              </p:nvSpPr>
              <p:spPr>
                <a:xfrm>
                  <a:off x="7681936" y="4852100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9" name="Rounded 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1936" y="4852100"/>
                  <a:ext cx="864096" cy="360039"/>
                </a:xfrm>
                <a:prstGeom prst="roundRect">
                  <a:avLst/>
                </a:prstGeom>
                <a:blipFill>
                  <a:blip r:embed="rId5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/>
          <p:cNvGrpSpPr/>
          <p:nvPr/>
        </p:nvGrpSpPr>
        <p:grpSpPr>
          <a:xfrm>
            <a:off x="7759041" y="3491615"/>
            <a:ext cx="864096" cy="898727"/>
            <a:chOff x="8525950" y="2990303"/>
            <a:chExt cx="864096" cy="9806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ounded Rectangle 10"/>
                <p:cNvSpPr/>
                <p:nvPr/>
              </p:nvSpPr>
              <p:spPr>
                <a:xfrm>
                  <a:off x="8525950" y="2990303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1" name="Rounded 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5950" y="2990303"/>
                  <a:ext cx="864096" cy="360039"/>
                </a:xfrm>
                <a:prstGeom prst="roundRect">
                  <a:avLst/>
                </a:prstGeom>
                <a:blipFill>
                  <a:blip r:embed="rId6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ounded Rectangle 11"/>
                <p:cNvSpPr/>
                <p:nvPr/>
              </p:nvSpPr>
              <p:spPr>
                <a:xfrm>
                  <a:off x="8525950" y="3610902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2" name="Rounded 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5950" y="3610902"/>
                  <a:ext cx="864096" cy="360039"/>
                </a:xfrm>
                <a:prstGeom prst="roundRect">
                  <a:avLst/>
                </a:prstGeom>
                <a:blipFill>
                  <a:blip r:embed="rId7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3510569" y="3491615"/>
            <a:ext cx="864096" cy="898727"/>
            <a:chOff x="4499992" y="2990303"/>
            <a:chExt cx="864096" cy="9806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ounded Rectangle 13"/>
                <p:cNvSpPr/>
                <p:nvPr/>
              </p:nvSpPr>
              <p:spPr>
                <a:xfrm>
                  <a:off x="4499992" y="2990303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○○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4" name="Rounded 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992" y="2990303"/>
                  <a:ext cx="864096" cy="360039"/>
                </a:xfrm>
                <a:prstGeom prst="roundRect">
                  <a:avLst/>
                </a:prstGeom>
                <a:blipFill>
                  <a:blip r:embed="rId8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ounded Rectangle 14"/>
                <p:cNvSpPr/>
                <p:nvPr/>
              </p:nvSpPr>
              <p:spPr>
                <a:xfrm>
                  <a:off x="4499992" y="3610902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○○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5" name="Rounded 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992" y="3610902"/>
                  <a:ext cx="864096" cy="360039"/>
                </a:xfrm>
                <a:prstGeom prst="roundRect">
                  <a:avLst/>
                </a:prstGeom>
                <a:blipFill>
                  <a:blip r:embed="rId9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/>
          <p:cNvGrpSpPr/>
          <p:nvPr/>
        </p:nvGrpSpPr>
        <p:grpSpPr>
          <a:xfrm>
            <a:off x="4531663" y="2354092"/>
            <a:ext cx="864096" cy="3173771"/>
            <a:chOff x="5364088" y="1749105"/>
            <a:chExt cx="864096" cy="34630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ounded Rectangle 16"/>
                <p:cNvSpPr/>
                <p:nvPr/>
              </p:nvSpPr>
              <p:spPr>
                <a:xfrm>
                  <a:off x="5364088" y="1749105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●○○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7" name="Rounded 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88" y="1749105"/>
                  <a:ext cx="864096" cy="360039"/>
                </a:xfrm>
                <a:prstGeom prst="roundRect">
                  <a:avLst/>
                </a:prstGeom>
                <a:blipFill>
                  <a:blip r:embed="rId10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ounded Rectangle 17"/>
                <p:cNvSpPr/>
                <p:nvPr/>
              </p:nvSpPr>
              <p:spPr>
                <a:xfrm>
                  <a:off x="5364088" y="2369704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●○○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8" name="Rounded 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88" y="2369704"/>
                  <a:ext cx="864096" cy="360039"/>
                </a:xfrm>
                <a:prstGeom prst="roundRect">
                  <a:avLst/>
                </a:prstGeom>
                <a:blipFill>
                  <a:blip r:embed="rId11"/>
                  <a:stretch>
                    <a:fillRect b="-24561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ounded Rectangle 18"/>
                <p:cNvSpPr/>
                <p:nvPr/>
              </p:nvSpPr>
              <p:spPr>
                <a:xfrm>
                  <a:off x="5364088" y="4231501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○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9" name="Rounded 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88" y="4231501"/>
                  <a:ext cx="864096" cy="360039"/>
                </a:xfrm>
                <a:prstGeom prst="roundRect">
                  <a:avLst/>
                </a:prstGeom>
                <a:blipFill>
                  <a:blip r:embed="rId12"/>
                  <a:stretch>
                    <a:fillRect b="-22807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ounded Rectangle 19"/>
                <p:cNvSpPr/>
                <p:nvPr/>
              </p:nvSpPr>
              <p:spPr>
                <a:xfrm>
                  <a:off x="5364088" y="4852100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○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0" name="Rounded 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88" y="4852100"/>
                  <a:ext cx="864096" cy="360039"/>
                </a:xfrm>
                <a:prstGeom prst="roundRect">
                  <a:avLst/>
                </a:prstGeom>
                <a:blipFill>
                  <a:blip r:embed="rId13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/>
          <p:nvPr/>
        </p:nvGrpSpPr>
        <p:grpSpPr>
          <a:xfrm>
            <a:off x="5552757" y="1216570"/>
            <a:ext cx="1008112" cy="5448815"/>
            <a:chOff x="6444208" y="507907"/>
            <a:chExt cx="1008112" cy="59454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ounded Rectangle 21"/>
                <p:cNvSpPr/>
                <p:nvPr/>
              </p:nvSpPr>
              <p:spPr>
                <a:xfrm>
                  <a:off x="6534878" y="507907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●●○○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2" name="Rounded 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4878" y="507907"/>
                  <a:ext cx="864096" cy="360039"/>
                </a:xfrm>
                <a:prstGeom prst="roundRect">
                  <a:avLst/>
                </a:prstGeom>
                <a:blipFill>
                  <a:blip r:embed="rId14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ounded Rectangle 22"/>
                <p:cNvSpPr/>
                <p:nvPr/>
              </p:nvSpPr>
              <p:spPr>
                <a:xfrm>
                  <a:off x="6534878" y="1128506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●●○○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3" name="Rounded 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4878" y="1128506"/>
                  <a:ext cx="864096" cy="360039"/>
                </a:xfrm>
                <a:prstGeom prst="roundRect">
                  <a:avLst/>
                </a:prstGeom>
                <a:blipFill>
                  <a:blip r:embed="rId15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ounded Rectangle 23"/>
                <p:cNvSpPr/>
                <p:nvPr/>
              </p:nvSpPr>
              <p:spPr>
                <a:xfrm>
                  <a:off x="6588224" y="2990303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4" name="Rounded 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224" y="2990303"/>
                  <a:ext cx="864096" cy="360039"/>
                </a:xfrm>
                <a:prstGeom prst="roundRect">
                  <a:avLst/>
                </a:prstGeom>
                <a:blipFill>
                  <a:blip r:embed="rId16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ounded Rectangle 24"/>
                <p:cNvSpPr/>
                <p:nvPr/>
              </p:nvSpPr>
              <p:spPr>
                <a:xfrm>
                  <a:off x="6588224" y="3610902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5" name="Rounded 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224" y="3610902"/>
                  <a:ext cx="864096" cy="360039"/>
                </a:xfrm>
                <a:prstGeom prst="roundRect">
                  <a:avLst/>
                </a:prstGeom>
                <a:blipFill>
                  <a:blip r:embed="rId17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ounded Rectangle 25"/>
                <p:cNvSpPr/>
                <p:nvPr/>
              </p:nvSpPr>
              <p:spPr>
                <a:xfrm>
                  <a:off x="6444208" y="5472699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6" name="Rounded 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4208" y="5472699"/>
                  <a:ext cx="864096" cy="360039"/>
                </a:xfrm>
                <a:prstGeom prst="round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ounded Rectangle 26"/>
                <p:cNvSpPr/>
                <p:nvPr/>
              </p:nvSpPr>
              <p:spPr>
                <a:xfrm>
                  <a:off x="6444208" y="6093297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7" name="Rounded 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4208" y="6093297"/>
                  <a:ext cx="864096" cy="360039"/>
                </a:xfrm>
                <a:prstGeom prst="round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Straight Arrow Connector 27"/>
          <p:cNvCxnSpPr>
            <a:cxnSpLocks/>
            <a:stCxn id="22" idx="2"/>
            <a:endCxn id="23" idx="0"/>
          </p:cNvCxnSpPr>
          <p:nvPr/>
        </p:nvCxnSpPr>
        <p:spPr>
          <a:xfrm>
            <a:off x="6075475" y="1546535"/>
            <a:ext cx="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cxnSpLocks/>
            <a:stCxn id="7" idx="2"/>
            <a:endCxn id="6" idx="0"/>
          </p:cNvCxnSpPr>
          <p:nvPr/>
        </p:nvCxnSpPr>
        <p:spPr>
          <a:xfrm>
            <a:off x="7149915" y="2684058"/>
            <a:ext cx="649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cxnSpLocks/>
            <a:stCxn id="17" idx="2"/>
            <a:endCxn id="18" idx="0"/>
          </p:cNvCxnSpPr>
          <p:nvPr/>
        </p:nvCxnSpPr>
        <p:spPr>
          <a:xfrm>
            <a:off x="4963711" y="2684058"/>
            <a:ext cx="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  <a:stCxn id="11" idx="2"/>
            <a:endCxn id="12" idx="0"/>
          </p:cNvCxnSpPr>
          <p:nvPr/>
        </p:nvCxnSpPr>
        <p:spPr>
          <a:xfrm>
            <a:off x="8191089" y="3821580"/>
            <a:ext cx="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cxnSpLocks/>
            <a:stCxn id="24" idx="2"/>
            <a:endCxn id="25" idx="0"/>
          </p:cNvCxnSpPr>
          <p:nvPr/>
        </p:nvCxnSpPr>
        <p:spPr>
          <a:xfrm>
            <a:off x="6128821" y="3821580"/>
            <a:ext cx="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cxnSpLocks/>
            <a:stCxn id="8" idx="2"/>
            <a:endCxn id="9" idx="0"/>
          </p:cNvCxnSpPr>
          <p:nvPr/>
        </p:nvCxnSpPr>
        <p:spPr>
          <a:xfrm>
            <a:off x="7169997" y="4959102"/>
            <a:ext cx="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cxnSpLocks/>
            <a:stCxn id="14" idx="2"/>
            <a:endCxn id="15" idx="0"/>
          </p:cNvCxnSpPr>
          <p:nvPr/>
        </p:nvCxnSpPr>
        <p:spPr>
          <a:xfrm>
            <a:off x="3942617" y="3821580"/>
            <a:ext cx="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  <a:stCxn id="19" idx="2"/>
            <a:endCxn id="20" idx="0"/>
          </p:cNvCxnSpPr>
          <p:nvPr/>
        </p:nvCxnSpPr>
        <p:spPr>
          <a:xfrm>
            <a:off x="4963711" y="4959102"/>
            <a:ext cx="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cxnSpLocks/>
            <a:stCxn id="26" idx="2"/>
            <a:endCxn id="27" idx="0"/>
          </p:cNvCxnSpPr>
          <p:nvPr/>
        </p:nvCxnSpPr>
        <p:spPr>
          <a:xfrm>
            <a:off x="5984805" y="6096625"/>
            <a:ext cx="0" cy="238795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7171309" y="2681110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309" y="2681110"/>
                <a:ext cx="490071" cy="23975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4474943" y="2676156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943" y="2676156"/>
                <a:ext cx="490071" cy="23975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3477038" y="3788170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038" y="3788170"/>
                <a:ext cx="490071" cy="23975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6100012" y="3788924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0012" y="3788924"/>
                <a:ext cx="490071" cy="23975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8201385" y="3797088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85" y="3797088"/>
                <a:ext cx="490071" cy="23975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186815" y="4947158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815" y="4947158"/>
                <a:ext cx="490071" cy="23975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4965014" y="4959102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014" y="4959102"/>
                <a:ext cx="490071" cy="23975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5976640" y="6057842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640" y="6057842"/>
                <a:ext cx="490071" cy="23975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6088220" y="1521222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220" y="1521222"/>
                <a:ext cx="490071" cy="23975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638280" y="3576192"/>
                <a:ext cx="1074766" cy="490776"/>
              </a:xfrm>
              <a:prstGeom prst="upArrow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𝑃𝐺</m:t>
                      </m:r>
                    </m:oMath>
                  </m:oMathPara>
                </a14:m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8280" y="3576192"/>
                <a:ext cx="1074766" cy="490776"/>
              </a:xfrm>
              <a:prstGeom prst="upArrow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 rot="19565527">
                <a:off x="3236846" y="5679629"/>
                <a:ext cx="1180889" cy="733663"/>
              </a:xfrm>
              <a:prstGeom prst="rightArrow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𝑃𝐺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65527">
                <a:off x="3236846" y="5679629"/>
                <a:ext cx="1180889" cy="733663"/>
              </a:xfrm>
              <a:prstGeom prst="rightArrow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4369BBF-2DBB-43DA-8EA0-B627A38BAEDA}"/>
                  </a:ext>
                </a:extLst>
              </p:cNvPr>
              <p:cNvSpPr txBox="1"/>
              <p:nvPr/>
            </p:nvSpPr>
            <p:spPr>
              <a:xfrm>
                <a:off x="-611835" y="4978455"/>
                <a:ext cx="4572000" cy="850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  ∧   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he-I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he-IL" sz="1800" b="0" i="1" smtClean="0">
                              <a:latin typeface="Cambria Math" panose="02040503050406030204" pitchFamily="18" charset="0"/>
                            </a:rPr>
                            <m:t>〈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Effect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〉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94369BBF-2DBB-43DA-8EA0-B627A38BAE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1835" y="4978455"/>
                <a:ext cx="4572000" cy="850874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76FA010C-15CE-49B1-B0A1-9B560EDADA95}"/>
                  </a:ext>
                </a:extLst>
              </p:cNvPr>
              <p:cNvSpPr txBox="1"/>
              <p:nvPr/>
            </p:nvSpPr>
            <p:spPr>
              <a:xfrm>
                <a:off x="2029563" y="682119"/>
                <a:ext cx="3744293" cy="573170"/>
              </a:xfrm>
              <a:prstGeom prst="wedgeRectCallout">
                <a:avLst>
                  <a:gd name="adj1" fmla="val 56094"/>
                  <a:gd name="adj2" fmla="val 118971"/>
                </a:avLst>
              </a:prstGeom>
              <a:solidFill>
                <a:srgbClr val="FFFFCC"/>
              </a:solidFill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105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105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𝑐𝑜𝑖𝑛</m:t>
                              </m:r>
                              <m:r>
                                <a:rPr lang="en-US" sz="105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𝑠𝑒𝑙𝑒𝑐𝑡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   ∧    {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𝑛𝑐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}⊨</m:t>
                          </m:r>
                          <m:r>
                            <a:rPr lang="en-US" sz="105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he-IL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𝑠𝑡𝑎𝑟𝑡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,{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𝑛𝑐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𝑛𝑠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05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𝑐𝑜𝑖𝑛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he-IL" sz="1050" b="0" i="1" smtClean="0"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𝑠𝑒𝑙𝑒𝑐𝑡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,{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𝑛𝑐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}〉</m:t>
                          </m:r>
                        </m:den>
                      </m:f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76FA010C-15CE-49B1-B0A1-9B560EDAD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9563" y="682119"/>
                <a:ext cx="3744293" cy="573170"/>
              </a:xfrm>
              <a:prstGeom prst="wedgeRectCallout">
                <a:avLst>
                  <a:gd name="adj1" fmla="val 56094"/>
                  <a:gd name="adj2" fmla="val 118971"/>
                </a:avLst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491780E0-4532-4560-8162-754DA37E61DB}"/>
              </a:ext>
            </a:extLst>
          </p:cNvPr>
          <p:cNvGrpSpPr/>
          <p:nvPr/>
        </p:nvGrpSpPr>
        <p:grpSpPr>
          <a:xfrm rot="5400000">
            <a:off x="4663" y="1252623"/>
            <a:ext cx="2102008" cy="1698663"/>
            <a:chOff x="-3228130" y="2474768"/>
            <a:chExt cx="5633216" cy="3552517"/>
          </a:xfrm>
        </p:grpSpPr>
        <p:cxnSp>
          <p:nvCxnSpPr>
            <p:cNvPr id="122" name="Elbow Connector 97">
              <a:extLst>
                <a:ext uri="{FF2B5EF4-FFF2-40B4-BE49-F238E27FC236}">
                  <a16:creationId xmlns:a16="http://schemas.microsoft.com/office/drawing/2014/main" id="{A1060AAF-BED6-4EF4-8615-64D0D2CF59C7}"/>
                </a:ext>
              </a:extLst>
            </p:cNvPr>
            <p:cNvCxnSpPr/>
            <p:nvPr/>
          </p:nvCxnSpPr>
          <p:spPr>
            <a:xfrm flipH="1">
              <a:off x="-2188636" y="4168784"/>
              <a:ext cx="4076700" cy="347126"/>
            </a:xfrm>
            <a:prstGeom prst="bentConnector4">
              <a:avLst>
                <a:gd name="adj1" fmla="val -15129"/>
                <a:gd name="adj2" fmla="val 491403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3" name="Rounded Rectangle 98">
              <a:extLst>
                <a:ext uri="{FF2B5EF4-FFF2-40B4-BE49-F238E27FC236}">
                  <a16:creationId xmlns:a16="http://schemas.microsoft.com/office/drawing/2014/main" id="{6F9EDB75-3BC7-4F35-ABBB-024E2099C907}"/>
                </a:ext>
              </a:extLst>
            </p:cNvPr>
            <p:cNvSpPr/>
            <p:nvPr/>
          </p:nvSpPr>
          <p:spPr>
            <a:xfrm>
              <a:off x="-2471403" y="3617901"/>
              <a:ext cx="901721" cy="120744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100" dirty="0">
                  <a:solidFill>
                    <a:schemeClr val="accent2">
                      <a:lumMod val="50000"/>
                    </a:schemeClr>
                  </a:solidFill>
                  <a:latin typeface="Arial Rounded MT Bold" panose="020F0704030504030204" pitchFamily="34" charset="0"/>
                  <a:cs typeface="Aharoni" panose="02010803020104030203" pitchFamily="2" charset="-79"/>
                </a:rPr>
                <a:t>start</a:t>
              </a:r>
            </a:p>
          </p:txBody>
        </p: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6DFCC54D-B6A5-4E57-A700-44BAC912FF25}"/>
                </a:ext>
              </a:extLst>
            </p:cNvPr>
            <p:cNvCxnSpPr/>
            <p:nvPr/>
          </p:nvCxnSpPr>
          <p:spPr>
            <a:xfrm>
              <a:off x="-2935799" y="4168784"/>
              <a:ext cx="457200" cy="0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Arrow Connector 124">
              <a:extLst>
                <a:ext uri="{FF2B5EF4-FFF2-40B4-BE49-F238E27FC236}">
                  <a16:creationId xmlns:a16="http://schemas.microsoft.com/office/drawing/2014/main" id="{11541137-A6D0-46B0-8D98-4C76F4B7A4FA}"/>
                </a:ext>
              </a:extLst>
            </p:cNvPr>
            <p:cNvCxnSpPr>
              <a:stCxn id="123" idx="3"/>
              <a:endCxn id="134" idx="1"/>
            </p:cNvCxnSpPr>
            <p:nvPr/>
          </p:nvCxnSpPr>
          <p:spPr>
            <a:xfrm rot="16200000" flipH="1">
              <a:off x="-322793" y="2974738"/>
              <a:ext cx="3023" cy="2496801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EB464243-72CA-4D0A-8CA6-7106F6DB6A41}"/>
                    </a:ext>
                  </a:extLst>
                </p:cNvPr>
                <p:cNvSpPr/>
                <p:nvPr/>
              </p:nvSpPr>
              <p:spPr>
                <a:xfrm>
                  <a:off x="-1725604" y="3780639"/>
                  <a:ext cx="2367225" cy="5644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  <m:brk m:alnAt="2"/>
                          </m:rPr>
                          <a:rPr lang="en-US" sz="1000">
                            <a:solidFill>
                              <a:srgbClr val="FF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000">
                            <a:solidFill>
                              <a:srgbClr val="FF0000"/>
                            </a:solidFill>
                            <a:latin typeface="Cambria Math"/>
                          </a:rPr>
                          <m:t>rue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latin typeface="Cambria Math"/>
                          </a:rPr>
                          <m:t>:  </m:t>
                        </m:r>
                        <m:r>
                          <a:rPr lang="en-US" sz="1000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𝑐𝑜𝑖𝑛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26" name="Rectangle 125">
                  <a:extLst>
                    <a:ext uri="{FF2B5EF4-FFF2-40B4-BE49-F238E27FC236}">
                      <a16:creationId xmlns:a16="http://schemas.microsoft.com/office/drawing/2014/main" id="{EB464243-72CA-4D0A-8CA6-7106F6DB6A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725604" y="3780639"/>
                  <a:ext cx="2367225" cy="564409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7" name="Elbow Connector 103">
              <a:extLst>
                <a:ext uri="{FF2B5EF4-FFF2-40B4-BE49-F238E27FC236}">
                  <a16:creationId xmlns:a16="http://schemas.microsoft.com/office/drawing/2014/main" id="{EFA30B80-3602-42E3-94F4-E3C8EB70B88A}"/>
                </a:ext>
              </a:extLst>
            </p:cNvPr>
            <p:cNvCxnSpPr/>
            <p:nvPr/>
          </p:nvCxnSpPr>
          <p:spPr>
            <a:xfrm rot="16200000" flipV="1">
              <a:off x="-283636" y="1987244"/>
              <a:ext cx="12700" cy="3276599"/>
            </a:xfrm>
            <a:prstGeom prst="bentConnector3">
              <a:avLst>
                <a:gd name="adj1" fmla="val 3090567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F04CAE19-B738-4F67-9E65-368ABE1CA6CE}"/>
                    </a:ext>
                  </a:extLst>
                </p:cNvPr>
                <p:cNvSpPr/>
                <p:nvPr/>
              </p:nvSpPr>
              <p:spPr>
                <a:xfrm>
                  <a:off x="-1830233" y="2822196"/>
                  <a:ext cx="2815718" cy="5644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"/>
                          </m:rP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&gt;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𝑐𝑜𝑘𝑒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28" name="Rectangle 127">
                  <a:extLst>
                    <a:ext uri="{FF2B5EF4-FFF2-40B4-BE49-F238E27FC236}">
                      <a16:creationId xmlns:a16="http://schemas.microsoft.com/office/drawing/2014/main" id="{F04CAE19-B738-4F67-9E65-368ABE1CA6C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830233" y="2822196"/>
                  <a:ext cx="2815718" cy="564409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9" name="Elbow Connector 105">
              <a:extLst>
                <a:ext uri="{FF2B5EF4-FFF2-40B4-BE49-F238E27FC236}">
                  <a16:creationId xmlns:a16="http://schemas.microsoft.com/office/drawing/2014/main" id="{F4934F7D-04C4-49A8-B686-224611A8420E}"/>
                </a:ext>
              </a:extLst>
            </p:cNvPr>
            <p:cNvCxnSpPr/>
            <p:nvPr/>
          </p:nvCxnSpPr>
          <p:spPr>
            <a:xfrm rot="5400000">
              <a:off x="-283635" y="3182784"/>
              <a:ext cx="12700" cy="3276600"/>
            </a:xfrm>
            <a:prstGeom prst="bentConnector3">
              <a:avLst>
                <a:gd name="adj1" fmla="val 3158314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51CA3B62-93C0-4131-BB85-15C429317F6B}"/>
                    </a:ext>
                  </a:extLst>
                </p:cNvPr>
                <p:cNvSpPr/>
                <p:nvPr/>
              </p:nvSpPr>
              <p:spPr>
                <a:xfrm>
                  <a:off x="-2258091" y="4746414"/>
                  <a:ext cx="3617301" cy="56440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"/>
                          </m:rP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1000" i="1">
                            <a:solidFill>
                              <a:srgbClr val="061BE4"/>
                            </a:solidFill>
                            <a:latin typeface="Cambria Math"/>
                          </a:rPr>
                          <m:t>𝑠𝑝𝑟𝑖𝑡𝑒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30" name="Rectangle 129">
                  <a:extLst>
                    <a:ext uri="{FF2B5EF4-FFF2-40B4-BE49-F238E27FC236}">
                      <a16:creationId xmlns:a16="http://schemas.microsoft.com/office/drawing/2014/main" id="{51CA3B62-93C0-4131-BB85-15C429317F6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58091" y="4746414"/>
                  <a:ext cx="3617301" cy="564409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0E5A8F29-CDCC-4980-BD67-A4B22BE31E4E}"/>
                    </a:ext>
                  </a:extLst>
                </p:cNvPr>
                <p:cNvSpPr/>
                <p:nvPr/>
              </p:nvSpPr>
              <p:spPr>
                <a:xfrm>
                  <a:off x="-2258091" y="5462876"/>
                  <a:ext cx="4663177" cy="56440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"/>
                          </m:rP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∧ 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𝑟</m:t>
                        </m:r>
                        <m:r>
                          <a:rPr lang="en-US" sz="1000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𝑒𝑡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31" name="Rectangle 130">
                  <a:extLst>
                    <a:ext uri="{FF2B5EF4-FFF2-40B4-BE49-F238E27FC236}">
                      <a16:creationId xmlns:a16="http://schemas.microsoft.com/office/drawing/2014/main" id="{0E5A8F29-CDCC-4980-BD67-A4B22BE31E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58091" y="5462876"/>
                  <a:ext cx="4663177" cy="564409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2" name="Elbow Connector 108">
              <a:extLst>
                <a:ext uri="{FF2B5EF4-FFF2-40B4-BE49-F238E27FC236}">
                  <a16:creationId xmlns:a16="http://schemas.microsoft.com/office/drawing/2014/main" id="{4C05D3E4-796E-47F8-911F-139C77FE3DE8}"/>
                </a:ext>
              </a:extLst>
            </p:cNvPr>
            <p:cNvCxnSpPr/>
            <p:nvPr/>
          </p:nvCxnSpPr>
          <p:spPr>
            <a:xfrm rot="16200000" flipV="1">
              <a:off x="-2243257" y="3512321"/>
              <a:ext cx="12700" cy="191665"/>
            </a:xfrm>
            <a:prstGeom prst="bentConnector3">
              <a:avLst>
                <a:gd name="adj1" fmla="val 5307951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A002150E-9F04-4355-9CBC-5CEEAAF9D1DD}"/>
                    </a:ext>
                  </a:extLst>
                </p:cNvPr>
                <p:cNvSpPr/>
                <p:nvPr/>
              </p:nvSpPr>
              <p:spPr>
                <a:xfrm>
                  <a:off x="-3228130" y="2474768"/>
                  <a:ext cx="2415169" cy="5644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  <m:brk m:alnAt="2"/>
                          </m:rPr>
                          <a:rPr lang="en-US" sz="100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000">
                            <a:solidFill>
                              <a:srgbClr val="FF0000"/>
                            </a:solidFill>
                            <a:latin typeface="Cambria Math"/>
                          </a:rPr>
                          <m:t>rue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latin typeface="Cambria Math"/>
                          </a:rPr>
                          <m:t>:</m:t>
                        </m:r>
                        <m:r>
                          <a:rPr lang="en-US" sz="1000" b="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𝑟𝑒𝑓𝑖𝑙𝑙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33" name="Rectangle 132">
                  <a:extLst>
                    <a:ext uri="{FF2B5EF4-FFF2-40B4-BE49-F238E27FC236}">
                      <a16:creationId xmlns:a16="http://schemas.microsoft.com/office/drawing/2014/main" id="{A002150E-9F04-4355-9CBC-5CEEAAF9D1D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228130" y="2474768"/>
                  <a:ext cx="2415169" cy="564409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4" name="Rounded Rectangle 99">
              <a:extLst>
                <a:ext uri="{FF2B5EF4-FFF2-40B4-BE49-F238E27FC236}">
                  <a16:creationId xmlns:a16="http://schemas.microsoft.com/office/drawing/2014/main" id="{377B7F59-678B-418D-852E-FFB60A4B31AD}"/>
                </a:ext>
              </a:extLst>
            </p:cNvPr>
            <p:cNvSpPr/>
            <p:nvPr/>
          </p:nvSpPr>
          <p:spPr>
            <a:xfrm>
              <a:off x="927118" y="3620924"/>
              <a:ext cx="901721" cy="120744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100" dirty="0">
                  <a:solidFill>
                    <a:schemeClr val="accent2">
                      <a:lumMod val="50000"/>
                    </a:schemeClr>
                  </a:solidFill>
                  <a:latin typeface="Arial Rounded MT Bold" panose="020F0704030504030204" pitchFamily="34" charset="0"/>
                  <a:cs typeface="Aharoni" panose="02010803020104030203" pitchFamily="2" charset="-79"/>
                </a:rPr>
                <a:t>select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175E6D46-A318-48A7-A97E-8C6F52D872BB}"/>
                  </a:ext>
                </a:extLst>
              </p:cNvPr>
              <p:cNvSpPr/>
              <p:nvPr/>
            </p:nvSpPr>
            <p:spPr>
              <a:xfrm>
                <a:off x="445435" y="877453"/>
                <a:ext cx="1143326" cy="2539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𝑛𝑐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𝑛𝑠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135" name="Rectangle 134">
                <a:extLst>
                  <a:ext uri="{FF2B5EF4-FFF2-40B4-BE49-F238E27FC236}">
                    <a16:creationId xmlns:a16="http://schemas.microsoft.com/office/drawing/2014/main" id="{175E6D46-A318-48A7-A97E-8C6F52D872B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35" y="877453"/>
                <a:ext cx="1143326" cy="253916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F61B3D6-B991-4108-AAC4-3F200353DE68}"/>
                  </a:ext>
                </a:extLst>
              </p:cNvPr>
              <p:cNvSpPr txBox="1"/>
              <p:nvPr/>
            </p:nvSpPr>
            <p:spPr>
              <a:xfrm>
                <a:off x="1588761" y="1756383"/>
                <a:ext cx="3862186" cy="573170"/>
              </a:xfrm>
              <a:prstGeom prst="wedgeRectCallout">
                <a:avLst>
                  <a:gd name="adj1" fmla="val 27703"/>
                  <a:gd name="adj2" fmla="val 123123"/>
                </a:avLst>
              </a:prstGeom>
              <a:solidFill>
                <a:srgbClr val="FFFFCC"/>
              </a:solidFill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105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105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𝑐𝑜𝑖𝑛</m:t>
                              </m:r>
                              <m:r>
                                <a:rPr lang="en-US" sz="105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𝑠𝑒𝑙𝑒𝑐𝑡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   ∧    {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𝑛𝑐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}⊨</m:t>
                          </m:r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he-IL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𝑠𝑡𝑎𝑟𝑡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,{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𝑛𝑐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𝑛𝑠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05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𝑐𝑜𝑖𝑛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he-IL" sz="1050" b="0" i="1" smtClean="0"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𝑠𝑒𝑙𝑒𝑐𝑡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,{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𝑛𝑐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}〉</m:t>
                          </m:r>
                        </m:den>
                      </m:f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4F61B3D6-B991-4108-AAC4-3F200353D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8761" y="1756383"/>
                <a:ext cx="3862186" cy="573170"/>
              </a:xfrm>
              <a:prstGeom prst="wedgeRectCallout">
                <a:avLst>
                  <a:gd name="adj1" fmla="val 27703"/>
                  <a:gd name="adj2" fmla="val 123123"/>
                </a:avLst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9C30ED5-AFC8-4355-B17B-1E66D37F4BA8}"/>
                  </a:ext>
                </a:extLst>
              </p:cNvPr>
              <p:cNvSpPr txBox="1"/>
              <p:nvPr/>
            </p:nvSpPr>
            <p:spPr>
              <a:xfrm>
                <a:off x="437226" y="2883247"/>
                <a:ext cx="3862186" cy="573170"/>
              </a:xfrm>
              <a:prstGeom prst="wedgeRectCallout">
                <a:avLst>
                  <a:gd name="adj1" fmla="val 36226"/>
                  <a:gd name="adj2" fmla="val 126314"/>
                </a:avLst>
              </a:prstGeom>
              <a:solidFill>
                <a:srgbClr val="FFFFCC"/>
              </a:solidFill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105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𝑡𝑟𝑢𝑒</m:t>
                              </m:r>
                              <m:r>
                                <a:rPr lang="en-US" sz="105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105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𝑐𝑜𝑖𝑛</m:t>
                              </m:r>
                              <m:r>
                                <a:rPr lang="en-US" sz="105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𝑠𝑒𝑙𝑒𝑐𝑡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   ∧    {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𝑛𝑐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}⊨</m:t>
                          </m:r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he-IL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𝑠𝑡𝑎𝑟𝑡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,{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𝑛𝑐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𝑛𝑠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05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𝑐𝑜𝑖𝑛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he-IL" sz="1050" b="0" i="1" smtClean="0"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𝑠𝑒𝑙𝑒𝑐𝑡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,{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𝑛𝑐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}〉</m:t>
                          </m:r>
                        </m:den>
                      </m:f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39C30ED5-AFC8-4355-B17B-1E66D37F4B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26" y="2883247"/>
                <a:ext cx="3862186" cy="573170"/>
              </a:xfrm>
              <a:prstGeom prst="wedgeRectCallout">
                <a:avLst>
                  <a:gd name="adj1" fmla="val 36226"/>
                  <a:gd name="adj2" fmla="val 126314"/>
                </a:avLst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" grpId="0" animBg="1"/>
      <p:bldP spid="116" grpId="0" animBg="1"/>
      <p:bldP spid="118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37</a:t>
            </a:fld>
            <a:endParaRPr lang="he-IL"/>
          </a:p>
        </p:txBody>
      </p:sp>
      <p:cxnSp>
        <p:nvCxnSpPr>
          <p:cNvPr id="29" name="Straight Arrow Connector 28"/>
          <p:cNvCxnSpPr>
            <a:endCxn id="22" idx="0"/>
          </p:cNvCxnSpPr>
          <p:nvPr/>
        </p:nvCxnSpPr>
        <p:spPr>
          <a:xfrm>
            <a:off x="6075475" y="989964"/>
            <a:ext cx="0" cy="22660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5" name="Group 4"/>
          <p:cNvGrpSpPr/>
          <p:nvPr/>
        </p:nvGrpSpPr>
        <p:grpSpPr>
          <a:xfrm>
            <a:off x="6717867" y="2354092"/>
            <a:ext cx="884178" cy="3173771"/>
            <a:chOff x="7661854" y="1749105"/>
            <a:chExt cx="884178" cy="34630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ounded Rectangle 5"/>
                <p:cNvSpPr/>
                <p:nvPr/>
              </p:nvSpPr>
              <p:spPr>
                <a:xfrm>
                  <a:off x="7668344" y="2369704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6" name="Rounded 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8344" y="2369704"/>
                  <a:ext cx="864096" cy="360039"/>
                </a:xfrm>
                <a:prstGeom prst="roundRect">
                  <a:avLst/>
                </a:prstGeom>
                <a:blipFill>
                  <a:blip r:embed="rId2"/>
                  <a:stretch>
                    <a:fillRect b="-24561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ounded Rectangle 6"/>
                <p:cNvSpPr/>
                <p:nvPr/>
              </p:nvSpPr>
              <p:spPr>
                <a:xfrm>
                  <a:off x="7661854" y="1749105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7" name="Rounded 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61854" y="1749105"/>
                  <a:ext cx="864096" cy="360039"/>
                </a:xfrm>
                <a:prstGeom prst="roundRect">
                  <a:avLst/>
                </a:prstGeom>
                <a:blipFill>
                  <a:blip r:embed="rId3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ounded Rectangle 7"/>
                <p:cNvSpPr/>
                <p:nvPr/>
              </p:nvSpPr>
              <p:spPr>
                <a:xfrm>
                  <a:off x="7681936" y="4231501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8" name="Rounded 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1936" y="4231501"/>
                  <a:ext cx="864096" cy="360039"/>
                </a:xfrm>
                <a:prstGeom prst="roundRect">
                  <a:avLst/>
                </a:prstGeom>
                <a:blipFill>
                  <a:blip r:embed="rId4"/>
                  <a:stretch>
                    <a:fillRect b="-22807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ounded Rectangle 8"/>
                <p:cNvSpPr/>
                <p:nvPr/>
              </p:nvSpPr>
              <p:spPr>
                <a:xfrm>
                  <a:off x="7681936" y="4852100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9" name="Rounded 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81936" y="4852100"/>
                  <a:ext cx="864096" cy="360039"/>
                </a:xfrm>
                <a:prstGeom prst="roundRect">
                  <a:avLst/>
                </a:prstGeom>
                <a:blipFill>
                  <a:blip r:embed="rId5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/>
          <p:cNvGrpSpPr/>
          <p:nvPr/>
        </p:nvGrpSpPr>
        <p:grpSpPr>
          <a:xfrm>
            <a:off x="7759041" y="3491615"/>
            <a:ext cx="864096" cy="898727"/>
            <a:chOff x="8525950" y="2990303"/>
            <a:chExt cx="864096" cy="9806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ounded Rectangle 10"/>
                <p:cNvSpPr/>
                <p:nvPr/>
              </p:nvSpPr>
              <p:spPr>
                <a:xfrm>
                  <a:off x="8525950" y="2990303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1" name="Rounded 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5950" y="2990303"/>
                  <a:ext cx="864096" cy="360039"/>
                </a:xfrm>
                <a:prstGeom prst="roundRect">
                  <a:avLst/>
                </a:prstGeom>
                <a:blipFill>
                  <a:blip r:embed="rId6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ounded Rectangle 11"/>
                <p:cNvSpPr/>
                <p:nvPr/>
              </p:nvSpPr>
              <p:spPr>
                <a:xfrm>
                  <a:off x="8525950" y="3610902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2" name="Rounded 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525950" y="3610902"/>
                  <a:ext cx="864096" cy="360039"/>
                </a:xfrm>
                <a:prstGeom prst="roundRect">
                  <a:avLst/>
                </a:prstGeom>
                <a:blipFill>
                  <a:blip r:embed="rId7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3" name="Group 12"/>
          <p:cNvGrpSpPr/>
          <p:nvPr/>
        </p:nvGrpSpPr>
        <p:grpSpPr>
          <a:xfrm>
            <a:off x="3510569" y="3491615"/>
            <a:ext cx="864096" cy="898727"/>
            <a:chOff x="4499992" y="2990303"/>
            <a:chExt cx="864096" cy="98063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ounded Rectangle 13"/>
                <p:cNvSpPr/>
                <p:nvPr/>
              </p:nvSpPr>
              <p:spPr>
                <a:xfrm>
                  <a:off x="4499992" y="2990303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○○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4" name="Rounded 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992" y="2990303"/>
                  <a:ext cx="864096" cy="360039"/>
                </a:xfrm>
                <a:prstGeom prst="roundRect">
                  <a:avLst/>
                </a:prstGeom>
                <a:blipFill>
                  <a:blip r:embed="rId8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ounded Rectangle 14"/>
                <p:cNvSpPr/>
                <p:nvPr/>
              </p:nvSpPr>
              <p:spPr>
                <a:xfrm>
                  <a:off x="4499992" y="3610902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○○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5" name="Rounded Rectangle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99992" y="3610902"/>
                  <a:ext cx="864096" cy="360039"/>
                </a:xfrm>
                <a:prstGeom prst="roundRect">
                  <a:avLst/>
                </a:prstGeom>
                <a:blipFill>
                  <a:blip r:embed="rId9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Group 15"/>
          <p:cNvGrpSpPr/>
          <p:nvPr/>
        </p:nvGrpSpPr>
        <p:grpSpPr>
          <a:xfrm>
            <a:off x="4531663" y="2354092"/>
            <a:ext cx="864096" cy="3173771"/>
            <a:chOff x="5364088" y="1749105"/>
            <a:chExt cx="864096" cy="346303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ounded Rectangle 16"/>
                <p:cNvSpPr/>
                <p:nvPr/>
              </p:nvSpPr>
              <p:spPr>
                <a:xfrm>
                  <a:off x="5364088" y="1749105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●○○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7" name="Rounded 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88" y="1749105"/>
                  <a:ext cx="864096" cy="360039"/>
                </a:xfrm>
                <a:prstGeom prst="roundRect">
                  <a:avLst/>
                </a:prstGeom>
                <a:blipFill>
                  <a:blip r:embed="rId10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Rounded Rectangle 17"/>
                <p:cNvSpPr/>
                <p:nvPr/>
              </p:nvSpPr>
              <p:spPr>
                <a:xfrm>
                  <a:off x="5364088" y="2369704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●○○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8" name="Rounded Rectangle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88" y="2369704"/>
                  <a:ext cx="864096" cy="360039"/>
                </a:xfrm>
                <a:prstGeom prst="roundRect">
                  <a:avLst/>
                </a:prstGeom>
                <a:blipFill>
                  <a:blip r:embed="rId11"/>
                  <a:stretch>
                    <a:fillRect b="-24561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ounded Rectangle 18"/>
                <p:cNvSpPr/>
                <p:nvPr/>
              </p:nvSpPr>
              <p:spPr>
                <a:xfrm>
                  <a:off x="5364088" y="4231501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○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19" name="Rounded 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88" y="4231501"/>
                  <a:ext cx="864096" cy="360039"/>
                </a:xfrm>
                <a:prstGeom prst="roundRect">
                  <a:avLst/>
                </a:prstGeom>
                <a:blipFill>
                  <a:blip r:embed="rId12"/>
                  <a:stretch>
                    <a:fillRect b="-22807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Rounded Rectangle 19"/>
                <p:cNvSpPr/>
                <p:nvPr/>
              </p:nvSpPr>
              <p:spPr>
                <a:xfrm>
                  <a:off x="5364088" y="4852100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○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0" name="Rounded Rectangle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64088" y="4852100"/>
                  <a:ext cx="864096" cy="360039"/>
                </a:xfrm>
                <a:prstGeom prst="roundRect">
                  <a:avLst/>
                </a:prstGeom>
                <a:blipFill>
                  <a:blip r:embed="rId13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Group 20"/>
          <p:cNvGrpSpPr/>
          <p:nvPr/>
        </p:nvGrpSpPr>
        <p:grpSpPr>
          <a:xfrm>
            <a:off x="5552757" y="1216570"/>
            <a:ext cx="1008112" cy="5448815"/>
            <a:chOff x="6444208" y="507907"/>
            <a:chExt cx="1008112" cy="59454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Rounded Rectangle 21"/>
                <p:cNvSpPr/>
                <p:nvPr/>
              </p:nvSpPr>
              <p:spPr>
                <a:xfrm>
                  <a:off x="6534878" y="507907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●●○○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2" name="Rounded Rectangle 2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4878" y="507907"/>
                  <a:ext cx="864096" cy="360039"/>
                </a:xfrm>
                <a:prstGeom prst="roundRect">
                  <a:avLst/>
                </a:prstGeom>
                <a:blipFill>
                  <a:blip r:embed="rId14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Rounded Rectangle 22"/>
                <p:cNvSpPr/>
                <p:nvPr/>
              </p:nvSpPr>
              <p:spPr>
                <a:xfrm>
                  <a:off x="6534878" y="1128506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●●○○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3" name="Rounded Rectangle 2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34878" y="1128506"/>
                  <a:ext cx="864096" cy="360039"/>
                </a:xfrm>
                <a:prstGeom prst="roundRect">
                  <a:avLst/>
                </a:prstGeom>
                <a:blipFill>
                  <a:blip r:embed="rId15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ounded Rectangle 23"/>
                <p:cNvSpPr/>
                <p:nvPr/>
              </p:nvSpPr>
              <p:spPr>
                <a:xfrm>
                  <a:off x="6588224" y="2990303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4" name="Rounded 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224" y="2990303"/>
                  <a:ext cx="864096" cy="360039"/>
                </a:xfrm>
                <a:prstGeom prst="roundRect">
                  <a:avLst/>
                </a:prstGeom>
                <a:blipFill>
                  <a:blip r:embed="rId16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ounded Rectangle 24"/>
                <p:cNvSpPr/>
                <p:nvPr/>
              </p:nvSpPr>
              <p:spPr>
                <a:xfrm>
                  <a:off x="6588224" y="3610902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●○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5" name="Rounded 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88224" y="3610902"/>
                  <a:ext cx="864096" cy="360039"/>
                </a:xfrm>
                <a:prstGeom prst="roundRect">
                  <a:avLst/>
                </a:prstGeom>
                <a:blipFill>
                  <a:blip r:embed="rId17"/>
                  <a:stretch>
                    <a:fillRect b="-25000"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ounded Rectangle 25"/>
                <p:cNvSpPr/>
                <p:nvPr/>
              </p:nvSpPr>
              <p:spPr>
                <a:xfrm>
                  <a:off x="6444208" y="5472699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𝑠𝑡𝑎𝑟𝑡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 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6" name="Rounded 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4208" y="5472699"/>
                  <a:ext cx="864096" cy="360039"/>
                </a:xfrm>
                <a:prstGeom prst="roundRect">
                  <a:avLst/>
                </a:prstGeom>
                <a:blipFill>
                  <a:blip r:embed="rId18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ounded Rectangle 26"/>
                <p:cNvSpPr/>
                <p:nvPr/>
              </p:nvSpPr>
              <p:spPr>
                <a:xfrm>
                  <a:off x="6444208" y="6093297"/>
                  <a:ext cx="864096" cy="360039"/>
                </a:xfrm>
                <a:prstGeom prst="roundRect">
                  <a:avLst/>
                </a:prstGeom>
                <a:ln w="12700"/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lang="en-US" sz="1100" b="0" i="1" dirty="0" smtClean="0">
                            <a:latin typeface="Cambria Math"/>
                          </a:rPr>
                          <m:t>𝑠𝑒𝑙𝑒𝑐𝑡</m:t>
                        </m:r>
                      </m:oMath>
                    </m:oMathPara>
                  </a14:m>
                  <a:endParaRPr lang="en-US" sz="1100" dirty="0"/>
                </a:p>
                <a:p>
                  <a:pPr algn="ctr" rtl="0"/>
                  <a:r>
                    <a:rPr lang="en-US" sz="1100" dirty="0">
                      <a:latin typeface="Segoe UI Symbol"/>
                      <a:ea typeface="Segoe UI Symbol"/>
                      <a:sym typeface="Webdings"/>
                    </a:rPr>
                    <a:t>   </a:t>
                  </a:r>
                  <a:endParaRPr lang="he-IL" sz="1100" dirty="0"/>
                </a:p>
              </p:txBody>
            </p:sp>
          </mc:Choice>
          <mc:Fallback xmlns="">
            <p:sp>
              <p:nvSpPr>
                <p:cNvPr id="27" name="Rounded 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4208" y="6093297"/>
                  <a:ext cx="864096" cy="360039"/>
                </a:xfrm>
                <a:prstGeom prst="roundRect">
                  <a:avLst/>
                </a:prstGeom>
                <a:blipFill>
                  <a:blip r:embed="rId19"/>
                  <a:stretch>
                    <a:fillRect/>
                  </a:stretch>
                </a:blipFill>
                <a:ln w="127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28" name="Straight Arrow Connector 27"/>
          <p:cNvCxnSpPr>
            <a:stCxn id="22" idx="2"/>
            <a:endCxn id="23" idx="0"/>
          </p:cNvCxnSpPr>
          <p:nvPr/>
        </p:nvCxnSpPr>
        <p:spPr>
          <a:xfrm>
            <a:off x="6075475" y="1546535"/>
            <a:ext cx="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Elbow Connector 30"/>
          <p:cNvCxnSpPr>
            <a:stCxn id="23" idx="1"/>
            <a:endCxn id="17" idx="0"/>
          </p:cNvCxnSpPr>
          <p:nvPr/>
        </p:nvCxnSpPr>
        <p:spPr>
          <a:xfrm rot="10800000" flipV="1">
            <a:off x="4963711" y="1950313"/>
            <a:ext cx="679716" cy="403778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>
            <a:stCxn id="7" idx="2"/>
            <a:endCxn id="6" idx="0"/>
          </p:cNvCxnSpPr>
          <p:nvPr/>
        </p:nvCxnSpPr>
        <p:spPr>
          <a:xfrm>
            <a:off x="7149915" y="2684058"/>
            <a:ext cx="649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7" idx="2"/>
            <a:endCxn id="18" idx="0"/>
          </p:cNvCxnSpPr>
          <p:nvPr/>
        </p:nvCxnSpPr>
        <p:spPr>
          <a:xfrm>
            <a:off x="4963711" y="2684058"/>
            <a:ext cx="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Elbow Connector 33"/>
          <p:cNvCxnSpPr>
            <a:cxnSpLocks/>
            <a:stCxn id="6" idx="1"/>
            <a:endCxn id="24" idx="0"/>
          </p:cNvCxnSpPr>
          <p:nvPr/>
        </p:nvCxnSpPr>
        <p:spPr>
          <a:xfrm rot="10800000" flipV="1">
            <a:off x="6128821" y="3087836"/>
            <a:ext cx="595536" cy="403778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11" idx="2"/>
            <a:endCxn id="12" idx="0"/>
          </p:cNvCxnSpPr>
          <p:nvPr/>
        </p:nvCxnSpPr>
        <p:spPr>
          <a:xfrm>
            <a:off x="8191089" y="3821580"/>
            <a:ext cx="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Elbow Connector 37"/>
          <p:cNvCxnSpPr>
            <a:stCxn id="12" idx="1"/>
            <a:endCxn id="8" idx="0"/>
          </p:cNvCxnSpPr>
          <p:nvPr/>
        </p:nvCxnSpPr>
        <p:spPr>
          <a:xfrm rot="10800000" flipV="1">
            <a:off x="7169997" y="4225358"/>
            <a:ext cx="589044" cy="403778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>
            <a:stCxn id="24" idx="2"/>
            <a:endCxn id="25" idx="0"/>
          </p:cNvCxnSpPr>
          <p:nvPr/>
        </p:nvCxnSpPr>
        <p:spPr>
          <a:xfrm>
            <a:off x="6128821" y="3821580"/>
            <a:ext cx="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8" idx="2"/>
            <a:endCxn id="9" idx="0"/>
          </p:cNvCxnSpPr>
          <p:nvPr/>
        </p:nvCxnSpPr>
        <p:spPr>
          <a:xfrm>
            <a:off x="7169997" y="4959102"/>
            <a:ext cx="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Elbow Connector 41"/>
          <p:cNvCxnSpPr>
            <a:stCxn id="25" idx="1"/>
            <a:endCxn id="19" idx="0"/>
          </p:cNvCxnSpPr>
          <p:nvPr/>
        </p:nvCxnSpPr>
        <p:spPr>
          <a:xfrm rot="10800000" flipV="1">
            <a:off x="4963711" y="4225358"/>
            <a:ext cx="733062" cy="403778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/>
          <p:cNvCxnSpPr>
            <a:stCxn id="14" idx="2"/>
            <a:endCxn id="15" idx="0"/>
          </p:cNvCxnSpPr>
          <p:nvPr/>
        </p:nvCxnSpPr>
        <p:spPr>
          <a:xfrm>
            <a:off x="3942617" y="3821580"/>
            <a:ext cx="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Elbow Connector 44"/>
          <p:cNvCxnSpPr>
            <a:stCxn id="18" idx="1"/>
            <a:endCxn id="14" idx="0"/>
          </p:cNvCxnSpPr>
          <p:nvPr/>
        </p:nvCxnSpPr>
        <p:spPr>
          <a:xfrm rot="10800000" flipV="1">
            <a:off x="3942617" y="3087836"/>
            <a:ext cx="589046" cy="403778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19" idx="2"/>
            <a:endCxn id="20" idx="0"/>
          </p:cNvCxnSpPr>
          <p:nvPr/>
        </p:nvCxnSpPr>
        <p:spPr>
          <a:xfrm>
            <a:off x="4963711" y="4959102"/>
            <a:ext cx="0" cy="23879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Elbow Connector 46"/>
          <p:cNvCxnSpPr>
            <a:cxnSpLocks/>
            <a:stCxn id="9" idx="1"/>
            <a:endCxn id="26" idx="0"/>
          </p:cNvCxnSpPr>
          <p:nvPr/>
        </p:nvCxnSpPr>
        <p:spPr>
          <a:xfrm rot="10800000" flipV="1">
            <a:off x="5984805" y="5362881"/>
            <a:ext cx="753144" cy="403778"/>
          </a:xfrm>
          <a:prstGeom prst="bentConnector2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stCxn id="26" idx="2"/>
            <a:endCxn id="27" idx="0"/>
          </p:cNvCxnSpPr>
          <p:nvPr/>
        </p:nvCxnSpPr>
        <p:spPr>
          <a:xfrm>
            <a:off x="5984805" y="6096625"/>
            <a:ext cx="0" cy="238795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/>
              <p:cNvSpPr txBox="1"/>
              <p:nvPr/>
            </p:nvSpPr>
            <p:spPr>
              <a:xfrm>
                <a:off x="7171309" y="2681110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63" name="TextBox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1309" y="2681110"/>
                <a:ext cx="490071" cy="23975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/>
              <p:cNvSpPr txBox="1"/>
              <p:nvPr/>
            </p:nvSpPr>
            <p:spPr>
              <a:xfrm>
                <a:off x="4474943" y="2676156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64" name="TextBox 6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4943" y="2676156"/>
                <a:ext cx="490071" cy="239758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/>
              <p:cNvSpPr txBox="1"/>
              <p:nvPr/>
            </p:nvSpPr>
            <p:spPr>
              <a:xfrm>
                <a:off x="3477038" y="3788170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65" name="TextBox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7038" y="3788170"/>
                <a:ext cx="490071" cy="239758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/>
              <p:cNvSpPr txBox="1"/>
              <p:nvPr/>
            </p:nvSpPr>
            <p:spPr>
              <a:xfrm>
                <a:off x="6100012" y="3788924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66" name="TextBox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0012" y="3788924"/>
                <a:ext cx="490071" cy="23975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/>
              <p:cNvSpPr txBox="1"/>
              <p:nvPr/>
            </p:nvSpPr>
            <p:spPr>
              <a:xfrm>
                <a:off x="8201385" y="3797088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67" name="TextBox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1385" y="3797088"/>
                <a:ext cx="490071" cy="23975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/>
              <p:cNvSpPr txBox="1"/>
              <p:nvPr/>
            </p:nvSpPr>
            <p:spPr>
              <a:xfrm>
                <a:off x="7186815" y="4947158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68" name="Text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6815" y="4947158"/>
                <a:ext cx="490071" cy="23975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/>
              <p:cNvSpPr txBox="1"/>
              <p:nvPr/>
            </p:nvSpPr>
            <p:spPr>
              <a:xfrm>
                <a:off x="4965014" y="4959102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69" name="TextBox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65014" y="4959102"/>
                <a:ext cx="490071" cy="239758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/>
              <p:cNvSpPr txBox="1"/>
              <p:nvPr/>
            </p:nvSpPr>
            <p:spPr>
              <a:xfrm>
                <a:off x="5976640" y="6057842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70" name="TextBox 6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6640" y="6057842"/>
                <a:ext cx="490071" cy="239758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6" name="TextBox 75"/>
              <p:cNvSpPr txBox="1"/>
              <p:nvPr/>
            </p:nvSpPr>
            <p:spPr>
              <a:xfrm>
                <a:off x="3962400" y="2852717"/>
                <a:ext cx="514756" cy="2616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𝑐𝑜𝑘𝑒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76" name="TextBox 7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2852717"/>
                <a:ext cx="514756" cy="2616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3" name="TextBox 82"/>
              <p:cNvSpPr txBox="1"/>
              <p:nvPr/>
            </p:nvSpPr>
            <p:spPr>
              <a:xfrm>
                <a:off x="6088220" y="1521222"/>
                <a:ext cx="490071" cy="23975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/>
                        </a:rPr>
                        <m:t>𝑐𝑜𝑖𝑛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83" name="TextBox 8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8220" y="1521222"/>
                <a:ext cx="490071" cy="239758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739984" y="3814988"/>
                <a:ext cx="1074766" cy="490776"/>
              </a:xfrm>
              <a:prstGeom prst="upArrow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𝑃𝐺</m:t>
                      </m:r>
                    </m:oMath>
                  </m:oMathPara>
                </a14:m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984" y="3814988"/>
                <a:ext cx="1074766" cy="490776"/>
              </a:xfrm>
              <a:prstGeom prst="upArrow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9315B25-0BBB-41F6-AD25-20A788D5DB52}"/>
              </a:ext>
            </a:extLst>
          </p:cNvPr>
          <p:cNvGrpSpPr/>
          <p:nvPr/>
        </p:nvGrpSpPr>
        <p:grpSpPr>
          <a:xfrm rot="5400000">
            <a:off x="4663" y="1252623"/>
            <a:ext cx="2102008" cy="1698663"/>
            <a:chOff x="-3228130" y="2474768"/>
            <a:chExt cx="5633216" cy="3552517"/>
          </a:xfrm>
        </p:grpSpPr>
        <p:cxnSp>
          <p:nvCxnSpPr>
            <p:cNvPr id="113" name="Elbow Connector 97">
              <a:extLst>
                <a:ext uri="{FF2B5EF4-FFF2-40B4-BE49-F238E27FC236}">
                  <a16:creationId xmlns:a16="http://schemas.microsoft.com/office/drawing/2014/main" id="{AE1716DE-BB1E-4B9F-8DDE-B1178224490F}"/>
                </a:ext>
              </a:extLst>
            </p:cNvPr>
            <p:cNvCxnSpPr/>
            <p:nvPr/>
          </p:nvCxnSpPr>
          <p:spPr>
            <a:xfrm flipH="1">
              <a:off x="-2188636" y="4168784"/>
              <a:ext cx="4076700" cy="347126"/>
            </a:xfrm>
            <a:prstGeom prst="bentConnector4">
              <a:avLst>
                <a:gd name="adj1" fmla="val -15129"/>
                <a:gd name="adj2" fmla="val 491403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Rounded Rectangle 98">
              <a:extLst>
                <a:ext uri="{FF2B5EF4-FFF2-40B4-BE49-F238E27FC236}">
                  <a16:creationId xmlns:a16="http://schemas.microsoft.com/office/drawing/2014/main" id="{58996B6D-EF3B-4157-90A0-0F3D4EFE9F9C}"/>
                </a:ext>
              </a:extLst>
            </p:cNvPr>
            <p:cNvSpPr/>
            <p:nvPr/>
          </p:nvSpPr>
          <p:spPr>
            <a:xfrm>
              <a:off x="-2471403" y="3617901"/>
              <a:ext cx="901721" cy="120744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100" dirty="0">
                  <a:solidFill>
                    <a:schemeClr val="accent2">
                      <a:lumMod val="50000"/>
                    </a:schemeClr>
                  </a:solidFill>
                  <a:latin typeface="Arial Rounded MT Bold" panose="020F0704030504030204" pitchFamily="34" charset="0"/>
                  <a:cs typeface="Aharoni" panose="02010803020104030203" pitchFamily="2" charset="-79"/>
                </a:rPr>
                <a:t>start</a:t>
              </a:r>
            </a:p>
          </p:txBody>
        </p: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5B25B908-346F-49C8-87E0-D0EE7F082855}"/>
                </a:ext>
              </a:extLst>
            </p:cNvPr>
            <p:cNvCxnSpPr/>
            <p:nvPr/>
          </p:nvCxnSpPr>
          <p:spPr>
            <a:xfrm>
              <a:off x="-2935799" y="4168784"/>
              <a:ext cx="457200" cy="0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0202B267-92C2-4B62-9641-89AEC475AE22}"/>
                </a:ext>
              </a:extLst>
            </p:cNvPr>
            <p:cNvCxnSpPr>
              <a:stCxn id="116" idx="3"/>
              <a:endCxn id="128" idx="1"/>
            </p:cNvCxnSpPr>
            <p:nvPr/>
          </p:nvCxnSpPr>
          <p:spPr>
            <a:xfrm rot="16200000" flipH="1">
              <a:off x="-322793" y="2974738"/>
              <a:ext cx="3023" cy="2496801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9CEF1472-B251-4F86-9E62-D85BF884CC7C}"/>
                    </a:ext>
                  </a:extLst>
                </p:cNvPr>
                <p:cNvSpPr/>
                <p:nvPr/>
              </p:nvSpPr>
              <p:spPr>
                <a:xfrm>
                  <a:off x="-1725604" y="3780639"/>
                  <a:ext cx="2367225" cy="5644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  <m:brk m:alnAt="2"/>
                          </m:rPr>
                          <a:rPr lang="en-US" sz="1000">
                            <a:solidFill>
                              <a:srgbClr val="FF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000">
                            <a:solidFill>
                              <a:srgbClr val="FF0000"/>
                            </a:solidFill>
                            <a:latin typeface="Cambria Math"/>
                          </a:rPr>
                          <m:t>rue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latin typeface="Cambria Math"/>
                          </a:rPr>
                          <m:t>:  </m:t>
                        </m:r>
                        <m:r>
                          <a:rPr lang="en-US" sz="1000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𝑐𝑜𝑖𝑛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9CEF1472-B251-4F86-9E62-D85BF884CC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725604" y="3780639"/>
                  <a:ext cx="2367225" cy="564409"/>
                </a:xfrm>
                <a:prstGeom prst="rect">
                  <a:avLst/>
                </a:prstGeom>
                <a:blipFill>
                  <a:blip r:embed="rId2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Elbow Connector 103">
              <a:extLst>
                <a:ext uri="{FF2B5EF4-FFF2-40B4-BE49-F238E27FC236}">
                  <a16:creationId xmlns:a16="http://schemas.microsoft.com/office/drawing/2014/main" id="{81E1874C-3C0C-4B2B-B7B6-2C857D08173C}"/>
                </a:ext>
              </a:extLst>
            </p:cNvPr>
            <p:cNvCxnSpPr/>
            <p:nvPr/>
          </p:nvCxnSpPr>
          <p:spPr>
            <a:xfrm rot="16200000" flipV="1">
              <a:off x="-283636" y="1987244"/>
              <a:ext cx="12700" cy="3276599"/>
            </a:xfrm>
            <a:prstGeom prst="bentConnector3">
              <a:avLst>
                <a:gd name="adj1" fmla="val 3090567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430214EB-ED4D-46D3-984A-82B3114CDDF4}"/>
                    </a:ext>
                  </a:extLst>
                </p:cNvPr>
                <p:cNvSpPr/>
                <p:nvPr/>
              </p:nvSpPr>
              <p:spPr>
                <a:xfrm>
                  <a:off x="-1830233" y="2822196"/>
                  <a:ext cx="2815718" cy="5644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"/>
                          </m:rP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&gt;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𝑐𝑜𝑘𝑒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430214EB-ED4D-46D3-984A-82B3114CDD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830233" y="2822196"/>
                  <a:ext cx="2815718" cy="564409"/>
                </a:xfrm>
                <a:prstGeom prst="rect">
                  <a:avLst/>
                </a:prstGeom>
                <a:blipFill>
                  <a:blip r:embed="rId2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Elbow Connector 105">
              <a:extLst>
                <a:ext uri="{FF2B5EF4-FFF2-40B4-BE49-F238E27FC236}">
                  <a16:creationId xmlns:a16="http://schemas.microsoft.com/office/drawing/2014/main" id="{1553130E-0909-4EDD-879C-E9FB889B388A}"/>
                </a:ext>
              </a:extLst>
            </p:cNvPr>
            <p:cNvCxnSpPr/>
            <p:nvPr/>
          </p:nvCxnSpPr>
          <p:spPr>
            <a:xfrm rot="5400000">
              <a:off x="-283635" y="3182784"/>
              <a:ext cx="12700" cy="3276600"/>
            </a:xfrm>
            <a:prstGeom prst="bentConnector3">
              <a:avLst>
                <a:gd name="adj1" fmla="val 3158314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1DDCC365-6797-4DCC-9E23-2769872C17D9}"/>
                    </a:ext>
                  </a:extLst>
                </p:cNvPr>
                <p:cNvSpPr/>
                <p:nvPr/>
              </p:nvSpPr>
              <p:spPr>
                <a:xfrm>
                  <a:off x="-2258091" y="4746414"/>
                  <a:ext cx="3617301" cy="56440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"/>
                          </m:rP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1000" i="1">
                            <a:solidFill>
                              <a:srgbClr val="061BE4"/>
                            </a:solidFill>
                            <a:latin typeface="Cambria Math"/>
                          </a:rPr>
                          <m:t>𝑠𝑝𝑟𝑖𝑡𝑒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1DDCC365-6797-4DCC-9E23-2769872C17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58091" y="4746414"/>
                  <a:ext cx="3617301" cy="564409"/>
                </a:xfrm>
                <a:prstGeom prst="rect">
                  <a:avLst/>
                </a:prstGeom>
                <a:blipFill>
                  <a:blip r:embed="rId2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A64F91D2-FB17-46B6-A03C-2B5432DD7C32}"/>
                    </a:ext>
                  </a:extLst>
                </p:cNvPr>
                <p:cNvSpPr/>
                <p:nvPr/>
              </p:nvSpPr>
              <p:spPr>
                <a:xfrm>
                  <a:off x="-2258091" y="5462876"/>
                  <a:ext cx="4663177" cy="56440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"/>
                          </m:rP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∧ 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𝑟</m:t>
                        </m:r>
                        <m:r>
                          <a:rPr lang="en-US" sz="1000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𝑒𝑡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A64F91D2-FB17-46B6-A03C-2B5432DD7C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58091" y="5462876"/>
                  <a:ext cx="4663177" cy="564409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6" name="Elbow Connector 108">
              <a:extLst>
                <a:ext uri="{FF2B5EF4-FFF2-40B4-BE49-F238E27FC236}">
                  <a16:creationId xmlns:a16="http://schemas.microsoft.com/office/drawing/2014/main" id="{01DE634B-6E16-4A2C-B977-FE753D962E14}"/>
                </a:ext>
              </a:extLst>
            </p:cNvPr>
            <p:cNvCxnSpPr/>
            <p:nvPr/>
          </p:nvCxnSpPr>
          <p:spPr>
            <a:xfrm rot="16200000" flipV="1">
              <a:off x="-2243257" y="3512321"/>
              <a:ext cx="12700" cy="191665"/>
            </a:xfrm>
            <a:prstGeom prst="bentConnector3">
              <a:avLst>
                <a:gd name="adj1" fmla="val 5307951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BC9C9480-BC79-4A04-ADFF-D934221F7934}"/>
                    </a:ext>
                  </a:extLst>
                </p:cNvPr>
                <p:cNvSpPr/>
                <p:nvPr/>
              </p:nvSpPr>
              <p:spPr>
                <a:xfrm>
                  <a:off x="-3228130" y="2474768"/>
                  <a:ext cx="2415169" cy="5644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  <m:brk m:alnAt="2"/>
                          </m:rPr>
                          <a:rPr lang="en-US" sz="100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000">
                            <a:solidFill>
                              <a:srgbClr val="FF0000"/>
                            </a:solidFill>
                            <a:latin typeface="Cambria Math"/>
                          </a:rPr>
                          <m:t>rue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latin typeface="Cambria Math"/>
                          </a:rPr>
                          <m:t>:</m:t>
                        </m:r>
                        <m:r>
                          <a:rPr lang="en-US" sz="1000" b="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𝑟𝑒𝑓𝑖𝑙𝑙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BC9C9480-BC79-4A04-ADFF-D934221F79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228130" y="2474768"/>
                  <a:ext cx="2415169" cy="564409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8" name="Rounded Rectangle 99">
              <a:extLst>
                <a:ext uri="{FF2B5EF4-FFF2-40B4-BE49-F238E27FC236}">
                  <a16:creationId xmlns:a16="http://schemas.microsoft.com/office/drawing/2014/main" id="{2FCEB7EC-E88C-4D7A-93CF-B4075806D1D2}"/>
                </a:ext>
              </a:extLst>
            </p:cNvPr>
            <p:cNvSpPr/>
            <p:nvPr/>
          </p:nvSpPr>
          <p:spPr>
            <a:xfrm>
              <a:off x="927118" y="3620924"/>
              <a:ext cx="901721" cy="120744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100" dirty="0">
                  <a:solidFill>
                    <a:schemeClr val="accent2">
                      <a:lumMod val="50000"/>
                    </a:schemeClr>
                  </a:solidFill>
                  <a:latin typeface="Arial Rounded MT Bold" panose="020F0704030504030204" pitchFamily="34" charset="0"/>
                  <a:cs typeface="Aharoni" panose="02010803020104030203" pitchFamily="2" charset="-79"/>
                </a:rPr>
                <a:t>select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8F9F044-AFEF-426E-8354-F2576896C780}"/>
                  </a:ext>
                </a:extLst>
              </p:cNvPr>
              <p:cNvSpPr/>
              <p:nvPr/>
            </p:nvSpPr>
            <p:spPr>
              <a:xfrm>
                <a:off x="445435" y="877453"/>
                <a:ext cx="1143326" cy="2539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𝑛𝑐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𝑛𝑠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8F9F044-AFEF-426E-8354-F2576896C7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35" y="877453"/>
                <a:ext cx="1143326" cy="253916"/>
              </a:xfrm>
              <a:prstGeom prst="rect">
                <a:avLst/>
              </a:prstGeom>
              <a:blipFill>
                <a:blip r:embed="rId3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B0D7CAB-3DDE-4FC1-AB63-CFDE9A27D642}"/>
                  </a:ext>
                </a:extLst>
              </p:cNvPr>
              <p:cNvSpPr txBox="1"/>
              <p:nvPr/>
            </p:nvSpPr>
            <p:spPr>
              <a:xfrm rot="19565527">
                <a:off x="3236846" y="5679629"/>
                <a:ext cx="1180889" cy="733663"/>
              </a:xfrm>
              <a:prstGeom prst="rightArrow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𝑃𝐺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B0D7CAB-3DDE-4FC1-AB63-CFDE9A27D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65527">
                <a:off x="3236846" y="5679629"/>
                <a:ext cx="1180889" cy="733663"/>
              </a:xfrm>
              <a:prstGeom prst="rightArrow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A056DC4-9653-459B-A241-DFF240A3E39D}"/>
                  </a:ext>
                </a:extLst>
              </p:cNvPr>
              <p:cNvSpPr txBox="1"/>
              <p:nvPr/>
            </p:nvSpPr>
            <p:spPr>
              <a:xfrm>
                <a:off x="-611835" y="4978455"/>
                <a:ext cx="4572000" cy="850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  ∧   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he-I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he-IL" sz="1800" b="0" i="1" smtClean="0">
                              <a:latin typeface="Cambria Math" panose="02040503050406030204" pitchFamily="18" charset="0"/>
                            </a:rPr>
                            <m:t>〈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Effect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〉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A056DC4-9653-459B-A241-DFF240A3E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1835" y="4978455"/>
                <a:ext cx="4572000" cy="850874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E28B4A95-A007-49AC-96A3-6A9C6DD895EF}"/>
                  </a:ext>
                </a:extLst>
              </p:cNvPr>
              <p:cNvSpPr txBox="1"/>
              <p:nvPr/>
            </p:nvSpPr>
            <p:spPr>
              <a:xfrm>
                <a:off x="5166265" y="1725553"/>
                <a:ext cx="514756" cy="2616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𝑐𝑜𝑘𝑒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133" name="TextBox 132">
                <a:extLst>
                  <a:ext uri="{FF2B5EF4-FFF2-40B4-BE49-F238E27FC236}">
                    <a16:creationId xmlns:a16="http://schemas.microsoft.com/office/drawing/2014/main" id="{E28B4A95-A007-49AC-96A3-6A9C6DD895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6265" y="1725553"/>
                <a:ext cx="514756" cy="261610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2F8FF9D-DAF3-45F6-A40A-9B78A64E8E93}"/>
                  </a:ext>
                </a:extLst>
              </p:cNvPr>
              <p:cNvSpPr txBox="1"/>
              <p:nvPr/>
            </p:nvSpPr>
            <p:spPr>
              <a:xfrm>
                <a:off x="2195156" y="816682"/>
                <a:ext cx="3448271" cy="573170"/>
              </a:xfrm>
              <a:prstGeom prst="wedgeRectCallout">
                <a:avLst>
                  <a:gd name="adj1" fmla="val 36226"/>
                  <a:gd name="adj2" fmla="val 126314"/>
                </a:avLst>
              </a:prstGeom>
              <a:solidFill>
                <a:srgbClr val="FFFFCC"/>
              </a:solidFill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105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𝑠𝑒𝑙𝑒𝑐𝑡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𝑛𝑐</m:t>
                              </m:r>
                              <m:r>
                                <a:rPr lang="en-US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&gt; </m:t>
                              </m:r>
                              <m:r>
                                <a:rPr lang="en-US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: </m:t>
                              </m:r>
                              <m:r>
                                <a:rPr lang="en-US" sz="105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𝑐𝑜𝑘𝑒</m:t>
                              </m:r>
                              <m:r>
                                <a:rPr lang="en-US" sz="105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   ∧   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𝑛𝑐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𝑛𝑠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he-IL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𝑠𝑒𝑙𝑒𝑐𝑡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,{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𝑛𝑐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𝑛𝑠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05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𝑐𝑜𝑘𝑒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he-IL" sz="1050" b="0" i="1" smtClean="0"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,{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𝑛𝑐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}〉</m:t>
                          </m:r>
                        </m:den>
                      </m:f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02F8FF9D-DAF3-45F6-A40A-9B78A64E8E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156" y="816682"/>
                <a:ext cx="3448271" cy="573170"/>
              </a:xfrm>
              <a:prstGeom prst="wedgeRectCallout">
                <a:avLst>
                  <a:gd name="adj1" fmla="val 36226"/>
                  <a:gd name="adj2" fmla="val 126314"/>
                </a:avLst>
              </a:prstGeom>
              <a:blipFill>
                <a:blip r:embed="rId3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480EA70F-E0C8-4FAD-8BA6-F41E5F9C5150}"/>
                  </a:ext>
                </a:extLst>
              </p:cNvPr>
              <p:cNvSpPr txBox="1"/>
              <p:nvPr/>
            </p:nvSpPr>
            <p:spPr>
              <a:xfrm>
                <a:off x="6168695" y="2862590"/>
                <a:ext cx="514756" cy="2616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𝑐𝑜𝑘𝑒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135" name="TextBox 134">
                <a:extLst>
                  <a:ext uri="{FF2B5EF4-FFF2-40B4-BE49-F238E27FC236}">
                    <a16:creationId xmlns:a16="http://schemas.microsoft.com/office/drawing/2014/main" id="{480EA70F-E0C8-4FAD-8BA6-F41E5F9C5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8695" y="2862590"/>
                <a:ext cx="514756" cy="261610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98FC6C3-2301-40F1-A1A1-A13F38723A55}"/>
                  </a:ext>
                </a:extLst>
              </p:cNvPr>
              <p:cNvSpPr txBox="1"/>
              <p:nvPr/>
            </p:nvSpPr>
            <p:spPr>
              <a:xfrm>
                <a:off x="7199850" y="3991509"/>
                <a:ext cx="514756" cy="2616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𝑐𝑜𝑘𝑒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136" name="TextBox 135">
                <a:extLst>
                  <a:ext uri="{FF2B5EF4-FFF2-40B4-BE49-F238E27FC236}">
                    <a16:creationId xmlns:a16="http://schemas.microsoft.com/office/drawing/2014/main" id="{898FC6C3-2301-40F1-A1A1-A13F38723A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9850" y="3991509"/>
                <a:ext cx="514756" cy="261610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3820BC4B-0259-41E3-8673-C84C63FF4817}"/>
                  </a:ext>
                </a:extLst>
              </p:cNvPr>
              <p:cNvSpPr txBox="1"/>
              <p:nvPr/>
            </p:nvSpPr>
            <p:spPr>
              <a:xfrm>
                <a:off x="5089637" y="3944838"/>
                <a:ext cx="514756" cy="2616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𝑐𝑜𝑘𝑒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137" name="TextBox 136">
                <a:extLst>
                  <a:ext uri="{FF2B5EF4-FFF2-40B4-BE49-F238E27FC236}">
                    <a16:creationId xmlns:a16="http://schemas.microsoft.com/office/drawing/2014/main" id="{3820BC4B-0259-41E3-8673-C84C63FF4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9637" y="3944838"/>
                <a:ext cx="514756" cy="2616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3B05BCC9-0948-4AC8-92E4-06ED411EE373}"/>
                  </a:ext>
                </a:extLst>
              </p:cNvPr>
              <p:cNvSpPr txBox="1"/>
              <p:nvPr/>
            </p:nvSpPr>
            <p:spPr>
              <a:xfrm>
                <a:off x="6063572" y="5115099"/>
                <a:ext cx="514756" cy="261610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𝑐𝑜𝑘𝑒</m:t>
                      </m:r>
                    </m:oMath>
                  </m:oMathPara>
                </a14:m>
                <a:endParaRPr lang="he-IL" sz="1100" dirty="0"/>
              </a:p>
            </p:txBody>
          </p:sp>
        </mc:Choice>
        <mc:Fallback xmlns="">
          <p:sp>
            <p:nvSpPr>
              <p:cNvPr id="138" name="TextBox 137">
                <a:extLst>
                  <a:ext uri="{FF2B5EF4-FFF2-40B4-BE49-F238E27FC236}">
                    <a16:creationId xmlns:a16="http://schemas.microsoft.com/office/drawing/2014/main" id="{3B05BCC9-0948-4AC8-92E4-06ED411EE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63572" y="5115099"/>
                <a:ext cx="514756" cy="261610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96200AE2-1A44-4A13-AEE3-16B8CF211E96}"/>
                  </a:ext>
                </a:extLst>
              </p:cNvPr>
              <p:cNvSpPr txBox="1"/>
              <p:nvPr/>
            </p:nvSpPr>
            <p:spPr>
              <a:xfrm>
                <a:off x="1169669" y="1905000"/>
                <a:ext cx="3448271" cy="573170"/>
              </a:xfrm>
              <a:prstGeom prst="wedgeRectCallout">
                <a:avLst>
                  <a:gd name="adj1" fmla="val 36226"/>
                  <a:gd name="adj2" fmla="val 126314"/>
                </a:avLst>
              </a:prstGeom>
              <a:solidFill>
                <a:srgbClr val="FFFFCC"/>
              </a:solidFill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105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𝑠𝑒𝑙𝑒𝑐𝑡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𝑛𝑐</m:t>
                              </m:r>
                              <m:r>
                                <a:rPr lang="en-US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&gt; </m:t>
                              </m:r>
                              <m:r>
                                <a:rPr lang="en-US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05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  : </m:t>
                              </m:r>
                              <m:r>
                                <a:rPr lang="en-US" sz="105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𝑐𝑜𝑘𝑒</m:t>
                              </m:r>
                              <m:r>
                                <a:rPr lang="en-US" sz="105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   ∧   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𝑛𝑐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𝑛𝑠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d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𝑛𝑐</m:t>
                          </m:r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&gt;</m:t>
                          </m:r>
                          <m:r>
                            <a:rPr lang="en-US" sz="105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he-IL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𝑠𝑒𝑙𝑒𝑐𝑡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,{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𝑛𝑐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𝑛𝑠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1050" i="1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05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𝑐𝑜𝑘𝑒</m:t>
                              </m:r>
                              <m:r>
                                <a:rPr lang="en-US" sz="105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he-IL" sz="1050" b="0" i="1" smtClean="0">
                              <a:latin typeface="Cambria Math" panose="02040503050406030204" pitchFamily="18" charset="0"/>
                            </a:rPr>
                            <m:t>〈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𝑠𝑡𝑎𝑟𝑡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,{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𝑛𝑐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𝑛𝑠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↦</m:t>
                          </m:r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050" i="1">
                              <a:latin typeface="Cambria Math" panose="02040503050406030204" pitchFamily="18" charset="0"/>
                            </a:rPr>
                            <m:t>}〉</m:t>
                          </m:r>
                        </m:den>
                      </m:f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96200AE2-1A44-4A13-AEE3-16B8CF211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9669" y="1905000"/>
                <a:ext cx="3448271" cy="573170"/>
              </a:xfrm>
              <a:prstGeom prst="wedgeRectCallout">
                <a:avLst>
                  <a:gd name="adj1" fmla="val 36226"/>
                  <a:gd name="adj2" fmla="val 126314"/>
                </a:avLst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0" name="Title 1">
            <a:extLst>
              <a:ext uri="{FF2B5EF4-FFF2-40B4-BE49-F238E27FC236}">
                <a16:creationId xmlns:a16="http://schemas.microsoft.com/office/drawing/2014/main" id="{4AC69470-B327-41FC-B25C-4BFE666E1261}"/>
              </a:ext>
            </a:extLst>
          </p:cNvPr>
          <p:cNvSpPr txBox="1">
            <a:spLocks/>
          </p:cNvSpPr>
          <p:nvPr/>
        </p:nvSpPr>
        <p:spPr>
          <a:xfrm>
            <a:off x="755911" y="-308816"/>
            <a:ext cx="7848600" cy="1143000"/>
          </a:xfrm>
          <a:prstGeom prst="rect">
            <a:avLst/>
          </a:prstGeom>
        </p:spPr>
        <p:txBody>
          <a:bodyPr bIns="91440" anchor="b" anchorCtr="0">
            <a:noAutofit/>
          </a:bodyPr>
          <a:lstStyle>
            <a:lvl1pPr algn="ctr" rtl="1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Gisha" panose="020B0502040204020203" pitchFamily="34" charset="-79"/>
                <a:ea typeface="+mj-ea"/>
                <a:cs typeface="Gisha" panose="020B0502040204020203" pitchFamily="34" charset="-79"/>
              </a:defRPr>
            </a:lvl1pPr>
          </a:lstStyle>
          <a:p>
            <a:r>
              <a:rPr lang="he-IL" sz="2800"/>
              <a:t>דוגמה: פריסת מערכת המעברים למכונת המשקאות</a:t>
            </a:r>
            <a:endParaRPr lang="he-IL" sz="2800" dirty="0"/>
          </a:p>
        </p:txBody>
      </p:sp>
      <p:pic>
        <p:nvPicPr>
          <p:cNvPr id="30" name="Graphic 29" descr="No Walking with solid fill">
            <a:extLst>
              <a:ext uri="{FF2B5EF4-FFF2-40B4-BE49-F238E27FC236}">
                <a16:creationId xmlns:a16="http://schemas.microsoft.com/office/drawing/2014/main" id="{AAEC3B6A-21CE-0CE4-2493-953B6A4DAE87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3110603" y="4068150"/>
            <a:ext cx="617666" cy="617666"/>
          </a:xfrm>
          <a:prstGeom prst="rect">
            <a:avLst/>
          </a:prstGeom>
        </p:spPr>
      </p:pic>
      <p:pic>
        <p:nvPicPr>
          <p:cNvPr id="35" name="Graphic 34" descr="No Walking with solid fill">
            <a:extLst>
              <a:ext uri="{FF2B5EF4-FFF2-40B4-BE49-F238E27FC236}">
                <a16:creationId xmlns:a16="http://schemas.microsoft.com/office/drawing/2014/main" id="{968F1F64-FE3D-841E-DB9E-539A14FD1F5D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4076321" y="5115099"/>
            <a:ext cx="617666" cy="617666"/>
          </a:xfrm>
          <a:prstGeom prst="rect">
            <a:avLst/>
          </a:prstGeom>
        </p:spPr>
      </p:pic>
      <p:pic>
        <p:nvPicPr>
          <p:cNvPr id="36" name="Graphic 35" descr="No Walking with solid fill">
            <a:extLst>
              <a:ext uri="{FF2B5EF4-FFF2-40B4-BE49-F238E27FC236}">
                <a16:creationId xmlns:a16="http://schemas.microsoft.com/office/drawing/2014/main" id="{3D1AED09-DD57-0C14-EB79-61757AB44EA1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5114810" y="6189729"/>
            <a:ext cx="617666" cy="61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0089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38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739984" y="3814988"/>
                <a:ext cx="1074766" cy="490776"/>
              </a:xfrm>
              <a:prstGeom prst="upArrow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𝑃𝐺</m:t>
                      </m:r>
                    </m:oMath>
                  </m:oMathPara>
                </a14:m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984" y="3814988"/>
                <a:ext cx="1074766" cy="490776"/>
              </a:xfrm>
              <a:prstGeom prst="upArrow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1" name="Group 110">
            <a:extLst>
              <a:ext uri="{FF2B5EF4-FFF2-40B4-BE49-F238E27FC236}">
                <a16:creationId xmlns:a16="http://schemas.microsoft.com/office/drawing/2014/main" id="{59315B25-0BBB-41F6-AD25-20A788D5DB52}"/>
              </a:ext>
            </a:extLst>
          </p:cNvPr>
          <p:cNvGrpSpPr/>
          <p:nvPr/>
        </p:nvGrpSpPr>
        <p:grpSpPr>
          <a:xfrm rot="5400000">
            <a:off x="4663" y="1252623"/>
            <a:ext cx="2102008" cy="1698663"/>
            <a:chOff x="-3228130" y="2474768"/>
            <a:chExt cx="5633216" cy="3552517"/>
          </a:xfrm>
        </p:grpSpPr>
        <p:cxnSp>
          <p:nvCxnSpPr>
            <p:cNvPr id="113" name="Elbow Connector 97">
              <a:extLst>
                <a:ext uri="{FF2B5EF4-FFF2-40B4-BE49-F238E27FC236}">
                  <a16:creationId xmlns:a16="http://schemas.microsoft.com/office/drawing/2014/main" id="{AE1716DE-BB1E-4B9F-8DDE-B1178224490F}"/>
                </a:ext>
              </a:extLst>
            </p:cNvPr>
            <p:cNvCxnSpPr/>
            <p:nvPr/>
          </p:nvCxnSpPr>
          <p:spPr>
            <a:xfrm flipH="1">
              <a:off x="-2188636" y="4168784"/>
              <a:ext cx="4076700" cy="347126"/>
            </a:xfrm>
            <a:prstGeom prst="bentConnector4">
              <a:avLst>
                <a:gd name="adj1" fmla="val -15129"/>
                <a:gd name="adj2" fmla="val 491403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6" name="Rounded Rectangle 98">
              <a:extLst>
                <a:ext uri="{FF2B5EF4-FFF2-40B4-BE49-F238E27FC236}">
                  <a16:creationId xmlns:a16="http://schemas.microsoft.com/office/drawing/2014/main" id="{58996B6D-EF3B-4157-90A0-0F3D4EFE9F9C}"/>
                </a:ext>
              </a:extLst>
            </p:cNvPr>
            <p:cNvSpPr/>
            <p:nvPr/>
          </p:nvSpPr>
          <p:spPr>
            <a:xfrm>
              <a:off x="-2471403" y="3617901"/>
              <a:ext cx="901721" cy="120744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100" dirty="0">
                  <a:solidFill>
                    <a:schemeClr val="accent2">
                      <a:lumMod val="50000"/>
                    </a:schemeClr>
                  </a:solidFill>
                  <a:latin typeface="Arial Rounded MT Bold" panose="020F0704030504030204" pitchFamily="34" charset="0"/>
                  <a:cs typeface="Aharoni" panose="02010803020104030203" pitchFamily="2" charset="-79"/>
                </a:rPr>
                <a:t>start</a:t>
              </a:r>
            </a:p>
          </p:txBody>
        </p: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5B25B908-346F-49C8-87E0-D0EE7F082855}"/>
                </a:ext>
              </a:extLst>
            </p:cNvPr>
            <p:cNvCxnSpPr/>
            <p:nvPr/>
          </p:nvCxnSpPr>
          <p:spPr>
            <a:xfrm>
              <a:off x="-2935799" y="4168784"/>
              <a:ext cx="457200" cy="0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0202B267-92C2-4B62-9641-89AEC475AE22}"/>
                </a:ext>
              </a:extLst>
            </p:cNvPr>
            <p:cNvCxnSpPr>
              <a:stCxn id="116" idx="3"/>
              <a:endCxn id="128" idx="1"/>
            </p:cNvCxnSpPr>
            <p:nvPr/>
          </p:nvCxnSpPr>
          <p:spPr>
            <a:xfrm rot="16200000" flipH="1">
              <a:off x="-322793" y="2974738"/>
              <a:ext cx="3023" cy="2496801"/>
            </a:xfrm>
            <a:prstGeom prst="straightConnector1">
              <a:avLst/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9CEF1472-B251-4F86-9E62-D85BF884CC7C}"/>
                    </a:ext>
                  </a:extLst>
                </p:cNvPr>
                <p:cNvSpPr/>
                <p:nvPr/>
              </p:nvSpPr>
              <p:spPr>
                <a:xfrm>
                  <a:off x="-1725604" y="3780639"/>
                  <a:ext cx="2367225" cy="5644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  <m:brk m:alnAt="2"/>
                          </m:rPr>
                          <a:rPr lang="en-US" sz="1000">
                            <a:solidFill>
                              <a:srgbClr val="FF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000">
                            <a:solidFill>
                              <a:srgbClr val="FF0000"/>
                            </a:solidFill>
                            <a:latin typeface="Cambria Math"/>
                          </a:rPr>
                          <m:t>rue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latin typeface="Cambria Math"/>
                          </a:rPr>
                          <m:t>:  </m:t>
                        </m:r>
                        <m:r>
                          <a:rPr lang="en-US" sz="1000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𝑐𝑜𝑖𝑛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19" name="Rectangle 118">
                  <a:extLst>
                    <a:ext uri="{FF2B5EF4-FFF2-40B4-BE49-F238E27FC236}">
                      <a16:creationId xmlns:a16="http://schemas.microsoft.com/office/drawing/2014/main" id="{9CEF1472-B251-4F86-9E62-D85BF884CC7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725604" y="3780639"/>
                  <a:ext cx="2367225" cy="56440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1" name="Elbow Connector 103">
              <a:extLst>
                <a:ext uri="{FF2B5EF4-FFF2-40B4-BE49-F238E27FC236}">
                  <a16:creationId xmlns:a16="http://schemas.microsoft.com/office/drawing/2014/main" id="{81E1874C-3C0C-4B2B-B7B6-2C857D08173C}"/>
                </a:ext>
              </a:extLst>
            </p:cNvPr>
            <p:cNvCxnSpPr/>
            <p:nvPr/>
          </p:nvCxnSpPr>
          <p:spPr>
            <a:xfrm rot="16200000" flipV="1">
              <a:off x="-283636" y="1987244"/>
              <a:ext cx="12700" cy="3276599"/>
            </a:xfrm>
            <a:prstGeom prst="bentConnector3">
              <a:avLst>
                <a:gd name="adj1" fmla="val 3090567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430214EB-ED4D-46D3-984A-82B3114CDDF4}"/>
                    </a:ext>
                  </a:extLst>
                </p:cNvPr>
                <p:cNvSpPr/>
                <p:nvPr/>
              </p:nvSpPr>
              <p:spPr>
                <a:xfrm>
                  <a:off x="-1830233" y="2822196"/>
                  <a:ext cx="2815718" cy="5644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"/>
                          </m:rP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&gt;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𝑐𝑜𝑘𝑒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22" name="Rectangle 121">
                  <a:extLst>
                    <a:ext uri="{FF2B5EF4-FFF2-40B4-BE49-F238E27FC236}">
                      <a16:creationId xmlns:a16="http://schemas.microsoft.com/office/drawing/2014/main" id="{430214EB-ED4D-46D3-984A-82B3114CDD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1830233" y="2822196"/>
                  <a:ext cx="2815718" cy="56440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3" name="Elbow Connector 105">
              <a:extLst>
                <a:ext uri="{FF2B5EF4-FFF2-40B4-BE49-F238E27FC236}">
                  <a16:creationId xmlns:a16="http://schemas.microsoft.com/office/drawing/2014/main" id="{1553130E-0909-4EDD-879C-E9FB889B388A}"/>
                </a:ext>
              </a:extLst>
            </p:cNvPr>
            <p:cNvCxnSpPr/>
            <p:nvPr/>
          </p:nvCxnSpPr>
          <p:spPr>
            <a:xfrm rot="5400000">
              <a:off x="-283635" y="3182784"/>
              <a:ext cx="12700" cy="3276600"/>
            </a:xfrm>
            <a:prstGeom prst="bentConnector3">
              <a:avLst>
                <a:gd name="adj1" fmla="val 3158314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1DDCC365-6797-4DCC-9E23-2769872C17D9}"/>
                    </a:ext>
                  </a:extLst>
                </p:cNvPr>
                <p:cNvSpPr/>
                <p:nvPr/>
              </p:nvSpPr>
              <p:spPr>
                <a:xfrm>
                  <a:off x="-2258091" y="4746414"/>
                  <a:ext cx="3617301" cy="56440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"/>
                          </m:rP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1000" i="1">
                            <a:solidFill>
                              <a:srgbClr val="061BE4"/>
                            </a:solidFill>
                            <a:latin typeface="Cambria Math"/>
                          </a:rPr>
                          <m:t>𝑠𝑝𝑟𝑖𝑡𝑒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24" name="Rectangle 123">
                  <a:extLst>
                    <a:ext uri="{FF2B5EF4-FFF2-40B4-BE49-F238E27FC236}">
                      <a16:creationId xmlns:a16="http://schemas.microsoft.com/office/drawing/2014/main" id="{1DDCC365-6797-4DCC-9E23-2769872C17D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58091" y="4746414"/>
                  <a:ext cx="3617301" cy="56440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A64F91D2-FB17-46B6-A03C-2B5432DD7C32}"/>
                    </a:ext>
                  </a:extLst>
                </p:cNvPr>
                <p:cNvSpPr/>
                <p:nvPr/>
              </p:nvSpPr>
              <p:spPr>
                <a:xfrm>
                  <a:off x="-2258091" y="5462876"/>
                  <a:ext cx="4663177" cy="56440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brk m:alnAt="2"/>
                          </m:rPr>
                          <a:rPr lang="en-US" sz="1000" i="1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=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∧ 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𝑠</m:t>
                        </m:r>
                        <m:r>
                          <a:rPr lang="en-US" sz="1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0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a:rPr lang="en-US" sz="1000" i="1" smtClean="0">
                            <a:solidFill>
                              <a:schemeClr val="accent2">
                                <a:lumMod val="50000"/>
                              </a:schemeClr>
                            </a:solidFill>
                            <a:latin typeface="Cambria Math"/>
                          </a:rPr>
                          <m:t>: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 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𝑟</m:t>
                        </m:r>
                        <m:r>
                          <a:rPr lang="en-US" sz="1000" i="1">
                            <a:solidFill>
                              <a:srgbClr val="2E41FA"/>
                            </a:solidFill>
                            <a:latin typeface="Cambria Math"/>
                          </a:rPr>
                          <m:t>𝑒𝑡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25" name="Rectangle 124">
                  <a:extLst>
                    <a:ext uri="{FF2B5EF4-FFF2-40B4-BE49-F238E27FC236}">
                      <a16:creationId xmlns:a16="http://schemas.microsoft.com/office/drawing/2014/main" id="{A64F91D2-FB17-46B6-A03C-2B5432DD7C3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2258091" y="5462876"/>
                  <a:ext cx="4663177" cy="56440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6" name="Elbow Connector 108">
              <a:extLst>
                <a:ext uri="{FF2B5EF4-FFF2-40B4-BE49-F238E27FC236}">
                  <a16:creationId xmlns:a16="http://schemas.microsoft.com/office/drawing/2014/main" id="{01DE634B-6E16-4A2C-B977-FE753D962E14}"/>
                </a:ext>
              </a:extLst>
            </p:cNvPr>
            <p:cNvCxnSpPr/>
            <p:nvPr/>
          </p:nvCxnSpPr>
          <p:spPr>
            <a:xfrm rot="16200000" flipV="1">
              <a:off x="-2243257" y="3512321"/>
              <a:ext cx="12700" cy="191665"/>
            </a:xfrm>
            <a:prstGeom prst="bentConnector3">
              <a:avLst>
                <a:gd name="adj1" fmla="val 5307951"/>
              </a:avLst>
            </a:prstGeom>
            <a:ln w="1905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BC9C9480-BC79-4A04-ADFF-D934221F7934}"/>
                    </a:ext>
                  </a:extLst>
                </p:cNvPr>
                <p:cNvSpPr/>
                <p:nvPr/>
              </p:nvSpPr>
              <p:spPr>
                <a:xfrm>
                  <a:off x="-3228130" y="2474768"/>
                  <a:ext cx="2415169" cy="56440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  <m:brk m:alnAt="2"/>
                          </m:rPr>
                          <a:rPr lang="en-US" sz="1000" smtClean="0">
                            <a:solidFill>
                              <a:srgbClr val="FF0000"/>
                            </a:solidFill>
                            <a:latin typeface="Cambria Math"/>
                          </a:rPr>
                          <m:t>t</m:t>
                        </m:r>
                        <m:r>
                          <m:rPr>
                            <m:sty m:val="p"/>
                          </m:rPr>
                          <a:rPr lang="en-US" sz="1000">
                            <a:solidFill>
                              <a:srgbClr val="FF0000"/>
                            </a:solidFill>
                            <a:latin typeface="Cambria Math"/>
                          </a:rPr>
                          <m:t>rue</m:t>
                        </m:r>
                        <m:r>
                          <m:rPr>
                            <m:brk m:alnAt="2"/>
                          </m:rP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solidFill>
                              <a:srgbClr val="FF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sz="1000" i="1">
                            <a:latin typeface="Cambria Math"/>
                          </a:rPr>
                          <m:t>:</m:t>
                        </m:r>
                        <m:r>
                          <a:rPr lang="en-US" sz="1000" b="0" i="1" smtClean="0">
                            <a:solidFill>
                              <a:srgbClr val="2E41FA"/>
                            </a:solidFill>
                            <a:latin typeface="Cambria Math" panose="02040503050406030204" pitchFamily="18" charset="0"/>
                          </a:rPr>
                          <m:t>𝑟𝑒𝑓𝑖𝑙𝑙</m:t>
                        </m:r>
                      </m:oMath>
                    </m:oMathPara>
                  </a14:m>
                  <a:endParaRPr lang="en-US" sz="1000" dirty="0"/>
                </a:p>
              </p:txBody>
            </p:sp>
          </mc:Choice>
          <mc:Fallback xmlns="">
            <p:sp>
              <p:nvSpPr>
                <p:cNvPr id="127" name="Rectangle 126">
                  <a:extLst>
                    <a:ext uri="{FF2B5EF4-FFF2-40B4-BE49-F238E27FC236}">
                      <a16:creationId xmlns:a16="http://schemas.microsoft.com/office/drawing/2014/main" id="{BC9C9480-BC79-4A04-ADFF-D934221F793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3228130" y="2474768"/>
                  <a:ext cx="2415169" cy="56440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28" name="Rounded Rectangle 99">
              <a:extLst>
                <a:ext uri="{FF2B5EF4-FFF2-40B4-BE49-F238E27FC236}">
                  <a16:creationId xmlns:a16="http://schemas.microsoft.com/office/drawing/2014/main" id="{2FCEB7EC-E88C-4D7A-93CF-B4075806D1D2}"/>
                </a:ext>
              </a:extLst>
            </p:cNvPr>
            <p:cNvSpPr/>
            <p:nvPr/>
          </p:nvSpPr>
          <p:spPr>
            <a:xfrm>
              <a:off x="927118" y="3620924"/>
              <a:ext cx="901721" cy="1207448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vert270" rtlCol="0" anchor="ctr"/>
            <a:lstStyle/>
            <a:p>
              <a:pPr algn="ctr"/>
              <a:r>
                <a:rPr lang="en-US" sz="1100" dirty="0">
                  <a:solidFill>
                    <a:schemeClr val="accent2">
                      <a:lumMod val="50000"/>
                    </a:schemeClr>
                  </a:solidFill>
                  <a:latin typeface="Arial Rounded MT Bold" panose="020F0704030504030204" pitchFamily="34" charset="0"/>
                  <a:cs typeface="Aharoni" panose="02010803020104030203" pitchFamily="2" charset="-79"/>
                </a:rPr>
                <a:t>select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8F9F044-AFEF-426E-8354-F2576896C780}"/>
                  </a:ext>
                </a:extLst>
              </p:cNvPr>
              <p:cNvSpPr/>
              <p:nvPr/>
            </p:nvSpPr>
            <p:spPr>
              <a:xfrm>
                <a:off x="445435" y="877453"/>
                <a:ext cx="1143326" cy="25391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𝑛𝑐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𝑛𝑠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050" i="1">
                          <a:solidFill>
                            <a:srgbClr val="2E41FA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sz="1100" dirty="0"/>
              </a:p>
            </p:txBody>
          </p:sp>
        </mc:Choice>
        <mc:Fallback xmlns=""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28F9F044-AFEF-426E-8354-F2576896C78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435" y="877453"/>
                <a:ext cx="1143326" cy="25391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B0D7CAB-3DDE-4FC1-AB63-CFDE9A27D642}"/>
                  </a:ext>
                </a:extLst>
              </p:cNvPr>
              <p:cNvSpPr txBox="1"/>
              <p:nvPr/>
            </p:nvSpPr>
            <p:spPr>
              <a:xfrm rot="19565527">
                <a:off x="3236846" y="5679629"/>
                <a:ext cx="1180889" cy="733663"/>
              </a:xfrm>
              <a:prstGeom prst="rightArrow">
                <a:avLst/>
              </a:prstGeom>
              <a:solidFill>
                <a:srgbClr val="FFFF00"/>
              </a:solidFill>
            </p:spPr>
            <p:txBody>
              <a:bodyPr wrap="non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𝑃𝐺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>
                  <a:latin typeface="Arial Rounded MT Bold" panose="020F0704030504030204" pitchFamily="34" charset="0"/>
                </a:endParaRPr>
              </a:p>
            </p:txBody>
          </p:sp>
        </mc:Choice>
        <mc:Fallback xmlns="">
          <p:sp>
            <p:nvSpPr>
              <p:cNvPr id="84" name="TextBox 83">
                <a:extLst>
                  <a:ext uri="{FF2B5EF4-FFF2-40B4-BE49-F238E27FC236}">
                    <a16:creationId xmlns:a16="http://schemas.microsoft.com/office/drawing/2014/main" id="{9B0D7CAB-3DDE-4FC1-AB63-CFDE9A27D6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9565527">
                <a:off x="3236846" y="5679629"/>
                <a:ext cx="1180889" cy="733663"/>
              </a:xfrm>
              <a:prstGeom prst="rightArrow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A056DC4-9653-459B-A241-DFF240A3E39D}"/>
                  </a:ext>
                </a:extLst>
              </p:cNvPr>
              <p:cNvSpPr txBox="1"/>
              <p:nvPr/>
            </p:nvSpPr>
            <p:spPr>
              <a:xfrm>
                <a:off x="-611835" y="4978455"/>
                <a:ext cx="4572000" cy="8508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he-IL" sz="18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  <m:r>
                                <a:rPr lang="en-US" sz="18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   </m:t>
                              </m:r>
                            </m:e>
                          </m:groupCh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   ∧    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𝜂</m:t>
                          </m:r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⊨</m:t>
                          </m:r>
                          <m:r>
                            <a:rPr lang="en-US" sz="18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num>
                        <m:den>
                          <m:d>
                            <m:dPr>
                              <m:begChr m:val="〈"/>
                              <m:endChr m:val="〉"/>
                              <m:ctrlPr>
                                <a:rPr lang="he-IL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  <m:groupChr>
                            <m:groupChrPr>
                              <m:chr m:val="→"/>
                              <m:vertJc m:val="bot"/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groupChrPr>
                            <m:e>
                              <m:r>
                                <m:rPr>
                                  <m:brk m:alnAt="2"/>
                                </m:r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  </m:t>
                              </m:r>
                            </m:e>
                          </m:groupChr>
                          <m:r>
                            <a:rPr lang="he-IL" sz="1800" b="0" i="1" smtClean="0">
                              <a:latin typeface="Cambria Math" panose="02040503050406030204" pitchFamily="18" charset="0"/>
                            </a:rPr>
                            <m:t>〈</m:t>
                          </m:r>
                          <m:sSup>
                            <m:sSup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p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sz="1800" b="0" i="0" smtClean="0">
                              <a:latin typeface="Cambria Math" panose="02040503050406030204" pitchFamily="18" charset="0"/>
                            </a:rPr>
                            <m:t>Effect</m:t>
                          </m:r>
                          <m:d>
                            <m:dPr>
                              <m:ctrlP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800" b="0" i="1" smtClean="0">
                                  <a:solidFill>
                                    <a:srgbClr val="061BE4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𝜂</m:t>
                              </m:r>
                            </m:e>
                          </m:d>
                          <m:r>
                            <a:rPr lang="en-US" sz="1800" b="0" i="1" smtClean="0">
                              <a:latin typeface="Cambria Math" panose="02040503050406030204" pitchFamily="18" charset="0"/>
                            </a:rPr>
                            <m:t>〉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DA056DC4-9653-459B-A241-DFF240A3E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11835" y="4978455"/>
                <a:ext cx="4572000" cy="85087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A019D507-B091-4447-9BB6-360B0773EE9A}"/>
              </a:ext>
            </a:extLst>
          </p:cNvPr>
          <p:cNvCxnSpPr>
            <a:endCxn id="164" idx="0"/>
          </p:cNvCxnSpPr>
          <p:nvPr/>
        </p:nvCxnSpPr>
        <p:spPr>
          <a:xfrm>
            <a:off x="6075475" y="989964"/>
            <a:ext cx="0" cy="22660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79" name="Group 78">
            <a:extLst>
              <a:ext uri="{FF2B5EF4-FFF2-40B4-BE49-F238E27FC236}">
                <a16:creationId xmlns:a16="http://schemas.microsoft.com/office/drawing/2014/main" id="{F84B2139-9978-4A50-911E-564A36FE799A}"/>
              </a:ext>
            </a:extLst>
          </p:cNvPr>
          <p:cNvGrpSpPr/>
          <p:nvPr/>
        </p:nvGrpSpPr>
        <p:grpSpPr>
          <a:xfrm>
            <a:off x="3477038" y="1141794"/>
            <a:ext cx="5214418" cy="5523591"/>
            <a:chOff x="1479785" y="1055641"/>
            <a:chExt cx="5214418" cy="5523591"/>
          </a:xfrm>
        </p:grpSpPr>
        <p:grpSp>
          <p:nvGrpSpPr>
            <p:cNvPr id="80" name="Group 79">
              <a:extLst>
                <a:ext uri="{FF2B5EF4-FFF2-40B4-BE49-F238E27FC236}">
                  <a16:creationId xmlns:a16="http://schemas.microsoft.com/office/drawing/2014/main" id="{95E8C88E-8C5E-42A5-9AFE-1E1A6710F4A4}"/>
                </a:ext>
              </a:extLst>
            </p:cNvPr>
            <p:cNvGrpSpPr/>
            <p:nvPr/>
          </p:nvGrpSpPr>
          <p:grpSpPr>
            <a:xfrm>
              <a:off x="4720614" y="2267939"/>
              <a:ext cx="884178" cy="3173771"/>
              <a:chOff x="7661854" y="1749105"/>
              <a:chExt cx="884178" cy="346303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8" name="Rounded Rectangle 5">
                    <a:extLst>
                      <a:ext uri="{FF2B5EF4-FFF2-40B4-BE49-F238E27FC236}">
                        <a16:creationId xmlns:a16="http://schemas.microsoft.com/office/drawing/2014/main" id="{B0AE9A25-E185-4D7D-98F1-80D0DF95DCA6}"/>
                      </a:ext>
                    </a:extLst>
                  </p:cNvPr>
                  <p:cNvSpPr/>
                  <p:nvPr/>
                </p:nvSpPr>
                <p:spPr>
                  <a:xfrm>
                    <a:off x="7668344" y="2369704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𝑠𝑒𝑙𝑒𝑐𝑡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●●○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78" name="Rounded Rectangle 5">
                    <a:extLst>
                      <a:ext uri="{FF2B5EF4-FFF2-40B4-BE49-F238E27FC236}">
                        <a16:creationId xmlns:a16="http://schemas.microsoft.com/office/drawing/2014/main" id="{B0AE9A25-E185-4D7D-98F1-80D0DF95DCA6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8344" y="2369704"/>
                    <a:ext cx="864096" cy="360039"/>
                  </a:xfrm>
                  <a:prstGeom prst="roundRect">
                    <a:avLst/>
                  </a:prstGeom>
                  <a:blipFill>
                    <a:blip r:embed="rId11"/>
                    <a:stretch>
                      <a:fillRect b="-24561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9" name="Rounded Rectangle 6">
                    <a:extLst>
                      <a:ext uri="{FF2B5EF4-FFF2-40B4-BE49-F238E27FC236}">
                        <a16:creationId xmlns:a16="http://schemas.microsoft.com/office/drawing/2014/main" id="{3362306A-0270-42FE-9527-CA0AD76EE1BF}"/>
                      </a:ext>
                    </a:extLst>
                  </p:cNvPr>
                  <p:cNvSpPr/>
                  <p:nvPr/>
                </p:nvSpPr>
                <p:spPr>
                  <a:xfrm>
                    <a:off x="7661854" y="1749105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𝑠𝑡𝑎𝑟𝑡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●●○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79" name="Rounded Rectangle 6">
                    <a:extLst>
                      <a:ext uri="{FF2B5EF4-FFF2-40B4-BE49-F238E27FC236}">
                        <a16:creationId xmlns:a16="http://schemas.microsoft.com/office/drawing/2014/main" id="{3362306A-0270-42FE-9527-CA0AD76EE1B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1854" y="1749105"/>
                    <a:ext cx="864096" cy="360039"/>
                  </a:xfrm>
                  <a:prstGeom prst="roundRect">
                    <a:avLst/>
                  </a:prstGeom>
                  <a:blipFill>
                    <a:blip r:embed="rId12"/>
                    <a:stretch>
                      <a:fillRect b="-25000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0" name="Rounded Rectangle 7">
                    <a:extLst>
                      <a:ext uri="{FF2B5EF4-FFF2-40B4-BE49-F238E27FC236}">
                        <a16:creationId xmlns:a16="http://schemas.microsoft.com/office/drawing/2014/main" id="{8C2CCC3E-7BA8-40D4-B2E3-208E98E4032B}"/>
                      </a:ext>
                    </a:extLst>
                  </p:cNvPr>
                  <p:cNvSpPr/>
                  <p:nvPr/>
                </p:nvSpPr>
                <p:spPr>
                  <a:xfrm>
                    <a:off x="7681936" y="4231501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𝑠𝑡𝑎𝑟𝑡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●    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80" name="Rounded Rectangle 7">
                    <a:extLst>
                      <a:ext uri="{FF2B5EF4-FFF2-40B4-BE49-F238E27FC236}">
                        <a16:creationId xmlns:a16="http://schemas.microsoft.com/office/drawing/2014/main" id="{8C2CCC3E-7BA8-40D4-B2E3-208E98E4032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1936" y="4231501"/>
                    <a:ext cx="864096" cy="360039"/>
                  </a:xfrm>
                  <a:prstGeom prst="roundRect">
                    <a:avLst/>
                  </a:prstGeom>
                  <a:blipFill>
                    <a:blip r:embed="rId13"/>
                    <a:stretch>
                      <a:fillRect b="-22807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1" name="Rounded Rectangle 8">
                    <a:extLst>
                      <a:ext uri="{FF2B5EF4-FFF2-40B4-BE49-F238E27FC236}">
                        <a16:creationId xmlns:a16="http://schemas.microsoft.com/office/drawing/2014/main" id="{BD205917-4B6E-47C7-8DA3-EA6572BDD3DE}"/>
                      </a:ext>
                    </a:extLst>
                  </p:cNvPr>
                  <p:cNvSpPr/>
                  <p:nvPr/>
                </p:nvSpPr>
                <p:spPr>
                  <a:xfrm>
                    <a:off x="7681936" y="4852100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𝑠𝑒𝑙𝑒𝑐𝑡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●    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81" name="Rounded Rectangle 8">
                    <a:extLst>
                      <a:ext uri="{FF2B5EF4-FFF2-40B4-BE49-F238E27FC236}">
                        <a16:creationId xmlns:a16="http://schemas.microsoft.com/office/drawing/2014/main" id="{BD205917-4B6E-47C7-8DA3-EA6572BDD3D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81936" y="4852100"/>
                    <a:ext cx="864096" cy="360039"/>
                  </a:xfrm>
                  <a:prstGeom prst="roundRect">
                    <a:avLst/>
                  </a:prstGeom>
                  <a:blipFill>
                    <a:blip r:embed="rId14"/>
                    <a:stretch>
                      <a:fillRect b="-25000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1" name="Group 80">
              <a:extLst>
                <a:ext uri="{FF2B5EF4-FFF2-40B4-BE49-F238E27FC236}">
                  <a16:creationId xmlns:a16="http://schemas.microsoft.com/office/drawing/2014/main" id="{6A9A04AC-8397-4144-AB10-19329913C358}"/>
                </a:ext>
              </a:extLst>
            </p:cNvPr>
            <p:cNvGrpSpPr/>
            <p:nvPr/>
          </p:nvGrpSpPr>
          <p:grpSpPr>
            <a:xfrm>
              <a:off x="5761788" y="3405462"/>
              <a:ext cx="864096" cy="898727"/>
              <a:chOff x="8525950" y="2990303"/>
              <a:chExt cx="864096" cy="98063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6" name="Rounded Rectangle 10">
                    <a:extLst>
                      <a:ext uri="{FF2B5EF4-FFF2-40B4-BE49-F238E27FC236}">
                        <a16:creationId xmlns:a16="http://schemas.microsoft.com/office/drawing/2014/main" id="{80D967A9-BE66-4EC0-92D9-E237671D71C4}"/>
                      </a:ext>
                    </a:extLst>
                  </p:cNvPr>
                  <p:cNvSpPr/>
                  <p:nvPr/>
                </p:nvSpPr>
                <p:spPr>
                  <a:xfrm>
                    <a:off x="8525950" y="2990303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𝑠𝑡𝑎𝑟𝑡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●●    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76" name="Rounded Rectangle 10">
                    <a:extLst>
                      <a:ext uri="{FF2B5EF4-FFF2-40B4-BE49-F238E27FC236}">
                        <a16:creationId xmlns:a16="http://schemas.microsoft.com/office/drawing/2014/main" id="{80D967A9-BE66-4EC0-92D9-E237671D71C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25950" y="2990303"/>
                    <a:ext cx="864096" cy="360039"/>
                  </a:xfrm>
                  <a:prstGeom prst="roundRect">
                    <a:avLst/>
                  </a:prstGeom>
                  <a:blipFill>
                    <a:blip r:embed="rId15"/>
                    <a:stretch>
                      <a:fillRect b="-25000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7" name="Rounded Rectangle 11">
                    <a:extLst>
                      <a:ext uri="{FF2B5EF4-FFF2-40B4-BE49-F238E27FC236}">
                        <a16:creationId xmlns:a16="http://schemas.microsoft.com/office/drawing/2014/main" id="{D3B5AF01-0B75-4F64-86F5-E5DF7CDC01BA}"/>
                      </a:ext>
                    </a:extLst>
                  </p:cNvPr>
                  <p:cNvSpPr/>
                  <p:nvPr/>
                </p:nvSpPr>
                <p:spPr>
                  <a:xfrm>
                    <a:off x="8525950" y="3610902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𝑠𝑒𝑙𝑒𝑐𝑡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●●    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77" name="Rounded Rectangle 11">
                    <a:extLst>
                      <a:ext uri="{FF2B5EF4-FFF2-40B4-BE49-F238E27FC236}">
                        <a16:creationId xmlns:a16="http://schemas.microsoft.com/office/drawing/2014/main" id="{D3B5AF01-0B75-4F64-86F5-E5DF7CDC01B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25950" y="3610902"/>
                    <a:ext cx="864096" cy="360039"/>
                  </a:xfrm>
                  <a:prstGeom prst="roundRect">
                    <a:avLst/>
                  </a:prstGeom>
                  <a:blipFill>
                    <a:blip r:embed="rId16"/>
                    <a:stretch>
                      <a:fillRect b="-25000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2" name="Group 81">
              <a:extLst>
                <a:ext uri="{FF2B5EF4-FFF2-40B4-BE49-F238E27FC236}">
                  <a16:creationId xmlns:a16="http://schemas.microsoft.com/office/drawing/2014/main" id="{CC2A9E0B-24EB-4AC7-A5AC-36437714E96C}"/>
                </a:ext>
              </a:extLst>
            </p:cNvPr>
            <p:cNvGrpSpPr/>
            <p:nvPr/>
          </p:nvGrpSpPr>
          <p:grpSpPr>
            <a:xfrm>
              <a:off x="1513316" y="3405462"/>
              <a:ext cx="864096" cy="898727"/>
              <a:chOff x="4499992" y="2990303"/>
              <a:chExt cx="864096" cy="98063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4" name="Rounded Rectangle 13">
                    <a:extLst>
                      <a:ext uri="{FF2B5EF4-FFF2-40B4-BE49-F238E27FC236}">
                        <a16:creationId xmlns:a16="http://schemas.microsoft.com/office/drawing/2014/main" id="{9E0692B8-17FA-43A8-95D3-07258E256C94}"/>
                      </a:ext>
                    </a:extLst>
                  </p:cNvPr>
                  <p:cNvSpPr/>
                  <p:nvPr/>
                </p:nvSpPr>
                <p:spPr>
                  <a:xfrm>
                    <a:off x="4499992" y="2990303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𝑠𝑡𝑎𝑟𝑡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○○    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74" name="Rounded Rectangle 13">
                    <a:extLst>
                      <a:ext uri="{FF2B5EF4-FFF2-40B4-BE49-F238E27FC236}">
                        <a16:creationId xmlns:a16="http://schemas.microsoft.com/office/drawing/2014/main" id="{9E0692B8-17FA-43A8-95D3-07258E256C94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9992" y="2990303"/>
                    <a:ext cx="864096" cy="360039"/>
                  </a:xfrm>
                  <a:prstGeom prst="roundRect">
                    <a:avLst/>
                  </a:prstGeom>
                  <a:blipFill>
                    <a:blip r:embed="rId17"/>
                    <a:stretch>
                      <a:fillRect b="-25000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5" name="Rounded Rectangle 14">
                    <a:extLst>
                      <a:ext uri="{FF2B5EF4-FFF2-40B4-BE49-F238E27FC236}">
                        <a16:creationId xmlns:a16="http://schemas.microsoft.com/office/drawing/2014/main" id="{1C9F3231-2B87-47B3-9013-D422119C0F29}"/>
                      </a:ext>
                    </a:extLst>
                  </p:cNvPr>
                  <p:cNvSpPr/>
                  <p:nvPr/>
                </p:nvSpPr>
                <p:spPr>
                  <a:xfrm>
                    <a:off x="4499992" y="3610902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𝑠𝑒𝑙𝑒𝑐𝑡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○○    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75" name="Rounded Rectangle 14">
                    <a:extLst>
                      <a:ext uri="{FF2B5EF4-FFF2-40B4-BE49-F238E27FC236}">
                        <a16:creationId xmlns:a16="http://schemas.microsoft.com/office/drawing/2014/main" id="{1C9F3231-2B87-47B3-9013-D422119C0F2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9992" y="3610902"/>
                    <a:ext cx="864096" cy="360039"/>
                  </a:xfrm>
                  <a:prstGeom prst="roundRect">
                    <a:avLst/>
                  </a:prstGeom>
                  <a:blipFill>
                    <a:blip r:embed="rId18"/>
                    <a:stretch>
                      <a:fillRect b="-25000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B13C011A-A325-4C3C-91F0-9640FE9B57A2}"/>
                </a:ext>
              </a:extLst>
            </p:cNvPr>
            <p:cNvGrpSpPr/>
            <p:nvPr/>
          </p:nvGrpSpPr>
          <p:grpSpPr>
            <a:xfrm>
              <a:off x="2534410" y="2267939"/>
              <a:ext cx="864096" cy="3173771"/>
              <a:chOff x="5364088" y="1749105"/>
              <a:chExt cx="864096" cy="3463034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0" name="Rounded Rectangle 16">
                    <a:extLst>
                      <a:ext uri="{FF2B5EF4-FFF2-40B4-BE49-F238E27FC236}">
                        <a16:creationId xmlns:a16="http://schemas.microsoft.com/office/drawing/2014/main" id="{D2BD64A9-CD4A-43CC-8042-40A959EA4AC9}"/>
                      </a:ext>
                    </a:extLst>
                  </p:cNvPr>
                  <p:cNvSpPr/>
                  <p:nvPr/>
                </p:nvSpPr>
                <p:spPr>
                  <a:xfrm>
                    <a:off x="5364088" y="1749105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𝑠𝑡𝑎𝑟𝑡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●○○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70" name="Rounded Rectangle 16">
                    <a:extLst>
                      <a:ext uri="{FF2B5EF4-FFF2-40B4-BE49-F238E27FC236}">
                        <a16:creationId xmlns:a16="http://schemas.microsoft.com/office/drawing/2014/main" id="{D2BD64A9-CD4A-43CC-8042-40A959EA4AC9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64088" y="1749105"/>
                    <a:ext cx="864096" cy="360039"/>
                  </a:xfrm>
                  <a:prstGeom prst="roundRect">
                    <a:avLst/>
                  </a:prstGeom>
                  <a:blipFill>
                    <a:blip r:embed="rId19"/>
                    <a:stretch>
                      <a:fillRect b="-25000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1" name="Rounded Rectangle 17">
                    <a:extLst>
                      <a:ext uri="{FF2B5EF4-FFF2-40B4-BE49-F238E27FC236}">
                        <a16:creationId xmlns:a16="http://schemas.microsoft.com/office/drawing/2014/main" id="{2DF4886F-9D61-47C4-90A4-4935727CDAAB}"/>
                      </a:ext>
                    </a:extLst>
                  </p:cNvPr>
                  <p:cNvSpPr/>
                  <p:nvPr/>
                </p:nvSpPr>
                <p:spPr>
                  <a:xfrm>
                    <a:off x="5364088" y="2369704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𝑠𝑒𝑙𝑒𝑐𝑡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●○○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71" name="Rounded Rectangle 17">
                    <a:extLst>
                      <a:ext uri="{FF2B5EF4-FFF2-40B4-BE49-F238E27FC236}">
                        <a16:creationId xmlns:a16="http://schemas.microsoft.com/office/drawing/2014/main" id="{2DF4886F-9D61-47C4-90A4-4935727CDAA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64088" y="2369704"/>
                    <a:ext cx="864096" cy="360039"/>
                  </a:xfrm>
                  <a:prstGeom prst="roundRect">
                    <a:avLst/>
                  </a:prstGeom>
                  <a:blipFill>
                    <a:blip r:embed="rId20"/>
                    <a:stretch>
                      <a:fillRect b="-24561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2" name="Rounded Rectangle 18">
                    <a:extLst>
                      <a:ext uri="{FF2B5EF4-FFF2-40B4-BE49-F238E27FC236}">
                        <a16:creationId xmlns:a16="http://schemas.microsoft.com/office/drawing/2014/main" id="{B53C1685-4E12-4A2F-B9E9-5DAFA7193CBD}"/>
                      </a:ext>
                    </a:extLst>
                  </p:cNvPr>
                  <p:cNvSpPr/>
                  <p:nvPr/>
                </p:nvSpPr>
                <p:spPr>
                  <a:xfrm>
                    <a:off x="5364088" y="4231501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𝑠𝑡𝑎𝑟𝑡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○    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72" name="Rounded Rectangle 18">
                    <a:extLst>
                      <a:ext uri="{FF2B5EF4-FFF2-40B4-BE49-F238E27FC236}">
                        <a16:creationId xmlns:a16="http://schemas.microsoft.com/office/drawing/2014/main" id="{B53C1685-4E12-4A2F-B9E9-5DAFA7193CB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64088" y="4231501"/>
                    <a:ext cx="864096" cy="360039"/>
                  </a:xfrm>
                  <a:prstGeom prst="roundRect">
                    <a:avLst/>
                  </a:prstGeom>
                  <a:blipFill>
                    <a:blip r:embed="rId21"/>
                    <a:stretch>
                      <a:fillRect b="-22807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73" name="Rounded Rectangle 19">
                    <a:extLst>
                      <a:ext uri="{FF2B5EF4-FFF2-40B4-BE49-F238E27FC236}">
                        <a16:creationId xmlns:a16="http://schemas.microsoft.com/office/drawing/2014/main" id="{6FDE2EC9-A8E2-43AA-927E-8147DF653C97}"/>
                      </a:ext>
                    </a:extLst>
                  </p:cNvPr>
                  <p:cNvSpPr/>
                  <p:nvPr/>
                </p:nvSpPr>
                <p:spPr>
                  <a:xfrm>
                    <a:off x="5364088" y="4852100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𝑠𝑒𝑙𝑒𝑐𝑡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○    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73" name="Rounded Rectangle 19">
                    <a:extLst>
                      <a:ext uri="{FF2B5EF4-FFF2-40B4-BE49-F238E27FC236}">
                        <a16:creationId xmlns:a16="http://schemas.microsoft.com/office/drawing/2014/main" id="{6FDE2EC9-A8E2-43AA-927E-8147DF653C97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64088" y="4852100"/>
                    <a:ext cx="864096" cy="360039"/>
                  </a:xfrm>
                  <a:prstGeom prst="roundRect">
                    <a:avLst/>
                  </a:prstGeom>
                  <a:blipFill>
                    <a:blip r:embed="rId22"/>
                    <a:stretch>
                      <a:fillRect b="-25000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C8A830A6-5AA0-452B-926E-20FD51783084}"/>
                </a:ext>
              </a:extLst>
            </p:cNvPr>
            <p:cNvGrpSpPr/>
            <p:nvPr/>
          </p:nvGrpSpPr>
          <p:grpSpPr>
            <a:xfrm>
              <a:off x="3555504" y="1130417"/>
              <a:ext cx="1008112" cy="5448815"/>
              <a:chOff x="6444208" y="507907"/>
              <a:chExt cx="1008112" cy="5945429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4" name="Rounded Rectangle 21">
                    <a:extLst>
                      <a:ext uri="{FF2B5EF4-FFF2-40B4-BE49-F238E27FC236}">
                        <a16:creationId xmlns:a16="http://schemas.microsoft.com/office/drawing/2014/main" id="{47E29F35-188D-4663-A422-9499F62D18EC}"/>
                      </a:ext>
                    </a:extLst>
                  </p:cNvPr>
                  <p:cNvSpPr/>
                  <p:nvPr/>
                </p:nvSpPr>
                <p:spPr>
                  <a:xfrm>
                    <a:off x="6534878" y="507907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i="1" dirty="0" smtClean="0">
                              <a:latin typeface="Cambria Math"/>
                            </a:rPr>
                            <m:t>𝑠𝑡𝑎𝑟𝑡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●●○○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64" name="Rounded Rectangle 21">
                    <a:extLst>
                      <a:ext uri="{FF2B5EF4-FFF2-40B4-BE49-F238E27FC236}">
                        <a16:creationId xmlns:a16="http://schemas.microsoft.com/office/drawing/2014/main" id="{47E29F35-188D-4663-A422-9499F62D18EC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34878" y="507907"/>
                    <a:ext cx="864096" cy="360039"/>
                  </a:xfrm>
                  <a:prstGeom prst="roundRect">
                    <a:avLst/>
                  </a:prstGeom>
                  <a:blipFill>
                    <a:blip r:embed="rId23"/>
                    <a:stretch>
                      <a:fillRect b="-25000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5" name="Rounded Rectangle 22">
                    <a:extLst>
                      <a:ext uri="{FF2B5EF4-FFF2-40B4-BE49-F238E27FC236}">
                        <a16:creationId xmlns:a16="http://schemas.microsoft.com/office/drawing/2014/main" id="{38724C12-074C-49D0-BFB0-AFD84BF7F65D}"/>
                      </a:ext>
                    </a:extLst>
                  </p:cNvPr>
                  <p:cNvSpPr/>
                  <p:nvPr/>
                </p:nvSpPr>
                <p:spPr>
                  <a:xfrm>
                    <a:off x="6534878" y="1128506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𝑠𝑒𝑙𝑒𝑐𝑡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●●○○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65" name="Rounded Rectangle 22">
                    <a:extLst>
                      <a:ext uri="{FF2B5EF4-FFF2-40B4-BE49-F238E27FC236}">
                        <a16:creationId xmlns:a16="http://schemas.microsoft.com/office/drawing/2014/main" id="{38724C12-074C-49D0-BFB0-AFD84BF7F65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34878" y="1128506"/>
                    <a:ext cx="864096" cy="360039"/>
                  </a:xfrm>
                  <a:prstGeom prst="roundRect">
                    <a:avLst/>
                  </a:prstGeom>
                  <a:blipFill>
                    <a:blip r:embed="rId24"/>
                    <a:stretch>
                      <a:fillRect b="-25000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6" name="Rounded Rectangle 23">
                    <a:extLst>
                      <a:ext uri="{FF2B5EF4-FFF2-40B4-BE49-F238E27FC236}">
                        <a16:creationId xmlns:a16="http://schemas.microsoft.com/office/drawing/2014/main" id="{77FD330A-427D-4DE9-8644-BDBEEB7D438E}"/>
                      </a:ext>
                    </a:extLst>
                  </p:cNvPr>
                  <p:cNvSpPr/>
                  <p:nvPr/>
                </p:nvSpPr>
                <p:spPr>
                  <a:xfrm>
                    <a:off x="6588224" y="2990303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𝑠𝑡𝑎𝑟𝑡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●○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66" name="Rounded Rectangle 23">
                    <a:extLst>
                      <a:ext uri="{FF2B5EF4-FFF2-40B4-BE49-F238E27FC236}">
                        <a16:creationId xmlns:a16="http://schemas.microsoft.com/office/drawing/2014/main" id="{77FD330A-427D-4DE9-8644-BDBEEB7D438E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8224" y="2990303"/>
                    <a:ext cx="864096" cy="360039"/>
                  </a:xfrm>
                  <a:prstGeom prst="roundRect">
                    <a:avLst/>
                  </a:prstGeom>
                  <a:blipFill>
                    <a:blip r:embed="rId25"/>
                    <a:stretch>
                      <a:fillRect b="-25000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7" name="Rounded Rectangle 24">
                    <a:extLst>
                      <a:ext uri="{FF2B5EF4-FFF2-40B4-BE49-F238E27FC236}">
                        <a16:creationId xmlns:a16="http://schemas.microsoft.com/office/drawing/2014/main" id="{729ABC1A-34C0-4AB8-9437-C5EE08330165}"/>
                      </a:ext>
                    </a:extLst>
                  </p:cNvPr>
                  <p:cNvSpPr/>
                  <p:nvPr/>
                </p:nvSpPr>
                <p:spPr>
                  <a:xfrm>
                    <a:off x="6588224" y="3610902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𝑠𝑒𝑙𝑒𝑐𝑡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●○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67" name="Rounded Rectangle 24">
                    <a:extLst>
                      <a:ext uri="{FF2B5EF4-FFF2-40B4-BE49-F238E27FC236}">
                        <a16:creationId xmlns:a16="http://schemas.microsoft.com/office/drawing/2014/main" id="{729ABC1A-34C0-4AB8-9437-C5EE0833016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88224" y="3610902"/>
                    <a:ext cx="864096" cy="360039"/>
                  </a:xfrm>
                  <a:prstGeom prst="roundRect">
                    <a:avLst/>
                  </a:prstGeom>
                  <a:blipFill>
                    <a:blip r:embed="rId26"/>
                    <a:stretch>
                      <a:fillRect b="-25000"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8" name="Rounded Rectangle 25">
                    <a:extLst>
                      <a:ext uri="{FF2B5EF4-FFF2-40B4-BE49-F238E27FC236}">
                        <a16:creationId xmlns:a16="http://schemas.microsoft.com/office/drawing/2014/main" id="{91C288AD-B772-4BBE-96CC-9FA8C6898A4B}"/>
                      </a:ext>
                    </a:extLst>
                  </p:cNvPr>
                  <p:cNvSpPr/>
                  <p:nvPr/>
                </p:nvSpPr>
                <p:spPr>
                  <a:xfrm>
                    <a:off x="6444208" y="5472699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𝑠𝑡𝑎𝑟𝑡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    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68" name="Rounded Rectangle 25">
                    <a:extLst>
                      <a:ext uri="{FF2B5EF4-FFF2-40B4-BE49-F238E27FC236}">
                        <a16:creationId xmlns:a16="http://schemas.microsoft.com/office/drawing/2014/main" id="{91C288AD-B772-4BBE-96CC-9FA8C6898A4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4208" y="5472699"/>
                    <a:ext cx="864096" cy="360039"/>
                  </a:xfrm>
                  <a:prstGeom prst="round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9" name="Rounded Rectangle 26">
                    <a:extLst>
                      <a:ext uri="{FF2B5EF4-FFF2-40B4-BE49-F238E27FC236}">
                        <a16:creationId xmlns:a16="http://schemas.microsoft.com/office/drawing/2014/main" id="{E89E4B3B-4F56-4F94-820F-82BC87EBC2F5}"/>
                      </a:ext>
                    </a:extLst>
                  </p:cNvPr>
                  <p:cNvSpPr/>
                  <p:nvPr/>
                </p:nvSpPr>
                <p:spPr>
                  <a:xfrm>
                    <a:off x="6444208" y="6093297"/>
                    <a:ext cx="864096" cy="360039"/>
                  </a:xfrm>
                  <a:prstGeom prst="roundRect">
                    <a:avLst/>
                  </a:prstGeom>
                  <a:ln w="12700"/>
                </p:spPr>
                <p:style>
                  <a:lnRef idx="2">
                    <a:schemeClr val="dk1"/>
                  </a:lnRef>
                  <a:fillRef idx="1">
                    <a:schemeClr val="lt1"/>
                  </a:fillRef>
                  <a:effectRef idx="0">
                    <a:schemeClr val="dk1"/>
                  </a:effectRef>
                  <a:fontRef idx="minor">
                    <a:schemeClr val="dk1"/>
                  </a:fontRef>
                </p:style>
                <p:txBody>
                  <a:bodyPr rtlCol="1" anchor="ctr"/>
                  <a:lstStyle/>
                  <a:p>
                    <a:pPr algn="ctr" rtl="0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a:rPr lang="en-US" sz="1100" b="0" i="1" dirty="0" smtClean="0">
                              <a:latin typeface="Cambria Math"/>
                            </a:rPr>
                            <m:t>𝑠𝑒𝑙𝑒𝑐𝑡</m:t>
                          </m:r>
                        </m:oMath>
                      </m:oMathPara>
                    </a14:m>
                    <a:endParaRPr lang="en-US" sz="1100" dirty="0"/>
                  </a:p>
                  <a:p>
                    <a:pPr algn="ctr" rtl="0"/>
                    <a:r>
                      <a:rPr lang="en-US" sz="1100" dirty="0">
                        <a:latin typeface="Segoe UI Symbol"/>
                        <a:ea typeface="Segoe UI Symbol"/>
                        <a:sym typeface="Webdings"/>
                      </a:rPr>
                      <a:t>   </a:t>
                    </a:r>
                    <a:endParaRPr lang="he-IL" sz="1100" dirty="0"/>
                  </a:p>
                </p:txBody>
              </p:sp>
            </mc:Choice>
            <mc:Fallback xmlns="">
              <p:sp>
                <p:nvSpPr>
                  <p:cNvPr id="169" name="Rounded Rectangle 26">
                    <a:extLst>
                      <a:ext uri="{FF2B5EF4-FFF2-40B4-BE49-F238E27FC236}">
                        <a16:creationId xmlns:a16="http://schemas.microsoft.com/office/drawing/2014/main" id="{E89E4B3B-4F56-4F94-820F-82BC87EBC2F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44208" y="6093297"/>
                    <a:ext cx="864096" cy="360039"/>
                  </a:xfrm>
                  <a:prstGeom prst="round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  <a:ln w="12700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AAB9C128-BA91-4F38-89DB-F412402044BA}"/>
                </a:ext>
              </a:extLst>
            </p:cNvPr>
            <p:cNvCxnSpPr>
              <a:stCxn id="164" idx="2"/>
              <a:endCxn id="165" idx="0"/>
            </p:cNvCxnSpPr>
            <p:nvPr/>
          </p:nvCxnSpPr>
          <p:spPr>
            <a:xfrm>
              <a:off x="4078222" y="1460382"/>
              <a:ext cx="0" cy="23879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0" name="Elbow Connector 29">
              <a:extLst>
                <a:ext uri="{FF2B5EF4-FFF2-40B4-BE49-F238E27FC236}">
                  <a16:creationId xmlns:a16="http://schemas.microsoft.com/office/drawing/2014/main" id="{75397FFA-E16C-4B30-BD1B-3C9FCF6BE1F8}"/>
                </a:ext>
              </a:extLst>
            </p:cNvPr>
            <p:cNvCxnSpPr>
              <a:stCxn id="165" idx="3"/>
              <a:endCxn id="179" idx="0"/>
            </p:cNvCxnSpPr>
            <p:nvPr/>
          </p:nvCxnSpPr>
          <p:spPr>
            <a:xfrm>
              <a:off x="4510270" y="1864161"/>
              <a:ext cx="642392" cy="403778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1" name="Elbow Connector 30">
              <a:extLst>
                <a:ext uri="{FF2B5EF4-FFF2-40B4-BE49-F238E27FC236}">
                  <a16:creationId xmlns:a16="http://schemas.microsoft.com/office/drawing/2014/main" id="{EA59FA7A-099E-403C-8A0F-9B72BC90FDB6}"/>
                </a:ext>
              </a:extLst>
            </p:cNvPr>
            <p:cNvCxnSpPr>
              <a:stCxn id="165" idx="1"/>
              <a:endCxn id="170" idx="0"/>
            </p:cNvCxnSpPr>
            <p:nvPr/>
          </p:nvCxnSpPr>
          <p:spPr>
            <a:xfrm rot="10800000" flipV="1">
              <a:off x="2966458" y="1864160"/>
              <a:ext cx="679716" cy="403778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34C94679-1D1F-4A6E-8A84-D9D7D619B52D}"/>
                </a:ext>
              </a:extLst>
            </p:cNvPr>
            <p:cNvCxnSpPr>
              <a:stCxn id="179" idx="2"/>
              <a:endCxn id="178" idx="0"/>
            </p:cNvCxnSpPr>
            <p:nvPr/>
          </p:nvCxnSpPr>
          <p:spPr>
            <a:xfrm>
              <a:off x="5152662" y="2597905"/>
              <a:ext cx="6490" cy="23879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DD65692A-01DD-44EE-B65F-63643579AB13}"/>
                </a:ext>
              </a:extLst>
            </p:cNvPr>
            <p:cNvCxnSpPr>
              <a:stCxn id="170" idx="2"/>
              <a:endCxn id="171" idx="0"/>
            </p:cNvCxnSpPr>
            <p:nvPr/>
          </p:nvCxnSpPr>
          <p:spPr>
            <a:xfrm>
              <a:off x="2966458" y="2597905"/>
              <a:ext cx="0" cy="23879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4" name="Elbow Connector 33">
              <a:extLst>
                <a:ext uri="{FF2B5EF4-FFF2-40B4-BE49-F238E27FC236}">
                  <a16:creationId xmlns:a16="http://schemas.microsoft.com/office/drawing/2014/main" id="{35E17AC1-B0BC-4D9F-97AF-87F7092812D9}"/>
                </a:ext>
              </a:extLst>
            </p:cNvPr>
            <p:cNvCxnSpPr>
              <a:stCxn id="178" idx="1"/>
              <a:endCxn id="166" idx="0"/>
            </p:cNvCxnSpPr>
            <p:nvPr/>
          </p:nvCxnSpPr>
          <p:spPr>
            <a:xfrm rot="10800000" flipV="1">
              <a:off x="4131568" y="3001683"/>
              <a:ext cx="595536" cy="403778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5" name="Elbow Connector 34">
              <a:extLst>
                <a:ext uri="{FF2B5EF4-FFF2-40B4-BE49-F238E27FC236}">
                  <a16:creationId xmlns:a16="http://schemas.microsoft.com/office/drawing/2014/main" id="{63CCA590-6AC8-47A3-A3A7-65D0CD2E75C3}"/>
                </a:ext>
              </a:extLst>
            </p:cNvPr>
            <p:cNvCxnSpPr>
              <a:stCxn id="171" idx="3"/>
              <a:endCxn id="166" idx="0"/>
            </p:cNvCxnSpPr>
            <p:nvPr/>
          </p:nvCxnSpPr>
          <p:spPr>
            <a:xfrm>
              <a:off x="3398506" y="3001684"/>
              <a:ext cx="733062" cy="403778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6" name="Elbow Connector 35">
              <a:extLst>
                <a:ext uri="{FF2B5EF4-FFF2-40B4-BE49-F238E27FC236}">
                  <a16:creationId xmlns:a16="http://schemas.microsoft.com/office/drawing/2014/main" id="{04AEB250-6B03-4A5D-8C5F-1E0F00C1B2F4}"/>
                </a:ext>
              </a:extLst>
            </p:cNvPr>
            <p:cNvCxnSpPr>
              <a:stCxn id="178" idx="3"/>
              <a:endCxn id="176" idx="0"/>
            </p:cNvCxnSpPr>
            <p:nvPr/>
          </p:nvCxnSpPr>
          <p:spPr>
            <a:xfrm>
              <a:off x="5591200" y="3001684"/>
              <a:ext cx="602636" cy="403778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3C7F614A-7131-45A4-998A-208B8778608D}"/>
                </a:ext>
              </a:extLst>
            </p:cNvPr>
            <p:cNvCxnSpPr>
              <a:stCxn id="176" idx="2"/>
              <a:endCxn id="177" idx="0"/>
            </p:cNvCxnSpPr>
            <p:nvPr/>
          </p:nvCxnSpPr>
          <p:spPr>
            <a:xfrm>
              <a:off x="6193836" y="3735427"/>
              <a:ext cx="0" cy="23879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8" name="Elbow Connector 37">
              <a:extLst>
                <a:ext uri="{FF2B5EF4-FFF2-40B4-BE49-F238E27FC236}">
                  <a16:creationId xmlns:a16="http://schemas.microsoft.com/office/drawing/2014/main" id="{3176311B-312E-461D-A6B4-4902276853AD}"/>
                </a:ext>
              </a:extLst>
            </p:cNvPr>
            <p:cNvCxnSpPr>
              <a:stCxn id="177" idx="1"/>
              <a:endCxn id="180" idx="0"/>
            </p:cNvCxnSpPr>
            <p:nvPr/>
          </p:nvCxnSpPr>
          <p:spPr>
            <a:xfrm rot="10800000" flipV="1">
              <a:off x="5172744" y="4139205"/>
              <a:ext cx="589044" cy="403778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Elbow Connector 38">
              <a:extLst>
                <a:ext uri="{FF2B5EF4-FFF2-40B4-BE49-F238E27FC236}">
                  <a16:creationId xmlns:a16="http://schemas.microsoft.com/office/drawing/2014/main" id="{64E6B55D-B054-4CBB-9668-682F1C308BFA}"/>
                </a:ext>
              </a:extLst>
            </p:cNvPr>
            <p:cNvCxnSpPr>
              <a:stCxn id="167" idx="3"/>
              <a:endCxn id="180" idx="0"/>
            </p:cNvCxnSpPr>
            <p:nvPr/>
          </p:nvCxnSpPr>
          <p:spPr>
            <a:xfrm>
              <a:off x="4563616" y="4139206"/>
              <a:ext cx="609128" cy="403778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45906DA2-3B8C-46DB-A925-210AD94C090A}"/>
                </a:ext>
              </a:extLst>
            </p:cNvPr>
            <p:cNvCxnSpPr>
              <a:stCxn id="166" idx="2"/>
              <a:endCxn id="167" idx="0"/>
            </p:cNvCxnSpPr>
            <p:nvPr/>
          </p:nvCxnSpPr>
          <p:spPr>
            <a:xfrm>
              <a:off x="4131568" y="3735427"/>
              <a:ext cx="0" cy="23879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8CE2EB0D-2705-4793-A468-C06BC2F3D5B1}"/>
                </a:ext>
              </a:extLst>
            </p:cNvPr>
            <p:cNvCxnSpPr>
              <a:stCxn id="180" idx="2"/>
              <a:endCxn id="181" idx="0"/>
            </p:cNvCxnSpPr>
            <p:nvPr/>
          </p:nvCxnSpPr>
          <p:spPr>
            <a:xfrm>
              <a:off x="5172744" y="4872949"/>
              <a:ext cx="0" cy="23879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2" name="Elbow Connector 41">
              <a:extLst>
                <a:ext uri="{FF2B5EF4-FFF2-40B4-BE49-F238E27FC236}">
                  <a16:creationId xmlns:a16="http://schemas.microsoft.com/office/drawing/2014/main" id="{D631066B-96D8-4FE8-A365-A6DD186BB159}"/>
                </a:ext>
              </a:extLst>
            </p:cNvPr>
            <p:cNvCxnSpPr>
              <a:stCxn id="167" idx="1"/>
              <a:endCxn id="172" idx="0"/>
            </p:cNvCxnSpPr>
            <p:nvPr/>
          </p:nvCxnSpPr>
          <p:spPr>
            <a:xfrm rot="10800000" flipV="1">
              <a:off x="2966458" y="4139205"/>
              <a:ext cx="733062" cy="403778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3" name="Elbow Connector 42">
              <a:extLst>
                <a:ext uri="{FF2B5EF4-FFF2-40B4-BE49-F238E27FC236}">
                  <a16:creationId xmlns:a16="http://schemas.microsoft.com/office/drawing/2014/main" id="{616BFDCF-02C5-4326-8F21-65EF2E32FDE2}"/>
                </a:ext>
              </a:extLst>
            </p:cNvPr>
            <p:cNvCxnSpPr>
              <a:stCxn id="175" idx="3"/>
              <a:endCxn id="172" idx="0"/>
            </p:cNvCxnSpPr>
            <p:nvPr/>
          </p:nvCxnSpPr>
          <p:spPr>
            <a:xfrm>
              <a:off x="2377412" y="4139206"/>
              <a:ext cx="589046" cy="403778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1C1EC922-DE7F-4D36-B4CC-B6A57F6AC678}"/>
                </a:ext>
              </a:extLst>
            </p:cNvPr>
            <p:cNvCxnSpPr>
              <a:stCxn id="174" idx="2"/>
              <a:endCxn id="175" idx="0"/>
            </p:cNvCxnSpPr>
            <p:nvPr/>
          </p:nvCxnSpPr>
          <p:spPr>
            <a:xfrm>
              <a:off x="1945364" y="3735427"/>
              <a:ext cx="0" cy="23879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5" name="Elbow Connector 44">
              <a:extLst>
                <a:ext uri="{FF2B5EF4-FFF2-40B4-BE49-F238E27FC236}">
                  <a16:creationId xmlns:a16="http://schemas.microsoft.com/office/drawing/2014/main" id="{356C1F52-518C-4FA9-9126-A66133B8B3FA}"/>
                </a:ext>
              </a:extLst>
            </p:cNvPr>
            <p:cNvCxnSpPr>
              <a:stCxn id="171" idx="1"/>
              <a:endCxn id="174" idx="0"/>
            </p:cNvCxnSpPr>
            <p:nvPr/>
          </p:nvCxnSpPr>
          <p:spPr>
            <a:xfrm rot="10800000" flipV="1">
              <a:off x="1945364" y="3001683"/>
              <a:ext cx="589046" cy="403778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6" name="Straight Arrow Connector 105">
              <a:extLst>
                <a:ext uri="{FF2B5EF4-FFF2-40B4-BE49-F238E27FC236}">
                  <a16:creationId xmlns:a16="http://schemas.microsoft.com/office/drawing/2014/main" id="{40BF1BAA-D3BE-41AA-9295-A4A0A9065A18}"/>
                </a:ext>
              </a:extLst>
            </p:cNvPr>
            <p:cNvCxnSpPr>
              <a:stCxn id="172" idx="2"/>
              <a:endCxn id="173" idx="0"/>
            </p:cNvCxnSpPr>
            <p:nvPr/>
          </p:nvCxnSpPr>
          <p:spPr>
            <a:xfrm>
              <a:off x="2966458" y="4872949"/>
              <a:ext cx="0" cy="238796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7" name="Elbow Connector 46">
              <a:extLst>
                <a:ext uri="{FF2B5EF4-FFF2-40B4-BE49-F238E27FC236}">
                  <a16:creationId xmlns:a16="http://schemas.microsoft.com/office/drawing/2014/main" id="{0215C920-DB44-418A-91EF-DA538B79B5D1}"/>
                </a:ext>
              </a:extLst>
            </p:cNvPr>
            <p:cNvCxnSpPr>
              <a:stCxn id="173" idx="3"/>
              <a:endCxn id="168" idx="0"/>
            </p:cNvCxnSpPr>
            <p:nvPr/>
          </p:nvCxnSpPr>
          <p:spPr>
            <a:xfrm>
              <a:off x="3398506" y="5276728"/>
              <a:ext cx="589046" cy="403778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8" name="Elbow Connector 47">
              <a:extLst>
                <a:ext uri="{FF2B5EF4-FFF2-40B4-BE49-F238E27FC236}">
                  <a16:creationId xmlns:a16="http://schemas.microsoft.com/office/drawing/2014/main" id="{0D4EB13E-A616-4E8B-ACF0-2264E767A051}"/>
                </a:ext>
              </a:extLst>
            </p:cNvPr>
            <p:cNvCxnSpPr>
              <a:stCxn id="181" idx="1"/>
              <a:endCxn id="168" idx="0"/>
            </p:cNvCxnSpPr>
            <p:nvPr/>
          </p:nvCxnSpPr>
          <p:spPr>
            <a:xfrm rot="10800000" flipV="1">
              <a:off x="3987552" y="5276727"/>
              <a:ext cx="753144" cy="403778"/>
            </a:xfrm>
            <a:prstGeom prst="bentConnector2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9" name="Elbow Connector 48">
              <a:extLst>
                <a:ext uri="{FF2B5EF4-FFF2-40B4-BE49-F238E27FC236}">
                  <a16:creationId xmlns:a16="http://schemas.microsoft.com/office/drawing/2014/main" id="{F9BBDCAA-9E30-4221-95C8-4341A12955A1}"/>
                </a:ext>
              </a:extLst>
            </p:cNvPr>
            <p:cNvCxnSpPr>
              <a:stCxn id="169" idx="1"/>
              <a:endCxn id="168" idx="1"/>
            </p:cNvCxnSpPr>
            <p:nvPr/>
          </p:nvCxnSpPr>
          <p:spPr>
            <a:xfrm rot="10800000">
              <a:off x="3555504" y="5845489"/>
              <a:ext cx="12700" cy="568760"/>
            </a:xfrm>
            <a:prstGeom prst="bentConnector3">
              <a:avLst>
                <a:gd name="adj1" fmla="val 1800000"/>
              </a:avLst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D6D15F5C-BB41-48C4-B4B2-CEF877899890}"/>
                </a:ext>
              </a:extLst>
            </p:cNvPr>
            <p:cNvCxnSpPr>
              <a:stCxn id="168" idx="2"/>
              <a:endCxn id="169" idx="0"/>
            </p:cNvCxnSpPr>
            <p:nvPr/>
          </p:nvCxnSpPr>
          <p:spPr>
            <a:xfrm>
              <a:off x="3987552" y="6010472"/>
              <a:ext cx="0" cy="238795"/>
            </a:xfrm>
            <a:prstGeom prst="straightConnector1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2" name="Elbow Connector 50">
              <a:extLst>
                <a:ext uri="{FF2B5EF4-FFF2-40B4-BE49-F238E27FC236}">
                  <a16:creationId xmlns:a16="http://schemas.microsoft.com/office/drawing/2014/main" id="{AF041AD3-5B16-4099-88BF-359B4CE2BD21}"/>
                </a:ext>
              </a:extLst>
            </p:cNvPr>
            <p:cNvCxnSpPr>
              <a:stCxn id="172" idx="1"/>
              <a:endCxn id="164" idx="1"/>
            </p:cNvCxnSpPr>
            <p:nvPr/>
          </p:nvCxnSpPr>
          <p:spPr>
            <a:xfrm rot="10800000" flipH="1">
              <a:off x="2534410" y="1295400"/>
              <a:ext cx="1111764" cy="3412567"/>
            </a:xfrm>
            <a:prstGeom prst="bentConnector3">
              <a:avLst>
                <a:gd name="adj1" fmla="val -130225"/>
              </a:avLst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5" name="Elbow Connector 51">
              <a:extLst>
                <a:ext uri="{FF2B5EF4-FFF2-40B4-BE49-F238E27FC236}">
                  <a16:creationId xmlns:a16="http://schemas.microsoft.com/office/drawing/2014/main" id="{225E3D8D-6CA0-4BBB-AAB8-2CFCBB2946B3}"/>
                </a:ext>
              </a:extLst>
            </p:cNvPr>
            <p:cNvCxnSpPr>
              <a:stCxn id="174" idx="1"/>
              <a:endCxn id="164" idx="1"/>
            </p:cNvCxnSpPr>
            <p:nvPr/>
          </p:nvCxnSpPr>
          <p:spPr>
            <a:xfrm rot="10800000" flipH="1">
              <a:off x="1513316" y="1295400"/>
              <a:ext cx="2132858" cy="2275045"/>
            </a:xfrm>
            <a:prstGeom prst="bentConnector3">
              <a:avLst>
                <a:gd name="adj1" fmla="val -19650"/>
              </a:avLst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Elbow Connector 52">
              <a:extLst>
                <a:ext uri="{FF2B5EF4-FFF2-40B4-BE49-F238E27FC236}">
                  <a16:creationId xmlns:a16="http://schemas.microsoft.com/office/drawing/2014/main" id="{C1F3D8E6-DBEE-456A-BEB8-2D85D7EC87DC}"/>
                </a:ext>
              </a:extLst>
            </p:cNvPr>
            <p:cNvCxnSpPr>
              <a:stCxn id="170" idx="1"/>
              <a:endCxn id="164" idx="1"/>
            </p:cNvCxnSpPr>
            <p:nvPr/>
          </p:nvCxnSpPr>
          <p:spPr>
            <a:xfrm rot="10800000" flipH="1">
              <a:off x="2534410" y="1295400"/>
              <a:ext cx="1111764" cy="1137522"/>
            </a:xfrm>
            <a:prstGeom prst="bentConnector3">
              <a:avLst>
                <a:gd name="adj1" fmla="val -130226"/>
              </a:avLst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9" name="Elbow Connector 53">
              <a:extLst>
                <a:ext uri="{FF2B5EF4-FFF2-40B4-BE49-F238E27FC236}">
                  <a16:creationId xmlns:a16="http://schemas.microsoft.com/office/drawing/2014/main" id="{41AC9422-E6C7-434D-867A-C28E73BB6C6B}"/>
                </a:ext>
              </a:extLst>
            </p:cNvPr>
            <p:cNvCxnSpPr>
              <a:stCxn id="168" idx="3"/>
              <a:endCxn id="164" idx="3"/>
            </p:cNvCxnSpPr>
            <p:nvPr/>
          </p:nvCxnSpPr>
          <p:spPr>
            <a:xfrm flipV="1">
              <a:off x="4419600" y="1295400"/>
              <a:ext cx="90670" cy="4550090"/>
            </a:xfrm>
            <a:prstGeom prst="bentConnector3">
              <a:avLst>
                <a:gd name="adj1" fmla="val 2768303"/>
              </a:avLst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Elbow Connector 54">
              <a:extLst>
                <a:ext uri="{FF2B5EF4-FFF2-40B4-BE49-F238E27FC236}">
                  <a16:creationId xmlns:a16="http://schemas.microsoft.com/office/drawing/2014/main" id="{B00FCB34-5943-407C-ACF9-7DE2F3318E23}"/>
                </a:ext>
              </a:extLst>
            </p:cNvPr>
            <p:cNvCxnSpPr>
              <a:stCxn id="180" idx="3"/>
              <a:endCxn id="164" idx="3"/>
            </p:cNvCxnSpPr>
            <p:nvPr/>
          </p:nvCxnSpPr>
          <p:spPr>
            <a:xfrm flipH="1" flipV="1">
              <a:off x="4510270" y="1295400"/>
              <a:ext cx="1094522" cy="3412567"/>
            </a:xfrm>
            <a:prstGeom prst="bentConnector3">
              <a:avLst>
                <a:gd name="adj1" fmla="val -121834"/>
              </a:avLst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1" name="Elbow Connector 55">
              <a:extLst>
                <a:ext uri="{FF2B5EF4-FFF2-40B4-BE49-F238E27FC236}">
                  <a16:creationId xmlns:a16="http://schemas.microsoft.com/office/drawing/2014/main" id="{693845CE-8C03-4CFC-8715-E5ED19FDD0EA}"/>
                </a:ext>
              </a:extLst>
            </p:cNvPr>
            <p:cNvCxnSpPr>
              <a:stCxn id="176" idx="3"/>
              <a:endCxn id="164" idx="3"/>
            </p:cNvCxnSpPr>
            <p:nvPr/>
          </p:nvCxnSpPr>
          <p:spPr>
            <a:xfrm flipH="1" flipV="1">
              <a:off x="4510270" y="1295400"/>
              <a:ext cx="2115614" cy="2275045"/>
            </a:xfrm>
            <a:prstGeom prst="bentConnector3">
              <a:avLst>
                <a:gd name="adj1" fmla="val -14857"/>
              </a:avLst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2" name="Elbow Connector 56">
              <a:extLst>
                <a:ext uri="{FF2B5EF4-FFF2-40B4-BE49-F238E27FC236}">
                  <a16:creationId xmlns:a16="http://schemas.microsoft.com/office/drawing/2014/main" id="{595AD00C-D77F-4B06-9697-D46923BC3854}"/>
                </a:ext>
              </a:extLst>
            </p:cNvPr>
            <p:cNvCxnSpPr>
              <a:stCxn id="179" idx="3"/>
              <a:endCxn id="164" idx="3"/>
            </p:cNvCxnSpPr>
            <p:nvPr/>
          </p:nvCxnSpPr>
          <p:spPr>
            <a:xfrm flipH="1" flipV="1">
              <a:off x="4510270" y="1295400"/>
              <a:ext cx="1074440" cy="1137522"/>
            </a:xfrm>
            <a:prstGeom prst="bentConnector3">
              <a:avLst>
                <a:gd name="adj1" fmla="val -125884"/>
              </a:avLst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Elbow Connector 57">
              <a:extLst>
                <a:ext uri="{FF2B5EF4-FFF2-40B4-BE49-F238E27FC236}">
                  <a16:creationId xmlns:a16="http://schemas.microsoft.com/office/drawing/2014/main" id="{07F7F467-5BE3-409B-9CE1-764C218FE2A5}"/>
                </a:ext>
              </a:extLst>
            </p:cNvPr>
            <p:cNvCxnSpPr>
              <a:stCxn id="166" idx="3"/>
              <a:endCxn id="164" idx="3"/>
            </p:cNvCxnSpPr>
            <p:nvPr/>
          </p:nvCxnSpPr>
          <p:spPr>
            <a:xfrm flipH="1" flipV="1">
              <a:off x="4510270" y="1295400"/>
              <a:ext cx="53346" cy="2275045"/>
            </a:xfrm>
            <a:prstGeom prst="bentConnector3">
              <a:avLst>
                <a:gd name="adj1" fmla="val -2060209"/>
              </a:avLst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B71A8A2F-4D47-460E-B780-A7656E0A0286}"/>
                    </a:ext>
                  </a:extLst>
                </p:cNvPr>
                <p:cNvSpPr txBox="1"/>
                <p:nvPr/>
              </p:nvSpPr>
              <p:spPr>
                <a:xfrm>
                  <a:off x="2568451" y="1060013"/>
                  <a:ext cx="577081" cy="239758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/>
                          </a:rPr>
                          <m:t>𝑟𝑒𝑓𝑖𝑙𝑙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40" name="TextBox 139">
                  <a:extLst>
                    <a:ext uri="{FF2B5EF4-FFF2-40B4-BE49-F238E27FC236}">
                      <a16:creationId xmlns:a16="http://schemas.microsoft.com/office/drawing/2014/main" id="{B71A8A2F-4D47-460E-B780-A7656E0A028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8451" y="1060013"/>
                  <a:ext cx="577081" cy="239758"/>
                </a:xfrm>
                <a:prstGeom prst="rect">
                  <a:avLst/>
                </a:prstGeom>
                <a:blipFill>
                  <a:blip r:embed="rId29"/>
                  <a:stretch>
                    <a:fillRect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403A08F3-6C20-4D81-8C53-4EC8950AB792}"/>
                    </a:ext>
                  </a:extLst>
                </p:cNvPr>
                <p:cNvSpPr txBox="1"/>
                <p:nvPr/>
              </p:nvSpPr>
              <p:spPr>
                <a:xfrm>
                  <a:off x="4933855" y="1055641"/>
                  <a:ext cx="577081" cy="239758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/>
                          </a:rPr>
                          <m:t>𝑟𝑒𝑓𝑖𝑙𝑙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41" name="TextBox 140">
                  <a:extLst>
                    <a:ext uri="{FF2B5EF4-FFF2-40B4-BE49-F238E27FC236}">
                      <a16:creationId xmlns:a16="http://schemas.microsoft.com/office/drawing/2014/main" id="{403A08F3-6C20-4D81-8C53-4EC8950AB79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33855" y="1055641"/>
                  <a:ext cx="577081" cy="239758"/>
                </a:xfrm>
                <a:prstGeom prst="rect">
                  <a:avLst/>
                </a:prstGeom>
                <a:blipFill>
                  <a:blip r:embed="rId29"/>
                  <a:stretch>
                    <a:fillRect b="-1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6C5B9529-812A-47F7-8197-B811707D395E}"/>
                    </a:ext>
                  </a:extLst>
                </p:cNvPr>
                <p:cNvSpPr txBox="1"/>
                <p:nvPr/>
              </p:nvSpPr>
              <p:spPr>
                <a:xfrm>
                  <a:off x="3121046" y="1606920"/>
                  <a:ext cx="514756" cy="26161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𝑐𝑜𝑘𝑒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42" name="TextBox 141">
                  <a:extLst>
                    <a:ext uri="{FF2B5EF4-FFF2-40B4-BE49-F238E27FC236}">
                      <a16:creationId xmlns:a16="http://schemas.microsoft.com/office/drawing/2014/main" id="{6C5B9529-812A-47F7-8197-B811707D39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046" y="1606920"/>
                  <a:ext cx="514756" cy="26161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4C1E80E7-9FE0-47F5-86B2-9B5630952AA1}"/>
                    </a:ext>
                  </a:extLst>
                </p:cNvPr>
                <p:cNvSpPr txBox="1"/>
                <p:nvPr/>
              </p:nvSpPr>
              <p:spPr>
                <a:xfrm>
                  <a:off x="4503156" y="1624403"/>
                  <a:ext cx="609334" cy="26161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𝑠𝑝𝑟𝑖𝑡𝑒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43" name="TextBox 142">
                  <a:extLst>
                    <a:ext uri="{FF2B5EF4-FFF2-40B4-BE49-F238E27FC236}">
                      <a16:creationId xmlns:a16="http://schemas.microsoft.com/office/drawing/2014/main" id="{4C1E80E7-9FE0-47F5-86B2-9B5630952AA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03156" y="1624403"/>
                  <a:ext cx="609334" cy="261610"/>
                </a:xfrm>
                <a:prstGeom prst="rect">
                  <a:avLst/>
                </a:prstGeom>
                <a:blipFill>
                  <a:blip r:embed="rId31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482BCAB6-CEB0-4762-9C20-FA074A398B94}"/>
                    </a:ext>
                  </a:extLst>
                </p:cNvPr>
                <p:cNvSpPr txBox="1"/>
                <p:nvPr/>
              </p:nvSpPr>
              <p:spPr>
                <a:xfrm>
                  <a:off x="5174056" y="2594957"/>
                  <a:ext cx="490071" cy="239758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/>
                          </a:rPr>
                          <m:t>𝑐𝑜𝑖𝑛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482BCAB6-CEB0-4762-9C20-FA074A398B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74056" y="2594957"/>
                  <a:ext cx="490071" cy="239758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4BC7A14B-1069-4814-80D9-BAC2F112A464}"/>
                    </a:ext>
                  </a:extLst>
                </p:cNvPr>
                <p:cNvSpPr txBox="1"/>
                <p:nvPr/>
              </p:nvSpPr>
              <p:spPr>
                <a:xfrm>
                  <a:off x="2477690" y="2590003"/>
                  <a:ext cx="490071" cy="239758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/>
                          </a:rPr>
                          <m:t>𝑐𝑜𝑖𝑛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4BC7A14B-1069-4814-80D9-BAC2F112A46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7690" y="2590003"/>
                  <a:ext cx="490071" cy="239758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1F04A8F9-D054-4CF5-A8EB-9F3202A4DDD6}"/>
                    </a:ext>
                  </a:extLst>
                </p:cNvPr>
                <p:cNvSpPr txBox="1"/>
                <p:nvPr/>
              </p:nvSpPr>
              <p:spPr>
                <a:xfrm>
                  <a:off x="1479785" y="3702017"/>
                  <a:ext cx="490071" cy="239758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/>
                          </a:rPr>
                          <m:t>𝑐𝑜𝑖𝑛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46" name="TextBox 145">
                  <a:extLst>
                    <a:ext uri="{FF2B5EF4-FFF2-40B4-BE49-F238E27FC236}">
                      <a16:creationId xmlns:a16="http://schemas.microsoft.com/office/drawing/2014/main" id="{1F04A8F9-D054-4CF5-A8EB-9F3202A4DDD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79785" y="3702017"/>
                  <a:ext cx="490071" cy="239758"/>
                </a:xfrm>
                <a:prstGeom prst="rect">
                  <a:avLst/>
                </a:prstGeom>
                <a:blipFill>
                  <a:blip r:embed="rId3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04CF2961-E5E4-4626-A4F9-A6E82F4C2129}"/>
                    </a:ext>
                  </a:extLst>
                </p:cNvPr>
                <p:cNvSpPr txBox="1"/>
                <p:nvPr/>
              </p:nvSpPr>
              <p:spPr>
                <a:xfrm>
                  <a:off x="4102759" y="3702771"/>
                  <a:ext cx="490071" cy="239758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/>
                          </a:rPr>
                          <m:t>𝑐𝑜𝑖𝑛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47" name="TextBox 146">
                  <a:extLst>
                    <a:ext uri="{FF2B5EF4-FFF2-40B4-BE49-F238E27FC236}">
                      <a16:creationId xmlns:a16="http://schemas.microsoft.com/office/drawing/2014/main" id="{04CF2961-E5E4-4626-A4F9-A6E82F4C212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02759" y="3702771"/>
                  <a:ext cx="490071" cy="23975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C020151D-A7AF-4DCF-AB93-C467AC19651D}"/>
                    </a:ext>
                  </a:extLst>
                </p:cNvPr>
                <p:cNvSpPr txBox="1"/>
                <p:nvPr/>
              </p:nvSpPr>
              <p:spPr>
                <a:xfrm>
                  <a:off x="6204132" y="3710935"/>
                  <a:ext cx="490071" cy="239758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/>
                          </a:rPr>
                          <m:t>𝑐𝑜𝑖𝑛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48" name="TextBox 147">
                  <a:extLst>
                    <a:ext uri="{FF2B5EF4-FFF2-40B4-BE49-F238E27FC236}">
                      <a16:creationId xmlns:a16="http://schemas.microsoft.com/office/drawing/2014/main" id="{C020151D-A7AF-4DCF-AB93-C467AC19651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04132" y="3710935"/>
                  <a:ext cx="490071" cy="239758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6197A315-D4CC-42E4-806F-4D192C0ACAF8}"/>
                    </a:ext>
                  </a:extLst>
                </p:cNvPr>
                <p:cNvSpPr txBox="1"/>
                <p:nvPr/>
              </p:nvSpPr>
              <p:spPr>
                <a:xfrm>
                  <a:off x="5189562" y="4861005"/>
                  <a:ext cx="490071" cy="239758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/>
                          </a:rPr>
                          <m:t>𝑐𝑜𝑖𝑛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6197A315-D4CC-42E4-806F-4D192C0ACA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9562" y="4861005"/>
                  <a:ext cx="490071" cy="23975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05628773-D391-46D4-9591-43C814C2EE18}"/>
                    </a:ext>
                  </a:extLst>
                </p:cNvPr>
                <p:cNvSpPr txBox="1"/>
                <p:nvPr/>
              </p:nvSpPr>
              <p:spPr>
                <a:xfrm>
                  <a:off x="2967761" y="4872949"/>
                  <a:ext cx="490071" cy="239758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/>
                          </a:rPr>
                          <m:t>𝑐𝑜𝑖𝑛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50" name="TextBox 149">
                  <a:extLst>
                    <a:ext uri="{FF2B5EF4-FFF2-40B4-BE49-F238E27FC236}">
                      <a16:creationId xmlns:a16="http://schemas.microsoft.com/office/drawing/2014/main" id="{05628773-D391-46D4-9591-43C814C2EE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67761" y="4872949"/>
                  <a:ext cx="490071" cy="239758"/>
                </a:xfrm>
                <a:prstGeom prst="rect">
                  <a:avLst/>
                </a:prstGeom>
                <a:blipFill>
                  <a:blip r:embed="rId3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51AC83FF-DE9E-43EB-B4F7-6EEB81930371}"/>
                    </a:ext>
                  </a:extLst>
                </p:cNvPr>
                <p:cNvSpPr txBox="1"/>
                <p:nvPr/>
              </p:nvSpPr>
              <p:spPr>
                <a:xfrm>
                  <a:off x="3979387" y="5971689"/>
                  <a:ext cx="490071" cy="239758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/>
                          </a:rPr>
                          <m:t>𝑐𝑜𝑖𝑛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51" name="TextBox 150">
                  <a:extLst>
                    <a:ext uri="{FF2B5EF4-FFF2-40B4-BE49-F238E27FC236}">
                      <a16:creationId xmlns:a16="http://schemas.microsoft.com/office/drawing/2014/main" id="{51AC83FF-DE9E-43EB-B4F7-6EEB819303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79387" y="5971689"/>
                  <a:ext cx="490071" cy="239758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1835DC3A-AA2D-47BD-928B-4DBF527BAFBF}"/>
                    </a:ext>
                  </a:extLst>
                </p:cNvPr>
                <p:cNvSpPr txBox="1"/>
                <p:nvPr/>
              </p:nvSpPr>
              <p:spPr>
                <a:xfrm>
                  <a:off x="2984010" y="5985293"/>
                  <a:ext cx="420564" cy="239758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/>
                          </a:rPr>
                          <m:t>𝑟𝑒𝑡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52" name="TextBox 151">
                  <a:extLst>
                    <a:ext uri="{FF2B5EF4-FFF2-40B4-BE49-F238E27FC236}">
                      <a16:creationId xmlns:a16="http://schemas.microsoft.com/office/drawing/2014/main" id="{1835DC3A-AA2D-47BD-928B-4DBF527BAFB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4010" y="5985293"/>
                  <a:ext cx="420564" cy="239758"/>
                </a:xfrm>
                <a:prstGeom prst="rect">
                  <a:avLst/>
                </a:prstGeom>
                <a:blipFill>
                  <a:blip r:embed="rId3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1CC17FB5-86E8-48A4-9559-5EF94F72AA98}"/>
                    </a:ext>
                  </a:extLst>
                </p:cNvPr>
                <p:cNvSpPr txBox="1"/>
                <p:nvPr/>
              </p:nvSpPr>
              <p:spPr>
                <a:xfrm>
                  <a:off x="3379102" y="5036969"/>
                  <a:ext cx="609334" cy="26161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𝑠𝑝𝑟𝑖𝑡𝑒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53" name="TextBox 152">
                  <a:extLst>
                    <a:ext uri="{FF2B5EF4-FFF2-40B4-BE49-F238E27FC236}">
                      <a16:creationId xmlns:a16="http://schemas.microsoft.com/office/drawing/2014/main" id="{1CC17FB5-86E8-48A4-9559-5EF94F72AA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9102" y="5036969"/>
                  <a:ext cx="609334" cy="261610"/>
                </a:xfrm>
                <a:prstGeom prst="rect">
                  <a:avLst/>
                </a:prstGeom>
                <a:blipFill>
                  <a:blip r:embed="rId38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BBA608A1-8535-433C-9434-B8EF4031C35D}"/>
                    </a:ext>
                  </a:extLst>
                </p:cNvPr>
                <p:cNvSpPr txBox="1"/>
                <p:nvPr/>
              </p:nvSpPr>
              <p:spPr>
                <a:xfrm>
                  <a:off x="4166874" y="5036970"/>
                  <a:ext cx="514756" cy="26161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𝑐𝑜𝑘𝑒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54" name="TextBox 153">
                  <a:extLst>
                    <a:ext uri="{FF2B5EF4-FFF2-40B4-BE49-F238E27FC236}">
                      <a16:creationId xmlns:a16="http://schemas.microsoft.com/office/drawing/2014/main" id="{BBA608A1-8535-433C-9434-B8EF4031C3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6874" y="5036970"/>
                  <a:ext cx="514756" cy="261610"/>
                </a:xfrm>
                <a:prstGeom prst="rect">
                  <a:avLst/>
                </a:prstGeom>
                <a:blipFill>
                  <a:blip r:embed="rId3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517D7FA5-1EF7-4BEC-9896-50F95B553D5F}"/>
                    </a:ext>
                  </a:extLst>
                </p:cNvPr>
                <p:cNvSpPr txBox="1"/>
                <p:nvPr/>
              </p:nvSpPr>
              <p:spPr>
                <a:xfrm>
                  <a:off x="3074434" y="3895357"/>
                  <a:ext cx="514756" cy="26161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𝑐𝑜𝑘𝑒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55" name="TextBox 154">
                  <a:extLst>
                    <a:ext uri="{FF2B5EF4-FFF2-40B4-BE49-F238E27FC236}">
                      <a16:creationId xmlns:a16="http://schemas.microsoft.com/office/drawing/2014/main" id="{517D7FA5-1EF7-4BEC-9896-50F95B553D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4434" y="3895357"/>
                  <a:ext cx="514756" cy="261610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C84FDDDB-6630-4BEC-91BE-7412F15A42BC}"/>
                    </a:ext>
                  </a:extLst>
                </p:cNvPr>
                <p:cNvSpPr txBox="1"/>
                <p:nvPr/>
              </p:nvSpPr>
              <p:spPr>
                <a:xfrm>
                  <a:off x="2356513" y="3900009"/>
                  <a:ext cx="609334" cy="26161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𝑠𝑝𝑟𝑖𝑡𝑒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56" name="TextBox 155">
                  <a:extLst>
                    <a:ext uri="{FF2B5EF4-FFF2-40B4-BE49-F238E27FC236}">
                      <a16:creationId xmlns:a16="http://schemas.microsoft.com/office/drawing/2014/main" id="{C84FDDDB-6630-4BEC-91BE-7412F15A42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56513" y="3900009"/>
                  <a:ext cx="609334" cy="261610"/>
                </a:xfrm>
                <a:prstGeom prst="rect">
                  <a:avLst/>
                </a:prstGeom>
                <a:blipFill>
                  <a:blip r:embed="rId31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076FE6BD-9B88-417D-80F1-9AD2FC1EBB76}"/>
                    </a:ext>
                  </a:extLst>
                </p:cNvPr>
                <p:cNvSpPr txBox="1"/>
                <p:nvPr/>
              </p:nvSpPr>
              <p:spPr>
                <a:xfrm>
                  <a:off x="2050308" y="2751280"/>
                  <a:ext cx="514756" cy="26161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𝑐𝑜𝑘𝑒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57" name="TextBox 156">
                  <a:extLst>
                    <a:ext uri="{FF2B5EF4-FFF2-40B4-BE49-F238E27FC236}">
                      <a16:creationId xmlns:a16="http://schemas.microsoft.com/office/drawing/2014/main" id="{076FE6BD-9B88-417D-80F1-9AD2FC1EBB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50308" y="2751280"/>
                  <a:ext cx="514756" cy="261610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C514FFB1-108F-4C92-8DFC-AD9E2667DEE7}"/>
                    </a:ext>
                  </a:extLst>
                </p:cNvPr>
                <p:cNvSpPr txBox="1"/>
                <p:nvPr/>
              </p:nvSpPr>
              <p:spPr>
                <a:xfrm>
                  <a:off x="5569956" y="2766564"/>
                  <a:ext cx="642227" cy="430887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𝑠𝑝𝑟𝑖𝑡𝑒</m:t>
                        </m:r>
                      </m:oMath>
                    </m:oMathPara>
                  </a14:m>
                  <a:endParaRPr lang="he-IL" sz="1100" dirty="0"/>
                </a:p>
                <a:p>
                  <a:pPr algn="l" rtl="0"/>
                  <a:endParaRPr lang="he-IL" sz="1100" dirty="0"/>
                </a:p>
              </p:txBody>
            </p:sp>
          </mc:Choice>
          <mc:Fallback xmlns="">
            <p:sp>
              <p:nvSpPr>
                <p:cNvPr id="158" name="TextBox 157">
                  <a:extLst>
                    <a:ext uri="{FF2B5EF4-FFF2-40B4-BE49-F238E27FC236}">
                      <a16:creationId xmlns:a16="http://schemas.microsoft.com/office/drawing/2014/main" id="{C514FFB1-108F-4C92-8DFC-AD9E2667DEE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69956" y="2766564"/>
                  <a:ext cx="642227" cy="430887"/>
                </a:xfrm>
                <a:prstGeom prst="rect">
                  <a:avLst/>
                </a:prstGeom>
                <a:blipFill>
                  <a:blip r:embed="rId4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B14803FD-F267-4DFB-AE76-C3D434E992A2}"/>
                    </a:ext>
                  </a:extLst>
                </p:cNvPr>
                <p:cNvSpPr txBox="1"/>
                <p:nvPr/>
              </p:nvSpPr>
              <p:spPr>
                <a:xfrm>
                  <a:off x="4251147" y="2766564"/>
                  <a:ext cx="514756" cy="26161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𝑐𝑜𝑘𝑒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59" name="TextBox 158">
                  <a:extLst>
                    <a:ext uri="{FF2B5EF4-FFF2-40B4-BE49-F238E27FC236}">
                      <a16:creationId xmlns:a16="http://schemas.microsoft.com/office/drawing/2014/main" id="{B14803FD-F267-4DFB-AE76-C3D434E992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51147" y="2766564"/>
                  <a:ext cx="514756" cy="261610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D1C2D121-CF6A-4E6C-814F-009D87A5D5BC}"/>
                    </a:ext>
                  </a:extLst>
                </p:cNvPr>
                <p:cNvSpPr txBox="1"/>
                <p:nvPr/>
              </p:nvSpPr>
              <p:spPr>
                <a:xfrm>
                  <a:off x="3360156" y="2766564"/>
                  <a:ext cx="609334" cy="26161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𝑠𝑝𝑟𝑖𝑡𝑒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60" name="TextBox 159">
                  <a:extLst>
                    <a:ext uri="{FF2B5EF4-FFF2-40B4-BE49-F238E27FC236}">
                      <a16:creationId xmlns:a16="http://schemas.microsoft.com/office/drawing/2014/main" id="{D1C2D121-CF6A-4E6C-814F-009D87A5D5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60156" y="2766564"/>
                  <a:ext cx="609334" cy="261610"/>
                </a:xfrm>
                <a:prstGeom prst="rect">
                  <a:avLst/>
                </a:prstGeom>
                <a:blipFill>
                  <a:blip r:embed="rId31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31341D38-E2E5-4348-BF1B-A4795F6478AF}"/>
                    </a:ext>
                  </a:extLst>
                </p:cNvPr>
                <p:cNvSpPr txBox="1"/>
                <p:nvPr/>
              </p:nvSpPr>
              <p:spPr>
                <a:xfrm>
                  <a:off x="4582033" y="3907348"/>
                  <a:ext cx="609334" cy="26161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𝑠𝑝𝑟𝑖𝑡𝑒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61" name="TextBox 160">
                  <a:extLst>
                    <a:ext uri="{FF2B5EF4-FFF2-40B4-BE49-F238E27FC236}">
                      <a16:creationId xmlns:a16="http://schemas.microsoft.com/office/drawing/2014/main" id="{31341D38-E2E5-4348-BF1B-A4795F647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2033" y="3907348"/>
                  <a:ext cx="609334" cy="261610"/>
                </a:xfrm>
                <a:prstGeom prst="rect">
                  <a:avLst/>
                </a:prstGeom>
                <a:blipFill>
                  <a:blip r:embed="rId38"/>
                  <a:stretch>
                    <a:fillRect b="-46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B52DACBF-822C-42A4-87BF-FB2C8D61E0F5}"/>
                    </a:ext>
                  </a:extLst>
                </p:cNvPr>
                <p:cNvSpPr txBox="1"/>
                <p:nvPr/>
              </p:nvSpPr>
              <p:spPr>
                <a:xfrm>
                  <a:off x="5195887" y="3906800"/>
                  <a:ext cx="514756" cy="261610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 algn="l" rtl="0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𝑐𝑜𝑘𝑒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62" name="TextBox 161">
                  <a:extLst>
                    <a:ext uri="{FF2B5EF4-FFF2-40B4-BE49-F238E27FC236}">
                      <a16:creationId xmlns:a16="http://schemas.microsoft.com/office/drawing/2014/main" id="{B52DACBF-822C-42A4-87BF-FB2C8D61E0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95887" y="3906800"/>
                  <a:ext cx="514756" cy="261610"/>
                </a:xfrm>
                <a:prstGeom prst="rect">
                  <a:avLst/>
                </a:prstGeom>
                <a:blipFill>
                  <a:blip r:embed="rId4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5B07CAD8-F473-453A-9043-2672ABB4C841}"/>
                    </a:ext>
                  </a:extLst>
                </p:cNvPr>
                <p:cNvSpPr txBox="1"/>
                <p:nvPr/>
              </p:nvSpPr>
              <p:spPr>
                <a:xfrm>
                  <a:off x="4090967" y="1435069"/>
                  <a:ext cx="490071" cy="239758"/>
                </a:xfrm>
                <a:prstGeom prst="rect">
                  <a:avLst/>
                </a:prstGeom>
                <a:noFill/>
              </p:spPr>
              <p:txBody>
                <a:bodyPr wrap="none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/>
                          </a:rPr>
                          <m:t>𝑐𝑜𝑖𝑛</m:t>
                        </m:r>
                      </m:oMath>
                    </m:oMathPara>
                  </a14:m>
                  <a:endParaRPr lang="he-IL" sz="1100" dirty="0"/>
                </a:p>
              </p:txBody>
            </p:sp>
          </mc:Choice>
          <mc:Fallback xmlns=""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5B07CAD8-F473-453A-9043-2672ABB4C84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0967" y="1435069"/>
                  <a:ext cx="490071" cy="239758"/>
                </a:xfrm>
                <a:prstGeom prst="rect">
                  <a:avLst/>
                </a:prstGeom>
                <a:blipFill>
                  <a:blip r:embed="rId3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2" name="Title 1">
            <a:extLst>
              <a:ext uri="{FF2B5EF4-FFF2-40B4-BE49-F238E27FC236}">
                <a16:creationId xmlns:a16="http://schemas.microsoft.com/office/drawing/2014/main" id="{BB95D4F1-F3B5-4972-9D09-9567C352DB44}"/>
              </a:ext>
            </a:extLst>
          </p:cNvPr>
          <p:cNvSpPr txBox="1">
            <a:spLocks/>
          </p:cNvSpPr>
          <p:nvPr/>
        </p:nvSpPr>
        <p:spPr>
          <a:xfrm>
            <a:off x="755911" y="-308816"/>
            <a:ext cx="7848600" cy="1143000"/>
          </a:xfrm>
          <a:prstGeom prst="rect">
            <a:avLst/>
          </a:prstGeom>
        </p:spPr>
        <p:txBody>
          <a:bodyPr bIns="91440" anchor="b" anchorCtr="0">
            <a:noAutofit/>
          </a:bodyPr>
          <a:lstStyle>
            <a:lvl1pPr algn="ctr" rtl="1" eaLnBrk="1" latinLnBrk="0" hangingPunct="1">
              <a:spcBef>
                <a:spcPct val="0"/>
              </a:spcBef>
              <a:buNone/>
              <a:defRPr kumimoji="0" sz="4000" kern="1200">
                <a:solidFill>
                  <a:schemeClr val="tx2"/>
                </a:solidFill>
                <a:latin typeface="Gisha" panose="020B0502040204020203" pitchFamily="34" charset="-79"/>
                <a:ea typeface="+mj-ea"/>
                <a:cs typeface="Gisha" panose="020B0502040204020203" pitchFamily="34" charset="-79"/>
              </a:defRPr>
            </a:lvl1pPr>
          </a:lstStyle>
          <a:p>
            <a:r>
              <a:rPr lang="he-IL" sz="2800"/>
              <a:t>דוגמה: פריסת מערכת המעברים למכונת המשקאות</a:t>
            </a:r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14300953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he-IL" dirty="0"/>
              <a:t>חישוב אוטומטי</a:t>
            </a:r>
            <a:br>
              <a:rPr lang="he-IL" dirty="0"/>
            </a:br>
            <a:endParaRPr lang="he-IL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39</a:t>
            </a:fld>
            <a:endParaRPr lang="he-I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1E6A4BA-6507-F0F4-6353-6E1D48062739}"/>
              </a:ext>
            </a:extLst>
          </p:cNvPr>
          <p:cNvSpPr txBox="1"/>
          <p:nvPr/>
        </p:nvSpPr>
        <p:spPr>
          <a:xfrm>
            <a:off x="415896" y="1447800"/>
            <a:ext cx="3406702" cy="998991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none" rtlCol="0">
            <a:spAutoFit/>
          </a:bodyPr>
          <a:lstStyle/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eval_fn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cond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env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400" b="0" dirty="0">
                <a:solidFill>
                  <a:srgbClr val="C586C0"/>
                </a:solidFill>
                <a:effectLst/>
                <a:latin typeface="Courier New" panose="02070309020205020404" pitchFamily="49" charset="0"/>
              </a:rPr>
              <a:t>return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eval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cond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{},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env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b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</a:br>
            <a:r>
              <a:rPr lang="en-US" sz="1400" b="0" dirty="0">
                <a:solidFill>
                  <a:srgbClr val="569CD6"/>
                </a:solidFill>
                <a:effectLst/>
                <a:latin typeface="Courier New" panose="02070309020205020404" pitchFamily="49" charset="0"/>
              </a:rPr>
              <a:t>def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 err="1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effect_fn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action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, </a:t>
            </a:r>
            <a:r>
              <a:rPr lang="en-US" sz="1400" b="0" dirty="0">
                <a:solidFill>
                  <a:srgbClr val="9CDCFE"/>
                </a:solidFill>
                <a:effectLst/>
                <a:latin typeface="Courier New" panose="02070309020205020404" pitchFamily="49" charset="0"/>
              </a:rPr>
              <a:t>env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)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    </a:t>
            </a:r>
            <a:r>
              <a:rPr lang="en-US" sz="1400" b="0" dirty="0">
                <a:solidFill>
                  <a:srgbClr val="DCDCAA"/>
                </a:solidFill>
                <a:effectLst/>
                <a:latin typeface="Courier New" panose="02070309020205020404" pitchFamily="49" charset="0"/>
              </a:rPr>
              <a:t>exec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action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{},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env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8C4B3F-4E96-3C09-8BBB-A4CA99912532}"/>
              </a:ext>
            </a:extLst>
          </p:cNvPr>
          <p:cNvSpPr txBox="1"/>
          <p:nvPr/>
        </p:nvSpPr>
        <p:spPr>
          <a:xfrm>
            <a:off x="1934222" y="3017532"/>
            <a:ext cx="4480714" cy="2255746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none" rtlCol="0">
            <a:spAutoFit/>
          </a:bodyPr>
          <a:lstStyle/>
          <a:p>
            <a:pPr algn="l" rtl="0">
              <a:lnSpc>
                <a:spcPts val="1425"/>
              </a:lnSpc>
              <a:buNone/>
            </a:pPr>
            <a:r>
              <a:rPr lang="en-US" sz="14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pg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ProgramGraph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locations=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'L0'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'L1'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'L2'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},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initial_locations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'L0'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},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actions=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'x += 1'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},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transitions=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{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'L0'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'x &lt; 2'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'x += 1'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'L1'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),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   </a:t>
            </a:r>
            <a:r>
              <a:rPr lang="en-US" sz="1400" b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'L1'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'x &lt; 2'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'x += 1'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'L2'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},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eval_fn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eval_fn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effect_fn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=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effect_fn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    g0=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'x == 0'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 </a:t>
            </a:r>
          </a:p>
          <a:p>
            <a:pPr algn="l" rtl="0">
              <a:lnSpc>
                <a:spcPts val="1425"/>
              </a:lnSpc>
            </a:pP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0B91FE-EA5B-76A3-456C-EB31B3BF655D}"/>
              </a:ext>
            </a:extLst>
          </p:cNvPr>
          <p:cNvSpPr txBox="1"/>
          <p:nvPr/>
        </p:nvSpPr>
        <p:spPr>
          <a:xfrm>
            <a:off x="4267200" y="5844019"/>
            <a:ext cx="4695516" cy="639919"/>
          </a:xfrm>
          <a:prstGeom prst="rect">
            <a:avLst/>
          </a:prstGeom>
          <a:solidFill>
            <a:schemeClr val="bg2">
              <a:lumMod val="10000"/>
            </a:schemeClr>
          </a:solidFill>
        </p:spPr>
        <p:txBody>
          <a:bodyPr wrap="none" rtlCol="0">
            <a:spAutoFit/>
          </a:bodyPr>
          <a:lstStyle/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vars = 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'x'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: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sz="14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0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1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B5CEA8"/>
                </a:solidFill>
                <a:effectLst/>
                <a:latin typeface="Courier New" panose="02070309020205020404" pitchFamily="49" charset="0"/>
              </a:rPr>
              <a:t>2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}}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</a:p>
          <a:p>
            <a:pPr algn="l" rtl="0">
              <a:lnSpc>
                <a:spcPts val="1425"/>
              </a:lnSpc>
              <a:buNone/>
            </a:pP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labels = 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{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'x &lt; 2'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</a:t>
            </a:r>
            <a:r>
              <a:rPr lang="en-US" sz="1400" b="0" dirty="0">
                <a:solidFill>
                  <a:srgbClr val="CE9178"/>
                </a:solidFill>
                <a:effectLst/>
                <a:latin typeface="Courier New" panose="02070309020205020404" pitchFamily="49" charset="0"/>
              </a:rPr>
              <a:t>'x == 2'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}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 </a:t>
            </a:r>
          </a:p>
          <a:p>
            <a:pPr algn="l" rtl="0">
              <a:lnSpc>
                <a:spcPts val="1425"/>
              </a:lnSpc>
            </a:pPr>
            <a:r>
              <a:rPr lang="en-US" sz="14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ts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= </a:t>
            </a:r>
            <a:r>
              <a:rPr lang="en-US" sz="1400" b="0" dirty="0" err="1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pg.to_transition_system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(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vars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,</a:t>
            </a:r>
            <a:r>
              <a:rPr lang="en-US" sz="1400" b="0" dirty="0">
                <a:solidFill>
                  <a:srgbClr val="D4D4D4"/>
                </a:solidFill>
                <a:effectLst/>
                <a:latin typeface="Courier New" panose="02070309020205020404" pitchFamily="49" charset="0"/>
              </a:rPr>
              <a:t> labels</a:t>
            </a:r>
            <a:r>
              <a:rPr lang="en-US" sz="1400" b="0" dirty="0">
                <a:solidFill>
                  <a:srgbClr val="DCDCDC"/>
                </a:solidFill>
                <a:effectLst/>
                <a:latin typeface="Courier New" panose="02070309020205020404" pitchFamily="49" charset="0"/>
              </a:rPr>
              <a:t>)</a:t>
            </a:r>
            <a:endParaRPr lang="en-US" sz="1400" b="0" dirty="0">
              <a:solidFill>
                <a:srgbClr val="D4D4D4"/>
              </a:solidFill>
              <a:effectLst/>
              <a:latin typeface="Courier New" panose="02070309020205020404" pitchFamily="49" charset="0"/>
            </a:endParaRPr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B893264-A80B-C85D-62A8-0F109EF9E0F9}"/>
              </a:ext>
            </a:extLst>
          </p:cNvPr>
          <p:cNvSpPr/>
          <p:nvPr/>
        </p:nvSpPr>
        <p:spPr>
          <a:xfrm flipH="1">
            <a:off x="3962400" y="1371600"/>
            <a:ext cx="3200400" cy="114300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סמנטיקה של תנאים ופעולות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CB3FD92-33DA-58B0-3777-D02C40E3D5EC}"/>
              </a:ext>
            </a:extLst>
          </p:cNvPr>
          <p:cNvSpPr/>
          <p:nvPr/>
        </p:nvSpPr>
        <p:spPr>
          <a:xfrm flipH="1">
            <a:off x="6527322" y="3665446"/>
            <a:ext cx="1682809" cy="114300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גרף תוכנית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3906434B-744E-0257-168E-60FD28B3BC72}"/>
              </a:ext>
            </a:extLst>
          </p:cNvPr>
          <p:cNvSpPr/>
          <p:nvPr/>
        </p:nvSpPr>
        <p:spPr>
          <a:xfrm>
            <a:off x="1964779" y="5592478"/>
            <a:ext cx="2209800" cy="1143000"/>
          </a:xfrm>
          <a:prstGeom prst="rightArrow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dirty="0">
                <a:latin typeface="Gisha" panose="020B0502040204020203" pitchFamily="34" charset="-79"/>
                <a:cs typeface="Gisha" panose="020B0502040204020203" pitchFamily="34" charset="-79"/>
              </a:rPr>
              <a:t>פריסה</a:t>
            </a:r>
            <a:endParaRPr lang="en-US" dirty="0"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117240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76200"/>
            <a:ext cx="7772400" cy="1143000"/>
          </a:xfrm>
        </p:spPr>
        <p:txBody>
          <a:bodyPr>
            <a:normAutofit/>
          </a:bodyPr>
          <a:lstStyle/>
          <a:p>
            <a:r>
              <a:rPr lang="he-IL" dirty="0"/>
              <a:t>דוגמה: השערת </a:t>
            </a:r>
            <a:r>
              <a:rPr lang="he-IL" dirty="0" err="1"/>
              <a:t>קולץ</a:t>
            </a:r>
            <a:r>
              <a:rPr lang="he-IL" dirty="0"/>
              <a:t> (</a:t>
            </a:r>
            <a:r>
              <a:rPr lang="en-US" dirty="0" err="1"/>
              <a:t>Collatz</a:t>
            </a:r>
            <a:r>
              <a:rPr lang="he-IL" dirty="0"/>
              <a:t>)</a:t>
            </a:r>
            <a:endParaRPr lang="he-IL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40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3200400" y="2057400"/>
                <a:ext cx="914400" cy="457200"/>
              </a:xfrm>
              <a:prstGeom prst="roundRect">
                <a:avLst/>
              </a:prstGeom>
              <a:ln w="28575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2057400"/>
                <a:ext cx="914400" cy="4572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6096000" y="2057400"/>
                <a:ext cx="914400" cy="457200"/>
              </a:xfrm>
              <a:prstGeom prst="roundRect">
                <a:avLst/>
              </a:prstGeom>
              <a:ln w="28575"/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057400"/>
                <a:ext cx="914400" cy="4572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endCxn id="4" idx="1"/>
          </p:cNvCxnSpPr>
          <p:nvPr/>
        </p:nvCxnSpPr>
        <p:spPr>
          <a:xfrm>
            <a:off x="2286000" y="2286000"/>
            <a:ext cx="91440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0" name="Elbow Connector 9"/>
          <p:cNvCxnSpPr/>
          <p:nvPr/>
        </p:nvCxnSpPr>
        <p:spPr>
          <a:xfrm rot="5400000" flipH="1" flipV="1">
            <a:off x="3575050" y="1817032"/>
            <a:ext cx="12700" cy="432000"/>
          </a:xfrm>
          <a:prstGeom prst="bentConnector3">
            <a:avLst>
              <a:gd name="adj1" fmla="val 1800000"/>
            </a:avLst>
          </a:prstGeom>
          <a:ln w="28575"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797448" y="1450676"/>
                <a:ext cx="195111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%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nor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7448" y="1450676"/>
                <a:ext cx="1951112" cy="369332"/>
              </a:xfrm>
              <a:prstGeom prst="rect">
                <a:avLst/>
              </a:prstGeom>
              <a:blipFill>
                <a:blip r:embed="rId4"/>
                <a:stretch>
                  <a:fillRect t="-98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2288930" y="2772564"/>
                <a:ext cx="30071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%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∧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m:rPr>
                          <m:nor/>
                        </m:rPr>
                        <a:rPr lang="en-US" b="0" i="0" dirty="0" smtClean="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≔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8930" y="2772564"/>
                <a:ext cx="3007105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286000" y="1934252"/>
                <a:ext cx="808811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6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1934252"/>
                <a:ext cx="808811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Elbow Connector 20"/>
          <p:cNvCxnSpPr/>
          <p:nvPr/>
        </p:nvCxnSpPr>
        <p:spPr>
          <a:xfrm rot="5400000">
            <a:off x="3583842" y="2314121"/>
            <a:ext cx="12700" cy="432000"/>
          </a:xfrm>
          <a:prstGeom prst="bentConnector3">
            <a:avLst>
              <a:gd name="adj1" fmla="val 1800000"/>
            </a:avLst>
          </a:prstGeom>
          <a:ln w="28575"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9" name="Straight Arrow Connector 8"/>
          <p:cNvCxnSpPr>
            <a:stCxn id="4" idx="3"/>
            <a:endCxn id="6" idx="1"/>
          </p:cNvCxnSpPr>
          <p:nvPr/>
        </p:nvCxnSpPr>
        <p:spPr>
          <a:xfrm>
            <a:off x="4114800" y="2286000"/>
            <a:ext cx="1981200" cy="0"/>
          </a:xfrm>
          <a:prstGeom prst="straightConnector1">
            <a:avLst/>
          </a:prstGeom>
          <a:ln w="28575"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4238752" y="1934252"/>
                <a:ext cx="173329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𝑛𝑜𝑡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𝑖𝑛𝑔</m:t>
                    </m:r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752" y="1934252"/>
                <a:ext cx="1733295" cy="369332"/>
              </a:xfrm>
              <a:prstGeom prst="rect">
                <a:avLst/>
              </a:prstGeom>
              <a:blipFill>
                <a:blip r:embed="rId7"/>
                <a:stretch>
                  <a:fillRect t="-8197" r="-35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8" name="Group 77"/>
          <p:cNvGrpSpPr/>
          <p:nvPr/>
        </p:nvGrpSpPr>
        <p:grpSpPr>
          <a:xfrm>
            <a:off x="304800" y="4282587"/>
            <a:ext cx="8382001" cy="1965813"/>
            <a:chOff x="1346864" y="3962400"/>
            <a:chExt cx="6996717" cy="19658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Rectangle 16"/>
                <p:cNvSpPr/>
                <p:nvPr/>
              </p:nvSpPr>
              <p:spPr>
                <a:xfrm>
                  <a:off x="1575464" y="3962400"/>
                  <a:ext cx="1104581" cy="609600"/>
                </a:xfrm>
                <a:prstGeom prst="rect">
                  <a:avLst/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〈"/>
                            <m:endChr m:val="〉"/>
                            <m:ctrlPr>
                              <a:rPr lang="he-IL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he-IL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↦</m:t>
                            </m:r>
                            <m:r>
                              <a:rPr lang="he-IL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d>
                      </m:oMath>
                    </m:oMathPara>
                  </a14:m>
                  <a:endParaRPr lang="he-I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17" name="Rectangle 1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5464" y="3962400"/>
                  <a:ext cx="1104581" cy="609600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Straight Arrow Connector 21"/>
            <p:cNvCxnSpPr>
              <a:endCxn id="17" idx="1"/>
            </p:cNvCxnSpPr>
            <p:nvPr/>
          </p:nvCxnSpPr>
          <p:spPr>
            <a:xfrm>
              <a:off x="1346864" y="4267200"/>
              <a:ext cx="22860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/>
                <p:cNvSpPr/>
                <p:nvPr/>
              </p:nvSpPr>
              <p:spPr>
                <a:xfrm>
                  <a:off x="2991348" y="3962400"/>
                  <a:ext cx="1104581" cy="609600"/>
                </a:xfrm>
                <a:prstGeom prst="rect">
                  <a:avLst/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〈"/>
                            <m:endChr m:val="〉"/>
                            <m:ctrlPr>
                              <a:rPr lang="he-IL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he-IL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↦</m:t>
                            </m:r>
                            <m:r>
                              <a:rPr lang="en-US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oMath>
                    </m:oMathPara>
                  </a14:m>
                  <a:endParaRPr lang="he-I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29" name="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1348" y="3962400"/>
                  <a:ext cx="1104581" cy="609600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Rectangle 29"/>
                <p:cNvSpPr/>
                <p:nvPr/>
              </p:nvSpPr>
              <p:spPr>
                <a:xfrm>
                  <a:off x="4407232" y="3962400"/>
                  <a:ext cx="1104581" cy="609600"/>
                </a:xfrm>
                <a:prstGeom prst="rect">
                  <a:avLst/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〈"/>
                            <m:endChr m:val="〉"/>
                            <m:ctrlPr>
                              <a:rPr lang="he-IL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he-IL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↦</m:t>
                            </m:r>
                            <m:r>
                              <a:rPr lang="en-US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</m:d>
                      </m:oMath>
                    </m:oMathPara>
                  </a14:m>
                  <a:endParaRPr lang="he-I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0" name="Rectangle 2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7232" y="3962400"/>
                  <a:ext cx="1104581" cy="60960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5823116" y="3962400"/>
                  <a:ext cx="1104581" cy="609600"/>
                </a:xfrm>
                <a:prstGeom prst="rect">
                  <a:avLst/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〈"/>
                            <m:endChr m:val="〉"/>
                            <m:ctrlPr>
                              <a:rPr lang="he-IL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he-IL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 </m:t>
                            </m:r>
                            <m:r>
                              <a:rPr lang="en-US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↦</m:t>
                            </m:r>
                            <m:r>
                              <a:rPr lang="en-US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oMath>
                    </m:oMathPara>
                  </a14:m>
                  <a:endParaRPr lang="he-I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3116" y="3962400"/>
                  <a:ext cx="1104581" cy="609600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/>
                <p:cNvSpPr/>
                <p:nvPr/>
              </p:nvSpPr>
              <p:spPr>
                <a:xfrm>
                  <a:off x="7239000" y="3962400"/>
                  <a:ext cx="1104581" cy="609600"/>
                </a:xfrm>
                <a:prstGeom prst="rect">
                  <a:avLst/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〈"/>
                            <m:endChr m:val="〉"/>
                            <m:ctrlPr>
                              <a:rPr lang="he-IL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he-IL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↦</m:t>
                            </m:r>
                            <m:r>
                              <a:rPr lang="he-IL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e>
                        </m:d>
                      </m:oMath>
                    </m:oMathPara>
                  </a14:m>
                  <a:endParaRPr lang="he-I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00" y="3962400"/>
                  <a:ext cx="1104581" cy="609600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7239000" y="5318613"/>
                  <a:ext cx="1104581" cy="609600"/>
                </a:xfrm>
                <a:prstGeom prst="rect">
                  <a:avLst/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〈"/>
                            <m:endChr m:val="〉"/>
                            <m:ctrlPr>
                              <a:rPr lang="he-IL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he-IL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↦</m:t>
                            </m:r>
                            <m:r>
                              <a:rPr lang="he-IL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e>
                        </m:d>
                      </m:oMath>
                    </m:oMathPara>
                  </a14:m>
                  <a:endParaRPr lang="he-I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39000" y="5318613"/>
                  <a:ext cx="1104581" cy="609600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/>
                <p:cNvSpPr/>
                <p:nvPr/>
              </p:nvSpPr>
              <p:spPr>
                <a:xfrm>
                  <a:off x="5823115" y="5318613"/>
                  <a:ext cx="1104580" cy="609600"/>
                </a:xfrm>
                <a:prstGeom prst="rect">
                  <a:avLst/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〈"/>
                            <m:endChr m:val="〉"/>
                            <m:ctrlPr>
                              <a:rPr lang="he-IL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he-IL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↦</m:t>
                            </m:r>
                            <m:r>
                              <a:rPr lang="he-IL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oMath>
                    </m:oMathPara>
                  </a14:m>
                  <a:endParaRPr lang="he-I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23115" y="5318613"/>
                  <a:ext cx="1104580" cy="609600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4407232" y="5318613"/>
                  <a:ext cx="1104580" cy="609600"/>
                </a:xfrm>
                <a:prstGeom prst="rect">
                  <a:avLst/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〈"/>
                            <m:endChr m:val="〉"/>
                            <m:ctrlPr>
                              <a:rPr lang="he-IL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he-IL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↦</m:t>
                            </m:r>
                            <m:r>
                              <a:rPr lang="he-IL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oMath>
                    </m:oMathPara>
                  </a14:m>
                  <a:endParaRPr lang="he-I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07232" y="5318613"/>
                  <a:ext cx="1104580" cy="609600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2991348" y="5318613"/>
                  <a:ext cx="1104580" cy="609600"/>
                </a:xfrm>
                <a:prstGeom prst="rect">
                  <a:avLst/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〈"/>
                            <m:endChr m:val="〉"/>
                            <m:ctrlPr>
                              <a:rPr lang="he-IL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he-IL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↦</m:t>
                            </m:r>
                            <m:r>
                              <a:rPr lang="he-IL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he-I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1348" y="5318613"/>
                  <a:ext cx="1104580" cy="609600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1575464" y="5318613"/>
                  <a:ext cx="1104580" cy="609600"/>
                </a:xfrm>
                <a:prstGeom prst="rect">
                  <a:avLst/>
                </a:prstGeom>
                <a:solidFill>
                  <a:schemeClr val="bg1"/>
                </a:solidFill>
                <a:ln w="1905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 rtl="0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d>
                          <m:dPr>
                            <m:begChr m:val="〈"/>
                            <m:endChr m:val="〉"/>
                            <m:ctrlPr>
                              <a:rPr lang="he-IL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e-IL" i="1" dirty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𝑙</m:t>
                                </m:r>
                              </m:e>
                              <m:sub>
                                <m:r>
                                  <a:rPr lang="he-IL" b="0" i="1" dirty="0" smtClean="0">
                                    <a:solidFill>
                                      <a:schemeClr val="tx1">
                                        <a:lumMod val="75000"/>
                                        <a:lumOff val="25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he-IL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i="1" dirty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↦</m:t>
                            </m:r>
                            <m:r>
                              <a:rPr lang="he-IL" b="0" i="1" dirty="0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oMath>
                    </m:oMathPara>
                  </a14:m>
                  <a:endParaRPr lang="he-IL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endParaRPr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5464" y="5318613"/>
                  <a:ext cx="1104580" cy="609600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  <a:ln w="1905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Arrow Connector 37"/>
            <p:cNvCxnSpPr>
              <a:stCxn id="17" idx="3"/>
              <a:endCxn id="29" idx="1"/>
            </p:cNvCxnSpPr>
            <p:nvPr/>
          </p:nvCxnSpPr>
          <p:spPr>
            <a:xfrm>
              <a:off x="2680045" y="4267200"/>
              <a:ext cx="3113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stCxn id="29" idx="3"/>
              <a:endCxn id="30" idx="1"/>
            </p:cNvCxnSpPr>
            <p:nvPr/>
          </p:nvCxnSpPr>
          <p:spPr>
            <a:xfrm>
              <a:off x="4095928" y="4267200"/>
              <a:ext cx="3113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stCxn id="30" idx="3"/>
              <a:endCxn id="31" idx="1"/>
            </p:cNvCxnSpPr>
            <p:nvPr/>
          </p:nvCxnSpPr>
          <p:spPr>
            <a:xfrm>
              <a:off x="5511813" y="4267200"/>
              <a:ext cx="3113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/>
            <p:cNvCxnSpPr>
              <a:stCxn id="31" idx="3"/>
              <a:endCxn id="32" idx="1"/>
            </p:cNvCxnSpPr>
            <p:nvPr/>
          </p:nvCxnSpPr>
          <p:spPr>
            <a:xfrm>
              <a:off x="6927696" y="4267200"/>
              <a:ext cx="3113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stCxn id="32" idx="2"/>
              <a:endCxn id="33" idx="0"/>
            </p:cNvCxnSpPr>
            <p:nvPr/>
          </p:nvCxnSpPr>
          <p:spPr>
            <a:xfrm>
              <a:off x="7791290" y="4572000"/>
              <a:ext cx="0" cy="746613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/>
            <p:cNvCxnSpPr>
              <a:stCxn id="33" idx="1"/>
              <a:endCxn id="34" idx="3"/>
            </p:cNvCxnSpPr>
            <p:nvPr/>
          </p:nvCxnSpPr>
          <p:spPr>
            <a:xfrm flipH="1">
              <a:off x="6927696" y="5623413"/>
              <a:ext cx="3113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34" idx="1"/>
              <a:endCxn id="35" idx="3"/>
            </p:cNvCxnSpPr>
            <p:nvPr/>
          </p:nvCxnSpPr>
          <p:spPr>
            <a:xfrm flipH="1">
              <a:off x="5511812" y="5623413"/>
              <a:ext cx="3113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35" idx="1"/>
              <a:endCxn id="36" idx="3"/>
            </p:cNvCxnSpPr>
            <p:nvPr/>
          </p:nvCxnSpPr>
          <p:spPr>
            <a:xfrm flipH="1">
              <a:off x="4095928" y="5623413"/>
              <a:ext cx="3113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>
              <a:stCxn id="36" idx="1"/>
              <a:endCxn id="37" idx="3"/>
            </p:cNvCxnSpPr>
            <p:nvPr/>
          </p:nvCxnSpPr>
          <p:spPr>
            <a:xfrm flipH="1">
              <a:off x="2680045" y="5623413"/>
              <a:ext cx="311303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6" name="Rectangle 65"/>
              <p:cNvSpPr/>
              <p:nvPr/>
            </p:nvSpPr>
            <p:spPr>
              <a:xfrm>
                <a:off x="532735" y="1441829"/>
                <a:ext cx="6083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61BE4"/>
                          </a:solidFill>
                          <a:latin typeface="Cambria Math" panose="02040503050406030204" pitchFamily="18" charset="0"/>
                        </a:rPr>
                        <m:t>𝑃𝐺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6" name="Rectangle 6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35" y="1441829"/>
                <a:ext cx="608372" cy="369332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Rectangle 66"/>
              <p:cNvSpPr/>
              <p:nvPr/>
            </p:nvSpPr>
            <p:spPr>
              <a:xfrm>
                <a:off x="76200" y="3593068"/>
                <a:ext cx="10649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61BE4"/>
                          </a:solidFill>
                          <a:latin typeface="Cambria Math" panose="02040503050406030204" pitchFamily="18" charset="0"/>
                        </a:rPr>
                        <m:t>𝑃𝐺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):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7" name="Rectangle 6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" y="3593068"/>
                <a:ext cx="1064907" cy="369332"/>
              </a:xfrm>
              <a:prstGeom prst="rect">
                <a:avLst/>
              </a:prstGeom>
              <a:blipFill>
                <a:blip r:embed="rId19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Lothar Collatz.jpg"/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86273" y="2118918"/>
            <a:ext cx="1476276" cy="19392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89470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76200"/>
            <a:ext cx="7772400" cy="1143000"/>
          </a:xfrm>
        </p:spPr>
        <p:txBody>
          <a:bodyPr>
            <a:normAutofit/>
          </a:bodyPr>
          <a:lstStyle/>
          <a:p>
            <a:r>
              <a:rPr lang="he-IL" dirty="0"/>
              <a:t>דוגמה: במערכת המעברים אין תנאים</a:t>
            </a:r>
            <a:endParaRPr lang="he-IL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41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3200400" y="2057400"/>
                <a:ext cx="914400" cy="457200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2057400"/>
                <a:ext cx="914400" cy="457200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5410200" y="2057400"/>
                <a:ext cx="914400" cy="457200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2057400"/>
                <a:ext cx="914400" cy="457200"/>
              </a:xfrm>
              <a:prstGeom prst="round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endCxn id="4" idx="1"/>
          </p:cNvCxnSpPr>
          <p:nvPr/>
        </p:nvCxnSpPr>
        <p:spPr>
          <a:xfrm>
            <a:off x="2895600" y="2286000"/>
            <a:ext cx="304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10" name="Elbow Connector 9"/>
          <p:cNvCxnSpPr>
            <a:stCxn id="4" idx="0"/>
            <a:endCxn id="6" idx="0"/>
          </p:cNvCxnSpPr>
          <p:nvPr/>
        </p:nvCxnSpPr>
        <p:spPr>
          <a:xfrm rot="5400000" flipH="1" flipV="1">
            <a:off x="4762500" y="952500"/>
            <a:ext cx="12700" cy="220980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429000" y="1447800"/>
                <a:ext cx="263854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 :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≔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 % 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lang="he-IL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9000" y="1447800"/>
                <a:ext cx="2638543" cy="369332"/>
              </a:xfrm>
              <a:prstGeom prst="rect">
                <a:avLst/>
              </a:prstGeom>
              <a:blipFill>
                <a:blip r:embed="rId4"/>
                <a:stretch>
                  <a:fillRect t="-10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Elbow Connector 12"/>
          <p:cNvCxnSpPr>
            <a:stCxn id="6" idx="2"/>
            <a:endCxn id="4" idx="2"/>
          </p:cNvCxnSpPr>
          <p:nvPr/>
        </p:nvCxnSpPr>
        <p:spPr>
          <a:xfrm rot="5400000">
            <a:off x="4762500" y="1409700"/>
            <a:ext cx="12700" cy="220980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581400" y="2819400"/>
                <a:ext cx="251479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: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≔(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) % 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2819400"/>
                <a:ext cx="2514791" cy="369332"/>
              </a:xfrm>
              <a:prstGeom prst="rect">
                <a:avLst/>
              </a:prstGeom>
              <a:blipFill>
                <a:blip r:embed="rId5"/>
                <a:stretch>
                  <a:fillRect b="-1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62000" y="3962400"/>
                <a:ext cx="2819400" cy="609600"/>
              </a:xfrm>
              <a:prstGeom prst="rect">
                <a:avLst/>
              </a:prstGeom>
              <a:solidFill>
                <a:schemeClr val="bg1"/>
              </a:solidFill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he-IL" i="1" dirty="0" smtClean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he-IL" i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dirty="0" smtClean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962400"/>
                <a:ext cx="2819400" cy="6096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3657600" y="4876800"/>
                <a:ext cx="2819400" cy="609600"/>
              </a:xfrm>
              <a:prstGeom prst="rect">
                <a:avLst/>
              </a:prstGeom>
              <a:solidFill>
                <a:schemeClr val="bg1"/>
              </a:solidFill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he-IL" i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he-IL" i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4876800"/>
                <a:ext cx="2819400" cy="60960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715000" y="5943600"/>
                <a:ext cx="2819400" cy="609600"/>
              </a:xfrm>
              <a:prstGeom prst="rect">
                <a:avLst/>
              </a:prstGeom>
              <a:solidFill>
                <a:schemeClr val="bg1"/>
              </a:solidFill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d>
                        <m:dPr>
                          <m:begChr m:val="〈"/>
                          <m:endChr m:val="〉"/>
                          <m:ctrlPr>
                            <a:rPr lang="he-IL" i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𝑙</m:t>
                              </m:r>
                            </m:e>
                            <m:sub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he-IL" i="1" dirty="0">
                              <a:solidFill>
                                <a:schemeClr val="tx1">
                                  <a:lumMod val="75000"/>
                                  <a:lumOff val="2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en-US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↦</m:t>
                              </m:r>
                              <m:r>
                                <a:rPr lang="he-IL" i="1" dirty="0">
                                  <a:solidFill>
                                    <a:schemeClr val="tx1">
                                      <a:lumMod val="75000"/>
                                      <a:lumOff val="2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he-IL" i="1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5000" y="5943600"/>
                <a:ext cx="2819400" cy="6096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1905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2145320" y="1541584"/>
                <a:ext cx="803361" cy="1477328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∧</m:t>
                      </m:r>
                    </m:oMath>
                  </m:oMathPara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5320" y="1541584"/>
                <a:ext cx="803361" cy="14773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/>
          <p:cNvCxnSpPr>
            <a:endCxn id="17" idx="1"/>
          </p:cNvCxnSpPr>
          <p:nvPr/>
        </p:nvCxnSpPr>
        <p:spPr>
          <a:xfrm>
            <a:off x="533400" y="4267200"/>
            <a:ext cx="228600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Elbow Connector 23"/>
          <p:cNvCxnSpPr>
            <a:stCxn id="17" idx="3"/>
            <a:endCxn id="18" idx="0"/>
          </p:cNvCxnSpPr>
          <p:nvPr/>
        </p:nvCxnSpPr>
        <p:spPr>
          <a:xfrm>
            <a:off x="3581400" y="4267200"/>
            <a:ext cx="1485900" cy="60960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Elbow Connector 25"/>
          <p:cNvCxnSpPr>
            <a:stCxn id="18" idx="3"/>
            <a:endCxn id="19" idx="0"/>
          </p:cNvCxnSpPr>
          <p:nvPr/>
        </p:nvCxnSpPr>
        <p:spPr>
          <a:xfrm>
            <a:off x="6477000" y="5181600"/>
            <a:ext cx="647700" cy="762000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3886200" y="3810000"/>
                <a:ext cx="2055947" cy="64633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≔</m:t>
                      </m:r>
                      <m:d>
                        <m:d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i="1" dirty="0">
                          <a:latin typeface="Cambria Math" panose="02040503050406030204" pitchFamily="18" charset="0"/>
                        </a:rPr>
                        <m:t>  % 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he-IL" dirty="0"/>
              </a:p>
              <a:p>
                <a:pPr algn="l" rtl="0"/>
                <a:endParaRPr lang="he-IL" dirty="0"/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6200" y="3810000"/>
                <a:ext cx="2055947" cy="6463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6629400" y="4724400"/>
                <a:ext cx="186371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≔(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) % </m:t>
                      </m:r>
                      <m:r>
                        <a:rPr lang="en-US" i="1" dirty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29400" y="4724400"/>
                <a:ext cx="1863715" cy="369332"/>
              </a:xfrm>
              <a:prstGeom prst="rect">
                <a:avLst/>
              </a:prstGeom>
              <a:blipFill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532735" y="1441829"/>
                <a:ext cx="6083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61BE4"/>
                          </a:solidFill>
                          <a:latin typeface="Cambria Math" panose="02040503050406030204" pitchFamily="18" charset="0"/>
                        </a:rPr>
                        <m:t>𝑃𝐺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735" y="1441829"/>
                <a:ext cx="60837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93785" y="3390900"/>
                <a:ext cx="10649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61BE4"/>
                          </a:solidFill>
                          <a:latin typeface="Cambria Math" panose="02040503050406030204" pitchFamily="18" charset="0"/>
                        </a:rPr>
                        <m:t>𝑃𝐺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):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85" y="3390900"/>
                <a:ext cx="1064907" cy="369332"/>
              </a:xfrm>
              <a:prstGeom prst="rect">
                <a:avLst/>
              </a:prstGeom>
              <a:blipFill>
                <a:blip r:embed="rId13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310769" y="5181600"/>
            <a:ext cx="2895600" cy="923330"/>
          </a:xfrm>
          <a:prstGeom prst="rect">
            <a:avLst/>
          </a:prstGeom>
          <a:solidFill>
            <a:srgbClr val="FFFF00"/>
          </a:solidFill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1">
            <a:spAutoFit/>
          </a:bodyPr>
          <a:lstStyle/>
          <a:p>
            <a:pPr algn="ctr"/>
            <a:r>
              <a:rPr lang="he-IL" dirty="0">
                <a:solidFill>
                  <a:schemeClr val="bg2">
                    <a:lumMod val="1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התנאים לא דרושים כי יש לנו את כל המצב ביד ואפשר לבדוק אותם ב-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offline</a:t>
            </a:r>
            <a:endParaRPr lang="he-IL" dirty="0">
              <a:solidFill>
                <a:schemeClr val="bg2">
                  <a:lumMod val="10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520542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22" name="Rounded Rectangle 121"/>
              <p:cNvSpPr/>
              <p:nvPr/>
            </p:nvSpPr>
            <p:spPr>
              <a:xfrm>
                <a:off x="6592335" y="5984992"/>
                <a:ext cx="1432107" cy="791528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       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22" name="Rounded Rectangle 1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2335" y="5984992"/>
                <a:ext cx="1432107" cy="791528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440384" y="6058498"/>
            <a:ext cx="609600" cy="63817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71080"/>
            <a:ext cx="7772400" cy="1143000"/>
          </a:xfrm>
        </p:spPr>
        <p:txBody>
          <a:bodyPr>
            <a:normAutofit/>
          </a:bodyPr>
          <a:lstStyle/>
          <a:p>
            <a:r>
              <a:rPr lang="he-IL" dirty="0"/>
              <a:t>דוגמה: משחק איקס-עיגול</a:t>
            </a:r>
            <a:endParaRPr lang="he-IL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42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/>
              <p:cNvSpPr/>
              <p:nvPr/>
            </p:nvSpPr>
            <p:spPr>
              <a:xfrm>
                <a:off x="152400" y="1031848"/>
                <a:ext cx="60837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61BE4"/>
                          </a:solidFill>
                          <a:latin typeface="Cambria Math" panose="02040503050406030204" pitchFamily="18" charset="0"/>
                        </a:rPr>
                        <m:t>𝑃𝐺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1" name="Rectangle 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1031848"/>
                <a:ext cx="608372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Rectangle 22"/>
              <p:cNvSpPr/>
              <p:nvPr/>
            </p:nvSpPr>
            <p:spPr>
              <a:xfrm>
                <a:off x="152400" y="2994237"/>
                <a:ext cx="106490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𝑇𝑆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solidFill>
                            <a:srgbClr val="061BE4"/>
                          </a:solidFill>
                          <a:latin typeface="Cambria Math" panose="02040503050406030204" pitchFamily="18" charset="0"/>
                        </a:rPr>
                        <m:t>𝑃𝐺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):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3" name="Rectangle 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" y="2994237"/>
                <a:ext cx="1064907" cy="369332"/>
              </a:xfrm>
              <a:prstGeom prst="rect">
                <a:avLst/>
              </a:prstGeom>
              <a:blipFill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1259390" y="1385815"/>
                <a:ext cx="870630" cy="873303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4" name="Rounded 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390" y="1385815"/>
                <a:ext cx="870630" cy="873303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3308551" y="1385815"/>
                <a:ext cx="870630" cy="873303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551" y="1385815"/>
                <a:ext cx="870630" cy="873303"/>
              </a:xfrm>
              <a:prstGeom prst="round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Straight Arrow Connector 7"/>
          <p:cNvCxnSpPr>
            <a:endCxn id="4" idx="1"/>
          </p:cNvCxnSpPr>
          <p:nvPr/>
        </p:nvCxnSpPr>
        <p:spPr>
          <a:xfrm>
            <a:off x="969180" y="2030518"/>
            <a:ext cx="2902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165551" y="1535970"/>
                <a:ext cx="613683" cy="369332"/>
              </a:xfrm>
              <a:prstGeom prst="rect">
                <a:avLst/>
              </a:prstGeom>
              <a:noFill/>
            </p:spPr>
            <p:txBody>
              <a:bodyPr wrap="none" rtlCol="1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51" y="1535970"/>
                <a:ext cx="613683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/>
          <p:cNvCxnSpPr>
            <a:stCxn id="4" idx="3"/>
            <a:endCxn id="6" idx="1"/>
          </p:cNvCxnSpPr>
          <p:nvPr/>
        </p:nvCxnSpPr>
        <p:spPr>
          <a:xfrm>
            <a:off x="2130021" y="1822467"/>
            <a:ext cx="11785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/>
              <p:cNvSpPr txBox="1"/>
              <p:nvPr/>
            </p:nvSpPr>
            <p:spPr>
              <a:xfrm>
                <a:off x="2214103" y="1431397"/>
                <a:ext cx="10103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6" name="TextBox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14103" y="1431397"/>
                <a:ext cx="1010365" cy="369332"/>
              </a:xfrm>
              <a:prstGeom prst="rect">
                <a:avLst/>
              </a:prstGeom>
              <a:blipFill>
                <a:blip r:embed="rId9"/>
                <a:stretch>
                  <a:fillRect r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Rounded Rectangle 38"/>
              <p:cNvSpPr/>
              <p:nvPr/>
            </p:nvSpPr>
            <p:spPr>
              <a:xfrm>
                <a:off x="5357712" y="1370000"/>
                <a:ext cx="870630" cy="873303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39" name="Rounded Rectangle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7712" y="1370000"/>
                <a:ext cx="870630" cy="873303"/>
              </a:xfrm>
              <a:prstGeom prst="round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/>
          <p:cNvCxnSpPr/>
          <p:nvPr/>
        </p:nvCxnSpPr>
        <p:spPr>
          <a:xfrm>
            <a:off x="4179181" y="1527678"/>
            <a:ext cx="11785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/>
              <p:cNvSpPr txBox="1"/>
              <p:nvPr/>
            </p:nvSpPr>
            <p:spPr>
              <a:xfrm>
                <a:off x="4254638" y="1191303"/>
                <a:ext cx="10103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1" name="TextBox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4638" y="1191303"/>
                <a:ext cx="1010365" cy="369332"/>
              </a:xfrm>
              <a:prstGeom prst="rect">
                <a:avLst/>
              </a:prstGeom>
              <a:blipFill>
                <a:blip r:embed="rId11"/>
                <a:stretch>
                  <a:fillRect r="-1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2" name="Straight Arrow Connector 41"/>
          <p:cNvCxnSpPr/>
          <p:nvPr/>
        </p:nvCxnSpPr>
        <p:spPr>
          <a:xfrm>
            <a:off x="4193397" y="2138773"/>
            <a:ext cx="117853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/>
              <p:cNvSpPr txBox="1"/>
              <p:nvPr/>
            </p:nvSpPr>
            <p:spPr>
              <a:xfrm>
                <a:off x="4267200" y="1815076"/>
                <a:ext cx="10103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𝑡𝑟𝑢𝑒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𝑂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33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1815076"/>
                <a:ext cx="1010365" cy="369332"/>
              </a:xfrm>
              <a:prstGeom prst="rect">
                <a:avLst/>
              </a:prstGeom>
              <a:blipFill>
                <a:blip r:embed="rId12"/>
                <a:stretch>
                  <a:fillRect r="-24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4132354" y="1597454"/>
                <a:ext cx="10103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354" y="1597454"/>
                <a:ext cx="101036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/>
          <p:cNvCxnSpPr/>
          <p:nvPr/>
        </p:nvCxnSpPr>
        <p:spPr>
          <a:xfrm flipV="1">
            <a:off x="6228342" y="1551449"/>
            <a:ext cx="1969413" cy="17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355387" y="1187193"/>
                <a:ext cx="1676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𝑒𝑚𝑝𝑡𝑦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12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):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5387" y="1187193"/>
                <a:ext cx="1676400" cy="369332"/>
              </a:xfrm>
              <a:prstGeom prst="rect">
                <a:avLst/>
              </a:prstGeom>
              <a:blipFill>
                <a:blip r:embed="rId14"/>
                <a:stretch>
                  <a:fillRect l="-727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/>
          <p:nvPr/>
        </p:nvCxnSpPr>
        <p:spPr>
          <a:xfrm>
            <a:off x="6228342" y="2193034"/>
            <a:ext cx="1969415" cy="11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6372242" y="1882137"/>
                <a:ext cx="156541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𝑒𝑚𝑝𝑡𝑦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):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22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2242" y="1882137"/>
                <a:ext cx="1565412" cy="369332"/>
              </a:xfrm>
              <a:prstGeom prst="rect">
                <a:avLst/>
              </a:prstGeom>
              <a:blipFill>
                <a:blip r:embed="rId15"/>
                <a:stretch>
                  <a:fillRect l="-389" r="-739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/>
              <p:cNvSpPr txBox="1"/>
              <p:nvPr/>
            </p:nvSpPr>
            <p:spPr>
              <a:xfrm>
                <a:off x="6846969" y="1597454"/>
                <a:ext cx="10103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3" name="TextBox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46969" y="1597454"/>
                <a:ext cx="1010365" cy="369332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Rounded Rectangle 53"/>
              <p:cNvSpPr/>
              <p:nvPr/>
            </p:nvSpPr>
            <p:spPr>
              <a:xfrm>
                <a:off x="8197755" y="1442681"/>
                <a:ext cx="870630" cy="873303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54" name="Rounded Rectangle 5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7755" y="1442681"/>
                <a:ext cx="870630" cy="873303"/>
              </a:xfrm>
              <a:prstGeom prst="round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/>
          <p:cNvSpPr txBox="1"/>
          <p:nvPr/>
        </p:nvSpPr>
        <p:spPr>
          <a:xfrm>
            <a:off x="4197241" y="2137427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>
                <a:solidFill>
                  <a:schemeClr val="accent2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8 מעברים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627083" y="2149836"/>
            <a:ext cx="10935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e-IL" dirty="0">
                <a:solidFill>
                  <a:schemeClr val="accent2">
                    <a:lumMod val="75000"/>
                  </a:schemeClr>
                </a:solidFill>
                <a:latin typeface="Gisha" panose="020B0502040204020203" pitchFamily="34" charset="-79"/>
                <a:cs typeface="Gisha" panose="020B0502040204020203" pitchFamily="34" charset="-79"/>
              </a:rPr>
              <a:t>4 מעברים</a:t>
            </a:r>
            <a:endParaRPr lang="en-US" dirty="0">
              <a:solidFill>
                <a:schemeClr val="accent2">
                  <a:lumMod val="75000"/>
                </a:schemeClr>
              </a:solidFill>
              <a:latin typeface="Gisha" panose="020B0502040204020203" pitchFamily="34" charset="-79"/>
              <a:cs typeface="Gisha" panose="020B0502040204020203" pitchFamily="34" charset="-79"/>
            </a:endParaRPr>
          </a:p>
        </p:txBody>
      </p:sp>
      <p:pic>
        <p:nvPicPr>
          <p:cNvPr id="70" name="Picture 69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5969" y="1408013"/>
            <a:ext cx="613842" cy="6447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2" name="Rounded Rectangle 71"/>
              <p:cNvSpPr/>
              <p:nvPr/>
            </p:nvSpPr>
            <p:spPr>
              <a:xfrm>
                <a:off x="611431" y="4426569"/>
                <a:ext cx="1432107" cy="791528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       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72" name="Rounded Rectangle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431" y="4426569"/>
                <a:ext cx="1432107" cy="791528"/>
              </a:xfrm>
              <a:prstGeom prst="round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Picture 72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429696" y="4499982"/>
            <a:ext cx="613842" cy="6447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4" name="Rounded Rectangle 73"/>
              <p:cNvSpPr/>
              <p:nvPr/>
            </p:nvSpPr>
            <p:spPr>
              <a:xfrm>
                <a:off x="2438400" y="4426569"/>
                <a:ext cx="1432107" cy="791528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       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74" name="Rounded Rectangle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38400" y="4426569"/>
                <a:ext cx="1432107" cy="791528"/>
              </a:xfrm>
              <a:prstGeom prst="round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5" name="Picture 74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76600" y="4499982"/>
            <a:ext cx="613842" cy="644702"/>
          </a:xfrm>
          <a:prstGeom prst="rect">
            <a:avLst/>
          </a:prstGeom>
        </p:spPr>
      </p:pic>
      <p:cxnSp>
        <p:nvCxnSpPr>
          <p:cNvPr id="76" name="Straight Arrow Connector 75"/>
          <p:cNvCxnSpPr>
            <a:stCxn id="73" idx="3"/>
            <a:endCxn id="74" idx="1"/>
          </p:cNvCxnSpPr>
          <p:nvPr/>
        </p:nvCxnSpPr>
        <p:spPr>
          <a:xfrm>
            <a:off x="2043538" y="4822333"/>
            <a:ext cx="3948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321221" y="4822333"/>
            <a:ext cx="2902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78" name="Rectangle 77"/>
          <p:cNvSpPr/>
          <p:nvPr/>
        </p:nvSpPr>
        <p:spPr>
          <a:xfrm>
            <a:off x="3431763" y="4645448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Rounded Rectangle 79"/>
              <p:cNvSpPr/>
              <p:nvPr/>
            </p:nvSpPr>
            <p:spPr>
              <a:xfrm>
                <a:off x="4495800" y="3398025"/>
                <a:ext cx="1432107" cy="791528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       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80" name="Rounded Rectangle 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3398025"/>
                <a:ext cx="1432107" cy="791528"/>
              </a:xfrm>
              <a:prstGeom prst="round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1" name="Picture 80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34000" y="3468651"/>
            <a:ext cx="613842" cy="644702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5489163" y="3614117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X</a:t>
            </a:r>
            <a:endParaRPr lang="en-US" dirty="0"/>
          </a:p>
        </p:txBody>
      </p:sp>
      <p:sp>
        <p:nvSpPr>
          <p:cNvPr id="83" name="Rectangle 82"/>
          <p:cNvSpPr/>
          <p:nvPr/>
        </p:nvSpPr>
        <p:spPr>
          <a:xfrm>
            <a:off x="5279156" y="3392745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Rounded Rectangle 83"/>
              <p:cNvSpPr/>
              <p:nvPr/>
            </p:nvSpPr>
            <p:spPr>
              <a:xfrm>
                <a:off x="4495800" y="5370497"/>
                <a:ext cx="1432107" cy="791528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       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84" name="Rounded Rectangle 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800" y="5370497"/>
                <a:ext cx="1432107" cy="791528"/>
              </a:xfrm>
              <a:prstGeom prst="round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5" name="Picture 84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16748" y="5455323"/>
            <a:ext cx="613842" cy="644702"/>
          </a:xfrm>
          <a:prstGeom prst="rect">
            <a:avLst/>
          </a:prstGeom>
        </p:spPr>
      </p:pic>
      <p:sp>
        <p:nvSpPr>
          <p:cNvPr id="86" name="Rectangle 85"/>
          <p:cNvSpPr/>
          <p:nvPr/>
        </p:nvSpPr>
        <p:spPr>
          <a:xfrm>
            <a:off x="5471911" y="5600789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X</a:t>
            </a:r>
            <a:endParaRPr lang="en-US" dirty="0"/>
          </a:p>
        </p:txBody>
      </p:sp>
      <p:cxnSp>
        <p:nvCxnSpPr>
          <p:cNvPr id="88" name="Straight Arrow Connector 87"/>
          <p:cNvCxnSpPr>
            <a:stCxn id="75" idx="3"/>
          </p:cNvCxnSpPr>
          <p:nvPr/>
        </p:nvCxnSpPr>
        <p:spPr>
          <a:xfrm>
            <a:off x="3890442" y="4822333"/>
            <a:ext cx="645228" cy="5808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cxnSp>
        <p:nvCxnSpPr>
          <p:cNvPr id="92" name="Straight Arrow Connector 91"/>
          <p:cNvCxnSpPr>
            <a:stCxn id="75" idx="3"/>
          </p:cNvCxnSpPr>
          <p:nvPr/>
        </p:nvCxnSpPr>
        <p:spPr>
          <a:xfrm flipV="1">
            <a:off x="3890442" y="4113353"/>
            <a:ext cx="619639" cy="7089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TextBox 94"/>
              <p:cNvSpPr txBox="1"/>
              <p:nvPr/>
            </p:nvSpPr>
            <p:spPr>
              <a:xfrm>
                <a:off x="4635617" y="4546962"/>
                <a:ext cx="10103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95" name="TextBox 9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5617" y="4546962"/>
                <a:ext cx="1010365" cy="36933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" name="Rectangle 95"/>
          <p:cNvSpPr/>
          <p:nvPr/>
        </p:nvSpPr>
        <p:spPr>
          <a:xfrm>
            <a:off x="5641169" y="5804106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O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9" name="Rounded Rectangle 98"/>
              <p:cNvSpPr/>
              <p:nvPr/>
            </p:nvSpPr>
            <p:spPr>
              <a:xfrm>
                <a:off x="6599680" y="3935279"/>
                <a:ext cx="1432107" cy="791528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       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99" name="Rounded Rectangle 9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9680" y="3935279"/>
                <a:ext cx="1432107" cy="791528"/>
              </a:xfrm>
              <a:prstGeom prst="round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0" name="Picture 99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437880" y="4005905"/>
            <a:ext cx="613842" cy="644702"/>
          </a:xfrm>
          <a:prstGeom prst="rect">
            <a:avLst/>
          </a:prstGeom>
        </p:spPr>
      </p:pic>
      <p:sp>
        <p:nvSpPr>
          <p:cNvPr id="101" name="Rectangle 100"/>
          <p:cNvSpPr/>
          <p:nvPr/>
        </p:nvSpPr>
        <p:spPr>
          <a:xfrm>
            <a:off x="7593043" y="4151371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X</a:t>
            </a:r>
            <a:endParaRPr lang="en-US" dirty="0"/>
          </a:p>
        </p:txBody>
      </p:sp>
      <p:sp>
        <p:nvSpPr>
          <p:cNvPr id="102" name="Rectangle 101"/>
          <p:cNvSpPr/>
          <p:nvPr/>
        </p:nvSpPr>
        <p:spPr>
          <a:xfrm>
            <a:off x="7383036" y="3929999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O</a:t>
            </a:r>
            <a:endParaRPr lang="en-US" dirty="0"/>
          </a:p>
        </p:txBody>
      </p:sp>
      <p:cxnSp>
        <p:nvCxnSpPr>
          <p:cNvPr id="104" name="Straight Arrow Connector 103"/>
          <p:cNvCxnSpPr>
            <a:stCxn id="81" idx="3"/>
            <a:endCxn id="99" idx="1"/>
          </p:cNvCxnSpPr>
          <p:nvPr/>
        </p:nvCxnSpPr>
        <p:spPr>
          <a:xfrm>
            <a:off x="5947842" y="3791002"/>
            <a:ext cx="651838" cy="540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7" name="Rounded Rectangle 106"/>
              <p:cNvSpPr/>
              <p:nvPr/>
            </p:nvSpPr>
            <p:spPr>
              <a:xfrm>
                <a:off x="6561826" y="2862281"/>
                <a:ext cx="1432107" cy="791528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       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07" name="Rounded Rectangle 10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826" y="2862281"/>
                <a:ext cx="1432107" cy="791528"/>
              </a:xfrm>
              <a:prstGeom prst="round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9" name="Rectangle 108"/>
          <p:cNvSpPr/>
          <p:nvPr/>
        </p:nvSpPr>
        <p:spPr>
          <a:xfrm>
            <a:off x="7555189" y="3078373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X</a:t>
            </a:r>
            <a:endParaRPr lang="en-US" dirty="0"/>
          </a:p>
        </p:txBody>
      </p:sp>
      <p:sp>
        <p:nvSpPr>
          <p:cNvPr id="110" name="Rectangle 109"/>
          <p:cNvSpPr/>
          <p:nvPr/>
        </p:nvSpPr>
        <p:spPr>
          <a:xfrm>
            <a:off x="7345182" y="2857001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O</a:t>
            </a:r>
            <a:endParaRPr lang="en-US" dirty="0"/>
          </a:p>
        </p:txBody>
      </p:sp>
      <p:sp>
        <p:nvSpPr>
          <p:cNvPr id="111" name="Rectangle 110"/>
          <p:cNvSpPr/>
          <p:nvPr/>
        </p:nvSpPr>
        <p:spPr>
          <a:xfrm>
            <a:off x="7546563" y="2855897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X</a:t>
            </a:r>
            <a:endParaRPr lang="en-US" dirty="0"/>
          </a:p>
        </p:txBody>
      </p:sp>
      <p:cxnSp>
        <p:nvCxnSpPr>
          <p:cNvPr id="114" name="Straight Arrow Connector 113"/>
          <p:cNvCxnSpPr>
            <a:stCxn id="81" idx="3"/>
            <a:endCxn id="107" idx="1"/>
          </p:cNvCxnSpPr>
          <p:nvPr/>
        </p:nvCxnSpPr>
        <p:spPr>
          <a:xfrm flipV="1">
            <a:off x="5947842" y="3258045"/>
            <a:ext cx="613984" cy="532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p:sp>
        <p:nvSpPr>
          <p:cNvPr id="118" name="Rectangle 117"/>
          <p:cNvSpPr/>
          <p:nvPr/>
        </p:nvSpPr>
        <p:spPr>
          <a:xfrm>
            <a:off x="7593043" y="4362755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X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TextBox 120"/>
              <p:cNvSpPr txBox="1"/>
              <p:nvPr/>
            </p:nvSpPr>
            <p:spPr>
              <a:xfrm>
                <a:off x="6734436" y="3604598"/>
                <a:ext cx="10103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1" name="TextBox 1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436" y="3604598"/>
                <a:ext cx="1010365" cy="369332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6" name="Straight Arrow Connector 125"/>
          <p:cNvCxnSpPr>
            <a:endCxn id="122" idx="1"/>
          </p:cNvCxnSpPr>
          <p:nvPr/>
        </p:nvCxnSpPr>
        <p:spPr>
          <a:xfrm>
            <a:off x="5940497" y="5840715"/>
            <a:ext cx="651838" cy="54004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7" name="Rounded Rectangle 126"/>
              <p:cNvSpPr/>
              <p:nvPr/>
            </p:nvSpPr>
            <p:spPr>
              <a:xfrm>
                <a:off x="6554481" y="4911994"/>
                <a:ext cx="1432107" cy="791528"/>
              </a:xfrm>
              <a:prstGeom prst="roundRect">
                <a:avLst/>
              </a:prstGeom>
            </p:spPr>
            <p:style>
              <a:lnRef idx="2">
                <a:schemeClr val="accent2"/>
              </a:lnRef>
              <a:fillRef idx="1">
                <a:schemeClr val="lt1"/>
              </a:fillRef>
              <a:effectRef idx="0">
                <a:schemeClr val="accent2"/>
              </a:effectRef>
              <a:fontRef idx="minor">
                <a:schemeClr val="dk1"/>
              </a:fontRef>
            </p:style>
            <p:txBody>
              <a:bodyPr rtlCol="1" anchor="ctr"/>
              <a:lstStyle/>
              <a:p>
                <a:pPr algn="ctr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↦        </m:t>
                      </m:r>
                    </m:oMath>
                  </m:oMathPara>
                </a14:m>
                <a:endParaRPr lang="he-IL" dirty="0"/>
              </a:p>
            </p:txBody>
          </p:sp>
        </mc:Choice>
        <mc:Fallback xmlns="">
          <p:sp>
            <p:nvSpPr>
              <p:cNvPr id="127" name="Rounded Rectangle 1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4481" y="4911994"/>
                <a:ext cx="1432107" cy="791528"/>
              </a:xfrm>
              <a:prstGeom prst="round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9" name="Rectangle 128"/>
          <p:cNvSpPr/>
          <p:nvPr/>
        </p:nvSpPr>
        <p:spPr>
          <a:xfrm>
            <a:off x="7547844" y="5128086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X</a:t>
            </a:r>
            <a:endParaRPr lang="en-US" dirty="0"/>
          </a:p>
        </p:txBody>
      </p:sp>
      <p:cxnSp>
        <p:nvCxnSpPr>
          <p:cNvPr id="132" name="Straight Arrow Connector 131"/>
          <p:cNvCxnSpPr>
            <a:endCxn id="127" idx="1"/>
          </p:cNvCxnSpPr>
          <p:nvPr/>
        </p:nvCxnSpPr>
        <p:spPr>
          <a:xfrm flipV="1">
            <a:off x="5940497" y="5307758"/>
            <a:ext cx="613984" cy="53295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TextBox 133"/>
              <p:cNvSpPr txBox="1"/>
              <p:nvPr/>
            </p:nvSpPr>
            <p:spPr>
              <a:xfrm>
                <a:off x="6727091" y="5654311"/>
                <a:ext cx="101036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4" name="TextBox 1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7091" y="5654311"/>
                <a:ext cx="1010365" cy="369332"/>
              </a:xfrm>
              <a:prstGeom prst="rect">
                <a:avLst/>
              </a:prstGeom>
              <a:blipFill>
                <a:blip r:embed="rId2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8" name="Rectangle 137"/>
          <p:cNvSpPr/>
          <p:nvPr/>
        </p:nvSpPr>
        <p:spPr>
          <a:xfrm>
            <a:off x="7709718" y="5328740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O</a:t>
            </a:r>
            <a:endParaRPr lang="en-US" dirty="0"/>
          </a:p>
        </p:txBody>
      </p:sp>
      <p:sp>
        <p:nvSpPr>
          <p:cNvPr id="139" name="Rectangle 138"/>
          <p:cNvSpPr/>
          <p:nvPr/>
        </p:nvSpPr>
        <p:spPr>
          <a:xfrm>
            <a:off x="7547844" y="4904116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X</a:t>
            </a:r>
            <a:endParaRPr lang="en-US" dirty="0"/>
          </a:p>
        </p:txBody>
      </p:sp>
      <p:pic>
        <p:nvPicPr>
          <p:cNvPr id="71" name="Picture 70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9564" y="4969606"/>
            <a:ext cx="613842" cy="644702"/>
          </a:xfrm>
          <a:prstGeom prst="rect">
            <a:avLst/>
          </a:prstGeom>
        </p:spPr>
      </p:pic>
      <p:pic>
        <p:nvPicPr>
          <p:cNvPr id="79" name="Picture 78"/>
          <p:cNvPicPr>
            <a:picLocks noChangeAspect="1"/>
          </p:cNvPicPr>
          <p:nvPr/>
        </p:nvPicPr>
        <p:blipFill>
          <a:blip r:embed="rId17"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395322" y="2911928"/>
            <a:ext cx="613842" cy="644702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7585698" y="6201084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X</a:t>
            </a:r>
            <a:endParaRPr lang="en-US" dirty="0"/>
          </a:p>
        </p:txBody>
      </p:sp>
      <p:sp>
        <p:nvSpPr>
          <p:cNvPr id="89" name="Rectangle 88"/>
          <p:cNvSpPr/>
          <p:nvPr/>
        </p:nvSpPr>
        <p:spPr>
          <a:xfrm>
            <a:off x="7760828" y="6409828"/>
            <a:ext cx="33054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O</a:t>
            </a:r>
            <a:endParaRPr lang="en-US" dirty="0"/>
          </a:p>
        </p:txBody>
      </p:sp>
      <p:sp>
        <p:nvSpPr>
          <p:cNvPr id="90" name="Rectangle 89"/>
          <p:cNvSpPr/>
          <p:nvPr/>
        </p:nvSpPr>
        <p:spPr>
          <a:xfrm>
            <a:off x="7585698" y="6412468"/>
            <a:ext cx="30489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i="0" dirty="0">
                <a:latin typeface="+mj-lt"/>
              </a:rPr>
              <a:t>X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439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סיכום</a:t>
            </a:r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AB9DA-84F9-45EC-A1D4-01A166BFD3A6}" type="slidenum">
              <a:rPr lang="he-IL" smtClean="0"/>
              <a:pPr/>
              <a:t>43</a:t>
            </a:fld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0" y="1524000"/>
                <a:ext cx="8991600" cy="4876800"/>
              </a:xfrm>
            </p:spPr>
            <p:txBody>
              <a:bodyPr>
                <a:normAutofit fontScale="92500"/>
              </a:bodyPr>
              <a:lstStyle/>
              <a:p>
                <a:pPr>
                  <a:lnSpc>
                    <a:spcPct val="110000"/>
                  </a:lnSpc>
                  <a:spcAft>
                    <a:spcPts val="1200"/>
                  </a:spcAft>
                </a:pPr>
                <a:r>
                  <a:rPr lang="he-IL" dirty="0"/>
                  <a:t>גרף </a:t>
                </a:r>
                <a:r>
                  <a:rPr lang="he-IL" dirty="0" err="1"/>
                  <a:t>תוכנית</a:t>
                </a:r>
                <a:r>
                  <a:rPr lang="he-IL" dirty="0"/>
                  <a:t> הוא מודל המתאר את הקוד של התוכנית</a:t>
                </a:r>
              </a:p>
              <a:p>
                <a:pPr>
                  <a:lnSpc>
                    <a:spcPct val="110000"/>
                  </a:lnSpc>
                  <a:spcAft>
                    <a:spcPts val="1200"/>
                  </a:spcAft>
                </a:pPr>
                <a:r>
                  <a:rPr lang="he-IL" dirty="0"/>
                  <a:t>נתרגם גרף </a:t>
                </a:r>
                <a:r>
                  <a:rPr lang="he-IL" dirty="0" err="1"/>
                  <a:t>תוכנית</a:t>
                </a:r>
                <a:r>
                  <a:rPr lang="he-IL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𝑃𝐺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dirty="0"/>
                  <a:t> למערכת מעברים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𝑃𝐺</m:t>
                        </m:r>
                      </m:e>
                    </m:d>
                  </m:oMath>
                </a14:m>
                <a:r>
                  <a:rPr lang="he-IL" dirty="0"/>
                  <a:t> שאותה נבדוק</a:t>
                </a:r>
              </a:p>
              <a:p>
                <a:pPr>
                  <a:lnSpc>
                    <a:spcPct val="110000"/>
                  </a:lnSpc>
                  <a:spcAft>
                    <a:spcPts val="1200"/>
                  </a:spcAft>
                </a:pPr>
                <a:r>
                  <a:rPr lang="he-IL" dirty="0"/>
                  <a:t>מצב של מערכת המעברים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𝑃𝐺</m:t>
                        </m:r>
                      </m:e>
                    </m:d>
                  </m:oMath>
                </a14:m>
                <a:r>
                  <a:rPr lang="he-IL" dirty="0"/>
                  <a:t> = מקום בתוכנית</a:t>
                </a:r>
                <a14:m>
                  <m:oMath xmlns:m="http://schemas.openxmlformats.org/officeDocument/2006/math">
                    <m:r>
                      <a:rPr lang="he-IL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he-IL" dirty="0"/>
                  <a:t>ערכי המשתנים</a:t>
                </a:r>
              </a:p>
              <a:p>
                <a:pPr>
                  <a:lnSpc>
                    <a:spcPct val="110000"/>
                  </a:lnSpc>
                  <a:spcAft>
                    <a:spcPts val="1200"/>
                  </a:spcAft>
                </a:pPr>
                <a:r>
                  <a:rPr lang="he-IL" dirty="0"/>
                  <a:t>מעברים ב-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𝑇𝑆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𝑃𝐺</m:t>
                        </m:r>
                      </m:e>
                    </m:d>
                  </m:oMath>
                </a14:m>
                <a:r>
                  <a:rPr lang="he-IL" dirty="0"/>
                  <a:t> מתאימים לביצוע פקודה בתוכנית. ייתכן שישתנו ערכי המשתנים ו/או המקום הבא לביצוע</a:t>
                </a:r>
              </a:p>
              <a:p>
                <a:pPr>
                  <a:lnSpc>
                    <a:spcPct val="110000"/>
                  </a:lnSpc>
                  <a:spcAft>
                    <a:spcPts val="1200"/>
                  </a:spcAft>
                </a:pPr>
                <a:r>
                  <a:rPr lang="he-IL" dirty="0">
                    <a:solidFill>
                      <a:srgbClr val="FF0000"/>
                    </a:solidFill>
                  </a:rPr>
                  <a:t>ב-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𝑇𝑆</m:t>
                    </m:r>
                    <m:d>
                      <m:dPr>
                        <m:ctrlP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𝑃𝐺</m:t>
                        </m:r>
                      </m:e>
                    </m:d>
                  </m:oMath>
                </a14:m>
                <a:r>
                  <a:rPr lang="he-IL" dirty="0">
                    <a:solidFill>
                      <a:srgbClr val="FF0000"/>
                    </a:solidFill>
                  </a:rPr>
                  <a:t> אין תנאים </a:t>
                </a:r>
                <a:r>
                  <a:rPr lang="he-IL" dirty="0"/>
                  <a:t>כי אנחנו מקודדים באופן מפורש את כל המעברים האפשריים. אם התנאי בתוכנית לא מתקיים עבור ההשמה המסוימת שמתאר המצב, לא נמתח חץ.</a:t>
                </a:r>
              </a:p>
              <a:p>
                <a:pPr>
                  <a:lnSpc>
                    <a:spcPct val="110000"/>
                  </a:lnSpc>
                  <a:spcAft>
                    <a:spcPts val="1200"/>
                  </a:spcAft>
                </a:pPr>
                <a:r>
                  <a:rPr lang="he-IL" dirty="0"/>
                  <a:t>השלב הבא: </a:t>
                </a:r>
                <a:r>
                  <a:rPr lang="he-IL" dirty="0" err="1">
                    <a:solidFill>
                      <a:srgbClr val="2E41FA"/>
                    </a:solidFill>
                  </a:rPr>
                  <a:t>תוכניות</a:t>
                </a:r>
                <a:r>
                  <a:rPr lang="he-IL" dirty="0">
                    <a:solidFill>
                      <a:srgbClr val="2E41FA"/>
                    </a:solidFill>
                  </a:rPr>
                  <a:t> עם ריבוי תהליכים (</a:t>
                </a:r>
                <a:r>
                  <a:rPr lang="en-US" dirty="0">
                    <a:solidFill>
                      <a:srgbClr val="2E41FA"/>
                    </a:solidFill>
                  </a:rPr>
                  <a:t>multi threaded</a:t>
                </a:r>
                <a:r>
                  <a:rPr lang="he-IL" dirty="0">
                    <a:solidFill>
                      <a:srgbClr val="2E41FA"/>
                    </a:solidFill>
                  </a:rPr>
                  <a:t>)</a:t>
                </a:r>
                <a:endParaRPr lang="en-US" dirty="0">
                  <a:solidFill>
                    <a:srgbClr val="2E41FA"/>
                  </a:solidFill>
                </a:endParaRPr>
              </a:p>
            </p:txBody>
          </p:sp>
        </mc:Choice>
        <mc:Fallback xmlns="">
          <p:sp>
            <p:nvSpPr>
              <p:cNvPr id="4" name="Content Placeholder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0" y="1524000"/>
                <a:ext cx="8991600" cy="4876800"/>
              </a:xfrm>
              <a:blipFill>
                <a:blip r:embed="rId2"/>
                <a:stretch>
                  <a:fillRect l="-881" t="-750" r="-814" b="-18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078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RSTGERAW@YFUXXLKFUVWYY57I" val="3555"/>
  <p:tag name="FIRSTADMINISTRATOR@3HZWZZR6INUPNVTI" val="3557"/>
  <p:tag name="FIRSTGERAW@BMGANINFUVWYY57I" val="3935"/>
  <p:tag name="DEFAULTDISPLAYSOURCE" val="\documentclass{article}\pagestyle{empty}&#10;\begin{document}&#10;&#10;\end{document}&#10;"/>
  <p:tag name="EMBEDFONTS" val="1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Custom 10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002060"/>
      </a:hlink>
      <a:folHlink>
        <a:srgbClr val="002060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A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atMod val="270000"/>
              </a:schemeClr>
            </a:gs>
            <a:gs pos="25000">
              <a:schemeClr val="phClr">
                <a:tint val="60000"/>
                <a:satMod val="300000"/>
              </a:schemeClr>
            </a:gs>
            <a:gs pos="100000">
              <a:schemeClr val="phClr">
                <a:tint val="29000"/>
                <a:satMod val="40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5000"/>
                <a:satMod val="155000"/>
              </a:schemeClr>
            </a:gs>
            <a:gs pos="60000">
              <a:schemeClr val="phClr">
                <a:shade val="95000"/>
                <a:satMod val="150000"/>
              </a:schemeClr>
            </a:gs>
            <a:gs pos="100000">
              <a:schemeClr val="phClr">
                <a:tint val="87000"/>
                <a:satMod val="2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atMod val="150000"/>
            </a:schemeClr>
          </a:solidFill>
          <a:prstDash val="solid"/>
        </a:ln>
        <a:ln w="425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65500" dist="381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2000000"/>
            </a:lightRig>
          </a:scene3d>
          <a:sp3d prstMaterial="powder">
            <a:bevelT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BGU</Template>
  <TotalTime>26893</TotalTime>
  <Words>3693</Words>
  <Application>Microsoft Office PowerPoint</Application>
  <PresentationFormat>On-screen Show (4:3)</PresentationFormat>
  <Paragraphs>910</Paragraphs>
  <Slides>43</Slides>
  <Notes>1</Notes>
  <HiddenSlides>5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7" baseType="lpstr">
      <vt:lpstr>Arial</vt:lpstr>
      <vt:lpstr>Arial Rounded MT Bold</vt:lpstr>
      <vt:lpstr>Berlin Sans FB</vt:lpstr>
      <vt:lpstr>Calibri</vt:lpstr>
      <vt:lpstr>Cambria Math</vt:lpstr>
      <vt:lpstr>cmmi10</vt:lpstr>
      <vt:lpstr>cmr10</vt:lpstr>
      <vt:lpstr>cmsy10</vt:lpstr>
      <vt:lpstr>Consolas</vt:lpstr>
      <vt:lpstr>Courier New</vt:lpstr>
      <vt:lpstr>Gisha</vt:lpstr>
      <vt:lpstr>Segoe UI Symbol</vt:lpstr>
      <vt:lpstr>Wingdings 2</vt:lpstr>
      <vt:lpstr>Equity</vt:lpstr>
      <vt:lpstr>גרף תוכנית (Program Graph)</vt:lpstr>
      <vt:lpstr>תזכורת: בדיקות מודל (Model Checking)</vt:lpstr>
      <vt:lpstr>PowerPoint Presentation</vt:lpstr>
      <vt:lpstr>דוגמה: תרגום מסכמת מעגל לוגי למערכת מעברים</vt:lpstr>
      <vt:lpstr>דוגמה: תרגום מסכמת מעגל לוגי למערכת מעברים</vt:lpstr>
      <vt:lpstr>דוגמה: תרגום מסכמת מעגל לוגי למערכת מעברים</vt:lpstr>
      <vt:lpstr>דוגמה: תרגום מסכמת מעגל לוגי למערכת מעברים</vt:lpstr>
      <vt:lpstr>דוגמה: תרגום מסכמת מעגל לוגי למערכת מעברים</vt:lpstr>
      <vt:lpstr>דוגמה: תרגום מסכמת מעגל לוגי למערכת מעברים</vt:lpstr>
      <vt:lpstr>דוגמה: תרגום מסכמת מעגל לוגי למערכת מעברים</vt:lpstr>
      <vt:lpstr>תִּיּוּג המצבים לפסוקים אטומיים</vt:lpstr>
      <vt:lpstr>דוגמה נוספת: חוט בודד</vt:lpstr>
      <vt:lpstr>דוגמה נוספת: מעגל מעכב</vt:lpstr>
      <vt:lpstr>דוגמה נוספת: מעגל מוֹנֶה</vt:lpstr>
      <vt:lpstr>דוגמה נוספת: מעגל מוֹנֶה</vt:lpstr>
      <vt:lpstr>מַתְכּוֹן לתרגום סכימת  מעגל לוגי למערכת מעברים</vt:lpstr>
      <vt:lpstr>דוגמה: מידול מעגלים לוגיים</vt:lpstr>
      <vt:lpstr>PowerPoint Presentation</vt:lpstr>
      <vt:lpstr>מעברים מֻתְנִים במערכת מעברים</vt:lpstr>
      <vt:lpstr>דוגמה: שכלול מודל מכונת המשקאות (אנחנו בונים כאן גרף תוכנית, לא מערכת מעברים)</vt:lpstr>
      <vt:lpstr>דוגמה: שכלול מודל מכונת המשקאות (אנחנו בונים כאן גרף תוכנית, לא מערכת מעברים)</vt:lpstr>
      <vt:lpstr>גרף תוכנית</vt:lpstr>
      <vt:lpstr>דוגמה: ספירת האלקטורים בארה"ב</vt:lpstr>
      <vt:lpstr>PowerPoint Presentation</vt:lpstr>
      <vt:lpstr>הגדרות פורמליות: הצבות, תנאים והשפעה</vt:lpstr>
      <vt:lpstr>הגדרה: גרף תוכנית</vt:lpstr>
      <vt:lpstr>גרף תוכנית למכונת משקאות המשוכללת</vt:lpstr>
      <vt:lpstr>גרף תוכנית למכונת משקאות המשוכללת</vt:lpstr>
      <vt:lpstr>תרגום מגרף תוכנית למערכת מעברים</vt:lpstr>
      <vt:lpstr>תרגום אוטומטי מגרף תוכנית  למערכת מעברים</vt:lpstr>
      <vt:lpstr>תרגום אוטומטי מגרף תוכנית  למערכת מעברים</vt:lpstr>
      <vt:lpstr>תרגום אוטומטי מגרף תוכנית  למערכת מעברים</vt:lpstr>
      <vt:lpstr>סמנטיקת פעולה פורמאלית כללי היסק</vt:lpstr>
      <vt:lpstr>מגרף תוכנית למערכת מעברים הגדרה פורמאלית של פעולת הפריסה</vt:lpstr>
      <vt:lpstr>דוגמה: פריסת מערכת המעברים למכונת המשקאות</vt:lpstr>
      <vt:lpstr>דוגמה: פריסת מערכת המעברים למכונת המשקאות</vt:lpstr>
      <vt:lpstr>PowerPoint Presentation</vt:lpstr>
      <vt:lpstr>PowerPoint Presentation</vt:lpstr>
      <vt:lpstr>חישוב אוטומטי </vt:lpstr>
      <vt:lpstr>דוגמה: השערת קולץ (Collatz)</vt:lpstr>
      <vt:lpstr>דוגמה: במערכת המעברים אין תנאים</vt:lpstr>
      <vt:lpstr>דוגמה: משחק איקס-עיגול</vt:lpstr>
      <vt:lpstr>סיכום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גרף תוכנית</dc:title>
  <dc:creator>John Doil</dc:creator>
  <cp:lastModifiedBy>Gera Weiss</cp:lastModifiedBy>
  <cp:revision>1539</cp:revision>
  <dcterms:created xsi:type="dcterms:W3CDTF">2009-09-20T15:24:37Z</dcterms:created>
  <dcterms:modified xsi:type="dcterms:W3CDTF">2025-04-09T11:17:39Z</dcterms:modified>
</cp:coreProperties>
</file>